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7589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74519" y="365760"/>
            <a:ext cx="306324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74519" y="5989320"/>
            <a:ext cx="3063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318853" y="365760"/>
            <a:ext cx="132261" cy="5623560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384983" y="365760"/>
            <a:ext cx="0" cy="562356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62369" y="598932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79489" y="606247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23676" y="598932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40796" y="606247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4983" y="598932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2103" y="606247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46290" y="598932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63410" y="606247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7597" y="5989320"/>
            <a:ext cx="0" cy="54864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24717" y="6062472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6245352"/>
            <a:ext cx="30632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Δ z-score (good − poor), 95 % bootstrap CI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31804" y="478231"/>
            <a:ext cx="1373693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112960" y="443231"/>
            <a:ext cx="70000" cy="7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" y="395935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CD8 proliferation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1" y="395935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P = 0.0351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19" y="395935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80328" y="703173"/>
            <a:ext cx="1486975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645634" y="679173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" y="620877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MHC-II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1" y="620877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P = 0.0746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62803" y="928116"/>
            <a:ext cx="55047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599001" y="904116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" y="845820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Stemness (mRNAsi proxy)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1" y="845820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0.145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46817" y="1153058"/>
            <a:ext cx="1215747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640161" y="1129058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" y="1070762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B cell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1" y="1070762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0.165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61690" y="1378000"/>
            <a:ext cx="1472043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034734" y="1354000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295704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Macrophage M2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1" y="1295704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0.201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46295" y="1602943"/>
            <a:ext cx="1382780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041413" y="1578943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" y="1520647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CAF — myCAF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1" y="1520647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0.242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12130" y="1827885"/>
            <a:ext cx="1364078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312390" y="1803885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" y="1745589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CD8 exhaustion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1" y="1745589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0.288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2582" y="2052828"/>
            <a:ext cx="937958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633733" y="2028828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" y="1970532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Hypoxia (Buffa)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0911" y="1970532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0.288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454313" y="2277770"/>
            <a:ext cx="1564057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3144405" y="2253770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2195474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Cytolytic activity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10911" y="2195474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0.305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600131" y="2502712"/>
            <a:ext cx="1085046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117781" y="2478712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" y="2420416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EMT (Mak)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10911" y="2420416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0.358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447290" y="2727655"/>
            <a:ext cx="1431835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123733" y="2703655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" y="2645359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NK cell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10911" y="2645359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0.358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079327" y="2952597"/>
            <a:ext cx="132121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697734" y="2928597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" y="2870301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Epithelial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0911" y="2870301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0.418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381278" y="3177540"/>
            <a:ext cx="1312390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059679" y="3153540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" y="3095244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TGF-β (Mariathasan)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10911" y="3095244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0.482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763051" y="3402482"/>
            <a:ext cx="1737636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603313" y="3378482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" y="3320186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B-cell infiltration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10911" y="3320186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0.505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641886" y="3627424"/>
            <a:ext cx="1390345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3263586" y="3603424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" y="3545128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IFN-γ (Ayers 18)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10911" y="3545128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0.627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47084" y="3852367"/>
            <a:ext cx="1470508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3303079" y="3828367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" y="3770071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Checkpoint inhibitory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10911" y="3770071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0.653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775602" y="4077309"/>
            <a:ext cx="1257859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3333407" y="4053309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" y="3995013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Macrophage M1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10911" y="3995013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0.653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822251" y="4302252"/>
            <a:ext cx="1401005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3449387" y="4278252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440" y="4219956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10911" y="4219956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0.653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757178" y="4527194"/>
            <a:ext cx="1089279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3264750" y="4503194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440" y="4444898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CAF — iCAF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10911" y="4444898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0.787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2420467" y="4752136"/>
            <a:ext cx="1978287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3344120" y="4728136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440" y="4669840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CD8 cytotoxic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10911" y="4669840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0.843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810559" y="4977079"/>
            <a:ext cx="1330827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3399392" y="4953079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1440" y="4894783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NLRC5 · HLA · IFNG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10911" y="4894783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0.871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2727472" y="5202021"/>
            <a:ext cx="1457508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3395768" y="5178021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440" y="5119725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CD8 activation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10911" y="5119725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0.871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950333" y="5426964"/>
            <a:ext cx="1033345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3423226" y="5402964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1440" y="5344668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Antigen presentation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10911" y="5344668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0.928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2740368" y="5651906"/>
            <a:ext cx="1144603" cy="0"/>
          </a:xfrm>
          <a:prstGeom prst="line">
            <a:avLst/>
          </a:prstGeom>
          <a:ln w="177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3298596" y="5627906"/>
            <a:ext cx="48000" cy="48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440" y="5569610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TLS (Cabrita)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10911" y="5569610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0.957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2573216" y="5876848"/>
            <a:ext cx="1684494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3366842" y="5852848"/>
            <a:ext cx="48000" cy="48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1440" y="5794552"/>
            <a:ext cx="1737359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T-cell infiltration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10911" y="5794552"/>
            <a:ext cx="777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P = 0.957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" y="6537960"/>
            <a:ext cx="128016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2960" y="6510528"/>
            <a:ext cx="18288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Δ &gt; 0 (enriched in good responders)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834640" y="6537960"/>
            <a:ext cx="128016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17520" y="6510528"/>
            <a:ext cx="21031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Δ &lt; 0 (enriched in poor responders)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0080" y="6739128"/>
            <a:ext cx="5029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Marker size: large = P &lt; 0.05 · small = n.s.  Stars: ★ P &lt; 0.05 · ★★ P &lt; 0.01 · ★★★ P &lt; 0.001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