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8229600" cy="658368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1188720" y="4709160"/>
            <a:ext cx="6675120" cy="0"/>
          </a:xfrm>
          <a:prstGeom prst="line">
            <a:avLst/>
          </a:prstGeom>
          <a:ln w="7620">
            <a:solidFill>
              <a:srgbClr val="33333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" name="Connector 2"/>
          <p:cNvCxnSpPr/>
          <p:nvPr/>
        </p:nvCxnSpPr>
        <p:spPr>
          <a:xfrm>
            <a:off x="1188720" y="411480"/>
            <a:ext cx="0" cy="4297680"/>
          </a:xfrm>
          <a:prstGeom prst="line">
            <a:avLst/>
          </a:prstGeom>
          <a:ln w="7620">
            <a:solidFill>
              <a:srgbClr val="33333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1317087" y="4709160"/>
            <a:ext cx="0" cy="45720"/>
          </a:xfrm>
          <a:prstGeom prst="line">
            <a:avLst/>
          </a:prstGeom>
          <a:ln w="5080">
            <a:solidFill>
              <a:srgbClr val="33333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1134207" y="4764024"/>
            <a:ext cx="365760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00" b="0" i="0">
                <a:solidFill>
                  <a:srgbClr val="0E2A47"/>
                </a:solidFill>
                <a:latin typeface="Arial"/>
              </a:rPr>
              <a:t>-5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1958926" y="4709160"/>
            <a:ext cx="0" cy="45720"/>
          </a:xfrm>
          <a:prstGeom prst="line">
            <a:avLst/>
          </a:prstGeom>
          <a:ln w="5080">
            <a:solidFill>
              <a:srgbClr val="33333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1776046" y="4764024"/>
            <a:ext cx="365760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00" b="0" i="0">
                <a:solidFill>
                  <a:srgbClr val="0E2A47"/>
                </a:solidFill>
                <a:latin typeface="Arial"/>
              </a:rPr>
              <a:t>-4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2600764" y="4709160"/>
            <a:ext cx="0" cy="45720"/>
          </a:xfrm>
          <a:prstGeom prst="line">
            <a:avLst/>
          </a:prstGeom>
          <a:ln w="5080">
            <a:solidFill>
              <a:srgbClr val="33333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2417884" y="4764024"/>
            <a:ext cx="365760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00" b="0" i="0">
                <a:solidFill>
                  <a:srgbClr val="0E2A47"/>
                </a:solidFill>
                <a:latin typeface="Arial"/>
              </a:rPr>
              <a:t>-3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3242603" y="4709160"/>
            <a:ext cx="0" cy="45720"/>
          </a:xfrm>
          <a:prstGeom prst="line">
            <a:avLst/>
          </a:prstGeom>
          <a:ln w="5080">
            <a:solidFill>
              <a:srgbClr val="33333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3059723" y="4764024"/>
            <a:ext cx="365760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00" b="0" i="0">
                <a:solidFill>
                  <a:srgbClr val="0E2A47"/>
                </a:solidFill>
                <a:latin typeface="Arial"/>
              </a:rPr>
              <a:t>-2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3884441" y="4709160"/>
            <a:ext cx="0" cy="45720"/>
          </a:xfrm>
          <a:prstGeom prst="line">
            <a:avLst/>
          </a:prstGeom>
          <a:ln w="5080">
            <a:solidFill>
              <a:srgbClr val="33333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3701561" y="4764024"/>
            <a:ext cx="365760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00" b="0" i="0">
                <a:solidFill>
                  <a:srgbClr val="0E2A47"/>
                </a:solidFill>
                <a:latin typeface="Arial"/>
              </a:rPr>
              <a:t>-1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4526280" y="4709160"/>
            <a:ext cx="0" cy="45720"/>
          </a:xfrm>
          <a:prstGeom prst="line">
            <a:avLst/>
          </a:prstGeom>
          <a:ln w="5080">
            <a:solidFill>
              <a:srgbClr val="33333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4343400" y="4764024"/>
            <a:ext cx="365760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00" b="0" i="0">
                <a:solidFill>
                  <a:srgbClr val="0E2A47"/>
                </a:solidFill>
                <a:latin typeface="Arial"/>
              </a:rPr>
              <a:t>0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5168118" y="4709160"/>
            <a:ext cx="0" cy="45720"/>
          </a:xfrm>
          <a:prstGeom prst="line">
            <a:avLst/>
          </a:prstGeom>
          <a:ln w="5080">
            <a:solidFill>
              <a:srgbClr val="33333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4985238" y="4764024"/>
            <a:ext cx="365760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00" b="0" i="0">
                <a:solidFill>
                  <a:srgbClr val="0E2A47"/>
                </a:solidFill>
                <a:latin typeface="Arial"/>
              </a:rPr>
              <a:t>+1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5809956" y="4709160"/>
            <a:ext cx="0" cy="45720"/>
          </a:xfrm>
          <a:prstGeom prst="line">
            <a:avLst/>
          </a:prstGeom>
          <a:ln w="5080">
            <a:solidFill>
              <a:srgbClr val="33333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5627076" y="4764024"/>
            <a:ext cx="365760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00" b="0" i="0">
                <a:solidFill>
                  <a:srgbClr val="0E2A47"/>
                </a:solidFill>
                <a:latin typeface="Arial"/>
              </a:rPr>
              <a:t>+2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6451795" y="4709160"/>
            <a:ext cx="0" cy="45720"/>
          </a:xfrm>
          <a:prstGeom prst="line">
            <a:avLst/>
          </a:prstGeom>
          <a:ln w="5080">
            <a:solidFill>
              <a:srgbClr val="33333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6268915" y="4764024"/>
            <a:ext cx="365760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00" b="0" i="0">
                <a:solidFill>
                  <a:srgbClr val="0E2A47"/>
                </a:solidFill>
                <a:latin typeface="Arial"/>
              </a:rPr>
              <a:t>+3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7093633" y="4709160"/>
            <a:ext cx="0" cy="45720"/>
          </a:xfrm>
          <a:prstGeom prst="line">
            <a:avLst/>
          </a:prstGeom>
          <a:ln w="5080">
            <a:solidFill>
              <a:srgbClr val="33333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6910753" y="4764024"/>
            <a:ext cx="365760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00" b="0" i="0">
                <a:solidFill>
                  <a:srgbClr val="0E2A47"/>
                </a:solidFill>
                <a:latin typeface="Arial"/>
              </a:rPr>
              <a:t>+4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7735472" y="4709160"/>
            <a:ext cx="0" cy="45720"/>
          </a:xfrm>
          <a:prstGeom prst="line">
            <a:avLst/>
          </a:prstGeom>
          <a:ln w="5080">
            <a:solidFill>
              <a:srgbClr val="33333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7552592" y="4764024"/>
            <a:ext cx="365760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00" b="0" i="0">
                <a:solidFill>
                  <a:srgbClr val="0E2A47"/>
                </a:solidFill>
                <a:latin typeface="Arial"/>
              </a:rPr>
              <a:t>+5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1143000" y="4709160"/>
            <a:ext cx="45720" cy="0"/>
          </a:xfrm>
          <a:prstGeom prst="line">
            <a:avLst/>
          </a:prstGeom>
          <a:ln w="5080">
            <a:solidFill>
              <a:srgbClr val="33333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777240" y="4626864"/>
            <a:ext cx="347472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700" b="0" i="0">
                <a:solidFill>
                  <a:srgbClr val="0E2A47"/>
                </a:solidFill>
                <a:latin typeface="Arial"/>
              </a:rPr>
              <a:t>0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1143000" y="4203550"/>
            <a:ext cx="45720" cy="0"/>
          </a:xfrm>
          <a:prstGeom prst="line">
            <a:avLst/>
          </a:prstGeom>
          <a:ln w="5080">
            <a:solidFill>
              <a:srgbClr val="33333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/>
          <p:cNvSpPr txBox="1"/>
          <p:nvPr/>
        </p:nvSpPr>
        <p:spPr>
          <a:xfrm>
            <a:off x="777240" y="4121254"/>
            <a:ext cx="347472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700" b="0" i="0">
                <a:solidFill>
                  <a:srgbClr val="0E2A47"/>
                </a:solidFill>
                <a:latin typeface="Arial"/>
              </a:rPr>
              <a:t>1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1143000" y="3697941"/>
            <a:ext cx="45720" cy="0"/>
          </a:xfrm>
          <a:prstGeom prst="line">
            <a:avLst/>
          </a:prstGeom>
          <a:ln w="5080">
            <a:solidFill>
              <a:srgbClr val="33333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/>
          <p:cNvSpPr txBox="1"/>
          <p:nvPr/>
        </p:nvSpPr>
        <p:spPr>
          <a:xfrm>
            <a:off x="777240" y="3615645"/>
            <a:ext cx="347472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700" b="0" i="0">
                <a:solidFill>
                  <a:srgbClr val="0E2A47"/>
                </a:solidFill>
                <a:latin typeface="Arial"/>
              </a:rPr>
              <a:t>2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1143000" y="3192331"/>
            <a:ext cx="45720" cy="0"/>
          </a:xfrm>
          <a:prstGeom prst="line">
            <a:avLst/>
          </a:prstGeom>
          <a:ln w="5080">
            <a:solidFill>
              <a:srgbClr val="33333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TextBox 32"/>
          <p:cNvSpPr txBox="1"/>
          <p:nvPr/>
        </p:nvSpPr>
        <p:spPr>
          <a:xfrm>
            <a:off x="777240" y="3110035"/>
            <a:ext cx="347472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700" b="0" i="0">
                <a:solidFill>
                  <a:srgbClr val="0E2A47"/>
                </a:solidFill>
                <a:latin typeface="Arial"/>
              </a:rPr>
              <a:t>3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1143000" y="2686722"/>
            <a:ext cx="45720" cy="0"/>
          </a:xfrm>
          <a:prstGeom prst="line">
            <a:avLst/>
          </a:prstGeom>
          <a:ln w="5080">
            <a:solidFill>
              <a:srgbClr val="33333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TextBox 34"/>
          <p:cNvSpPr txBox="1"/>
          <p:nvPr/>
        </p:nvSpPr>
        <p:spPr>
          <a:xfrm>
            <a:off x="777240" y="2604426"/>
            <a:ext cx="347472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700" b="0" i="0">
                <a:solidFill>
                  <a:srgbClr val="0E2A47"/>
                </a:solidFill>
                <a:latin typeface="Arial"/>
              </a:rPr>
              <a:t>4</a:t>
            </a:r>
          </a:p>
        </p:txBody>
      </p:sp>
      <p:cxnSp>
        <p:nvCxnSpPr>
          <p:cNvPr id="36" name="Connector 35"/>
          <p:cNvCxnSpPr/>
          <p:nvPr/>
        </p:nvCxnSpPr>
        <p:spPr>
          <a:xfrm>
            <a:off x="1143000" y="2181112"/>
            <a:ext cx="45720" cy="0"/>
          </a:xfrm>
          <a:prstGeom prst="line">
            <a:avLst/>
          </a:prstGeom>
          <a:ln w="5080">
            <a:solidFill>
              <a:srgbClr val="33333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TextBox 36"/>
          <p:cNvSpPr txBox="1"/>
          <p:nvPr/>
        </p:nvSpPr>
        <p:spPr>
          <a:xfrm>
            <a:off x="777240" y="2098816"/>
            <a:ext cx="347472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700" b="0" i="0">
                <a:solidFill>
                  <a:srgbClr val="0E2A47"/>
                </a:solidFill>
                <a:latin typeface="Arial"/>
              </a:rPr>
              <a:t>5</a:t>
            </a:r>
          </a:p>
        </p:txBody>
      </p:sp>
      <p:cxnSp>
        <p:nvCxnSpPr>
          <p:cNvPr id="38" name="Connector 37"/>
          <p:cNvCxnSpPr/>
          <p:nvPr/>
        </p:nvCxnSpPr>
        <p:spPr>
          <a:xfrm>
            <a:off x="1143000" y="1675503"/>
            <a:ext cx="45720" cy="0"/>
          </a:xfrm>
          <a:prstGeom prst="line">
            <a:avLst/>
          </a:prstGeom>
          <a:ln w="5080">
            <a:solidFill>
              <a:srgbClr val="33333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TextBox 38"/>
          <p:cNvSpPr txBox="1"/>
          <p:nvPr/>
        </p:nvSpPr>
        <p:spPr>
          <a:xfrm>
            <a:off x="777240" y="1593207"/>
            <a:ext cx="347472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700" b="0" i="0">
                <a:solidFill>
                  <a:srgbClr val="0E2A47"/>
                </a:solidFill>
                <a:latin typeface="Arial"/>
              </a:rPr>
              <a:t>6</a:t>
            </a:r>
          </a:p>
        </p:txBody>
      </p:sp>
      <p:cxnSp>
        <p:nvCxnSpPr>
          <p:cNvPr id="40" name="Connector 39"/>
          <p:cNvCxnSpPr/>
          <p:nvPr/>
        </p:nvCxnSpPr>
        <p:spPr>
          <a:xfrm>
            <a:off x="1143000" y="1169894"/>
            <a:ext cx="45720" cy="0"/>
          </a:xfrm>
          <a:prstGeom prst="line">
            <a:avLst/>
          </a:prstGeom>
          <a:ln w="5080">
            <a:solidFill>
              <a:srgbClr val="33333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TextBox 40"/>
          <p:cNvSpPr txBox="1"/>
          <p:nvPr/>
        </p:nvSpPr>
        <p:spPr>
          <a:xfrm>
            <a:off x="777240" y="1087598"/>
            <a:ext cx="347472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700" b="0" i="0">
                <a:solidFill>
                  <a:srgbClr val="0E2A47"/>
                </a:solidFill>
                <a:latin typeface="Arial"/>
              </a:rPr>
              <a:t>7</a:t>
            </a:r>
          </a:p>
        </p:txBody>
      </p:sp>
      <p:cxnSp>
        <p:nvCxnSpPr>
          <p:cNvPr id="42" name="Connector 41"/>
          <p:cNvCxnSpPr/>
          <p:nvPr/>
        </p:nvCxnSpPr>
        <p:spPr>
          <a:xfrm>
            <a:off x="1143000" y="664284"/>
            <a:ext cx="45720" cy="0"/>
          </a:xfrm>
          <a:prstGeom prst="line">
            <a:avLst/>
          </a:prstGeom>
          <a:ln w="5080">
            <a:solidFill>
              <a:srgbClr val="33333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TextBox 42"/>
          <p:cNvSpPr txBox="1"/>
          <p:nvPr/>
        </p:nvSpPr>
        <p:spPr>
          <a:xfrm>
            <a:off x="777240" y="581988"/>
            <a:ext cx="347472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700" b="0" i="0">
                <a:solidFill>
                  <a:srgbClr val="0E2A47"/>
                </a:solidFill>
                <a:latin typeface="Arial"/>
              </a:rPr>
              <a:t>8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188720" y="4965192"/>
            <a:ext cx="6675120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1" i="0">
                <a:solidFill>
                  <a:srgbClr val="0E2A47"/>
                </a:solidFill>
                <a:latin typeface="Arial"/>
              </a:rPr>
              <a:t>log₂ fold change (good vs poor)</a:t>
            </a:r>
          </a:p>
        </p:txBody>
      </p:sp>
      <p:sp>
        <p:nvSpPr>
          <p:cNvPr id="45" name="TextBox 44"/>
          <p:cNvSpPr txBox="1"/>
          <p:nvPr/>
        </p:nvSpPr>
        <p:spPr>
          <a:xfrm rot="16200000">
            <a:off x="45720" y="2459736"/>
            <a:ext cx="1280160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1" i="0">
                <a:solidFill>
                  <a:srgbClr val="0E2A47"/>
                </a:solidFill>
                <a:latin typeface="Arial"/>
              </a:rPr>
              <a:t>−log₁₀(p-value)</a:t>
            </a:r>
          </a:p>
        </p:txBody>
      </p:sp>
      <p:cxnSp>
        <p:nvCxnSpPr>
          <p:cNvPr id="46" name="Connector 45"/>
          <p:cNvCxnSpPr/>
          <p:nvPr/>
        </p:nvCxnSpPr>
        <p:spPr>
          <a:xfrm>
            <a:off x="4526280" y="411480"/>
            <a:ext cx="0" cy="4297680"/>
          </a:xfrm>
          <a:prstGeom prst="line">
            <a:avLst/>
          </a:prstGeom>
          <a:ln w="7620">
            <a:solidFill>
              <a:srgbClr val="0E2A4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>
            <a:off x="1188720" y="3697941"/>
            <a:ext cx="6675120" cy="0"/>
          </a:xfrm>
          <a:prstGeom prst="line">
            <a:avLst/>
          </a:prstGeom>
          <a:ln w="7620">
            <a:solidFill>
              <a:srgbClr val="777777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TextBox 47"/>
          <p:cNvSpPr txBox="1"/>
          <p:nvPr/>
        </p:nvSpPr>
        <p:spPr>
          <a:xfrm>
            <a:off x="1234440" y="3515061"/>
            <a:ext cx="822960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700" b="0" i="1">
                <a:solidFill>
                  <a:srgbClr val="777777"/>
                </a:solidFill>
                <a:latin typeface="Arial"/>
              </a:rPr>
              <a:t>P = 0.01</a:t>
            </a:r>
          </a:p>
        </p:txBody>
      </p:sp>
      <p:sp>
        <p:nvSpPr>
          <p:cNvPr id="49" name="Oval 48"/>
          <p:cNvSpPr/>
          <p:nvPr/>
        </p:nvSpPr>
        <p:spPr>
          <a:xfrm>
            <a:off x="4514421" y="4688526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Oval 49"/>
          <p:cNvSpPr/>
          <p:nvPr/>
        </p:nvSpPr>
        <p:spPr>
          <a:xfrm>
            <a:off x="3825052" y="4284819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Oval 50"/>
          <p:cNvSpPr/>
          <p:nvPr/>
        </p:nvSpPr>
        <p:spPr>
          <a:xfrm>
            <a:off x="4675248" y="4661893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Oval 51"/>
          <p:cNvSpPr/>
          <p:nvPr/>
        </p:nvSpPr>
        <p:spPr>
          <a:xfrm>
            <a:off x="4394517" y="4459701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Oval 52"/>
          <p:cNvSpPr/>
          <p:nvPr/>
        </p:nvSpPr>
        <p:spPr>
          <a:xfrm>
            <a:off x="4355448" y="4572730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Oval 53"/>
          <p:cNvSpPr/>
          <p:nvPr/>
        </p:nvSpPr>
        <p:spPr>
          <a:xfrm>
            <a:off x="4500933" y="4677828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Oval 54"/>
          <p:cNvSpPr/>
          <p:nvPr/>
        </p:nvSpPr>
        <p:spPr>
          <a:xfrm>
            <a:off x="4158709" y="4496501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Oval 55"/>
          <p:cNvSpPr/>
          <p:nvPr/>
        </p:nvSpPr>
        <p:spPr>
          <a:xfrm>
            <a:off x="4617505" y="4641983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Oval 56"/>
          <p:cNvSpPr/>
          <p:nvPr/>
        </p:nvSpPr>
        <p:spPr>
          <a:xfrm>
            <a:off x="4662306" y="4646925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Oval 57"/>
          <p:cNvSpPr/>
          <p:nvPr/>
        </p:nvSpPr>
        <p:spPr>
          <a:xfrm>
            <a:off x="4529881" y="4673285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Oval 58"/>
          <p:cNvSpPr/>
          <p:nvPr/>
        </p:nvSpPr>
        <p:spPr>
          <a:xfrm>
            <a:off x="4480171" y="4651429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Oval 59"/>
          <p:cNvSpPr/>
          <p:nvPr/>
        </p:nvSpPr>
        <p:spPr>
          <a:xfrm>
            <a:off x="3832882" y="4467377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Oval 60"/>
          <p:cNvSpPr/>
          <p:nvPr/>
        </p:nvSpPr>
        <p:spPr>
          <a:xfrm>
            <a:off x="4162570" y="4406269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Oval 61"/>
          <p:cNvSpPr/>
          <p:nvPr/>
        </p:nvSpPr>
        <p:spPr>
          <a:xfrm>
            <a:off x="4643120" y="4374717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Oval 62"/>
          <p:cNvSpPr/>
          <p:nvPr/>
        </p:nvSpPr>
        <p:spPr>
          <a:xfrm>
            <a:off x="4227365" y="4358201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Oval 63"/>
          <p:cNvSpPr/>
          <p:nvPr/>
        </p:nvSpPr>
        <p:spPr>
          <a:xfrm>
            <a:off x="5178539" y="4471879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Oval 64"/>
          <p:cNvSpPr/>
          <p:nvPr/>
        </p:nvSpPr>
        <p:spPr>
          <a:xfrm>
            <a:off x="4122735" y="4507104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Oval 65"/>
          <p:cNvSpPr/>
          <p:nvPr/>
        </p:nvSpPr>
        <p:spPr>
          <a:xfrm>
            <a:off x="4453820" y="4602188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Oval 66"/>
          <p:cNvSpPr/>
          <p:nvPr/>
        </p:nvSpPr>
        <p:spPr>
          <a:xfrm>
            <a:off x="4395864" y="4645816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Oval 67"/>
          <p:cNvSpPr/>
          <p:nvPr/>
        </p:nvSpPr>
        <p:spPr>
          <a:xfrm>
            <a:off x="4571804" y="4611407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Oval 68"/>
          <p:cNvSpPr/>
          <p:nvPr/>
        </p:nvSpPr>
        <p:spPr>
          <a:xfrm>
            <a:off x="4249042" y="4396261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Oval 69"/>
          <p:cNvSpPr/>
          <p:nvPr/>
        </p:nvSpPr>
        <p:spPr>
          <a:xfrm>
            <a:off x="4720168" y="4106250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Oval 70"/>
          <p:cNvSpPr/>
          <p:nvPr/>
        </p:nvSpPr>
        <p:spPr>
          <a:xfrm>
            <a:off x="4997382" y="4378539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Oval 71"/>
          <p:cNvSpPr/>
          <p:nvPr/>
        </p:nvSpPr>
        <p:spPr>
          <a:xfrm>
            <a:off x="5133719" y="3914816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Oval 72"/>
          <p:cNvSpPr/>
          <p:nvPr/>
        </p:nvSpPr>
        <p:spPr>
          <a:xfrm>
            <a:off x="4545883" y="4670783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Oval 73"/>
          <p:cNvSpPr/>
          <p:nvPr/>
        </p:nvSpPr>
        <p:spPr>
          <a:xfrm>
            <a:off x="5347471" y="4362449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Oval 74"/>
          <p:cNvSpPr/>
          <p:nvPr/>
        </p:nvSpPr>
        <p:spPr>
          <a:xfrm>
            <a:off x="5048269" y="4312244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Oval 75"/>
          <p:cNvSpPr/>
          <p:nvPr/>
        </p:nvSpPr>
        <p:spPr>
          <a:xfrm>
            <a:off x="3849380" y="4180587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Oval 76"/>
          <p:cNvSpPr/>
          <p:nvPr/>
        </p:nvSpPr>
        <p:spPr>
          <a:xfrm>
            <a:off x="3936844" y="4552107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Oval 77"/>
          <p:cNvSpPr/>
          <p:nvPr/>
        </p:nvSpPr>
        <p:spPr>
          <a:xfrm>
            <a:off x="4187840" y="4221311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Oval 78"/>
          <p:cNvSpPr/>
          <p:nvPr/>
        </p:nvSpPr>
        <p:spPr>
          <a:xfrm>
            <a:off x="4377105" y="4566966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Oval 79"/>
          <p:cNvSpPr/>
          <p:nvPr/>
        </p:nvSpPr>
        <p:spPr>
          <a:xfrm>
            <a:off x="4601515" y="4496503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Oval 80"/>
          <p:cNvSpPr/>
          <p:nvPr/>
        </p:nvSpPr>
        <p:spPr>
          <a:xfrm>
            <a:off x="4523546" y="4673501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Oval 81"/>
          <p:cNvSpPr/>
          <p:nvPr/>
        </p:nvSpPr>
        <p:spPr>
          <a:xfrm>
            <a:off x="4446512" y="4598732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Oval 82"/>
          <p:cNvSpPr/>
          <p:nvPr/>
        </p:nvSpPr>
        <p:spPr>
          <a:xfrm>
            <a:off x="4399101" y="4540539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Oval 83"/>
          <p:cNvSpPr/>
          <p:nvPr/>
        </p:nvSpPr>
        <p:spPr>
          <a:xfrm>
            <a:off x="4477977" y="4667822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Oval 84"/>
          <p:cNvSpPr/>
          <p:nvPr/>
        </p:nvSpPr>
        <p:spPr>
          <a:xfrm>
            <a:off x="4650932" y="4400827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Oval 85"/>
          <p:cNvSpPr/>
          <p:nvPr/>
        </p:nvSpPr>
        <p:spPr>
          <a:xfrm>
            <a:off x="4722252" y="4589170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Oval 86"/>
          <p:cNvSpPr/>
          <p:nvPr/>
        </p:nvSpPr>
        <p:spPr>
          <a:xfrm>
            <a:off x="4541475" y="4681143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Oval 87"/>
          <p:cNvSpPr/>
          <p:nvPr/>
        </p:nvSpPr>
        <p:spPr>
          <a:xfrm>
            <a:off x="4552275" y="4609998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Oval 88"/>
          <p:cNvSpPr/>
          <p:nvPr/>
        </p:nvSpPr>
        <p:spPr>
          <a:xfrm>
            <a:off x="4726351" y="4606612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Oval 89"/>
          <p:cNvSpPr/>
          <p:nvPr/>
        </p:nvSpPr>
        <p:spPr>
          <a:xfrm>
            <a:off x="4741543" y="4055107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Oval 90"/>
          <p:cNvSpPr/>
          <p:nvPr/>
        </p:nvSpPr>
        <p:spPr>
          <a:xfrm>
            <a:off x="4823245" y="4051450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Oval 91"/>
          <p:cNvSpPr/>
          <p:nvPr/>
        </p:nvSpPr>
        <p:spPr>
          <a:xfrm>
            <a:off x="4365704" y="4654833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Oval 92"/>
          <p:cNvSpPr/>
          <p:nvPr/>
        </p:nvSpPr>
        <p:spPr>
          <a:xfrm>
            <a:off x="4644764" y="4463983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Oval 93"/>
          <p:cNvSpPr/>
          <p:nvPr/>
        </p:nvSpPr>
        <p:spPr>
          <a:xfrm>
            <a:off x="4563704" y="4668203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Oval 94"/>
          <p:cNvSpPr/>
          <p:nvPr/>
        </p:nvSpPr>
        <p:spPr>
          <a:xfrm>
            <a:off x="4641893" y="4374220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Oval 95"/>
          <p:cNvSpPr/>
          <p:nvPr/>
        </p:nvSpPr>
        <p:spPr>
          <a:xfrm>
            <a:off x="4025068" y="4315511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Oval 96"/>
          <p:cNvSpPr/>
          <p:nvPr/>
        </p:nvSpPr>
        <p:spPr>
          <a:xfrm>
            <a:off x="4507906" y="4690295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Oval 97"/>
          <p:cNvSpPr/>
          <p:nvPr/>
        </p:nvSpPr>
        <p:spPr>
          <a:xfrm>
            <a:off x="4642410" y="4642530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Oval 98"/>
          <p:cNvSpPr/>
          <p:nvPr/>
        </p:nvSpPr>
        <p:spPr>
          <a:xfrm>
            <a:off x="4450550" y="4625061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Oval 99"/>
          <p:cNvSpPr/>
          <p:nvPr/>
        </p:nvSpPr>
        <p:spPr>
          <a:xfrm>
            <a:off x="4441931" y="4666008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Oval 100"/>
          <p:cNvSpPr/>
          <p:nvPr/>
        </p:nvSpPr>
        <p:spPr>
          <a:xfrm>
            <a:off x="4409540" y="4499557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Oval 101"/>
          <p:cNvSpPr/>
          <p:nvPr/>
        </p:nvSpPr>
        <p:spPr>
          <a:xfrm>
            <a:off x="4617267" y="4254594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Oval 102"/>
          <p:cNvSpPr/>
          <p:nvPr/>
        </p:nvSpPr>
        <p:spPr>
          <a:xfrm>
            <a:off x="4427698" y="4587456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Oval 103"/>
          <p:cNvSpPr/>
          <p:nvPr/>
        </p:nvSpPr>
        <p:spPr>
          <a:xfrm>
            <a:off x="4003029" y="4252935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Oval 104"/>
          <p:cNvSpPr/>
          <p:nvPr/>
        </p:nvSpPr>
        <p:spPr>
          <a:xfrm>
            <a:off x="4554203" y="4624506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Oval 105"/>
          <p:cNvSpPr/>
          <p:nvPr/>
        </p:nvSpPr>
        <p:spPr>
          <a:xfrm>
            <a:off x="4615166" y="4526303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Oval 106"/>
          <p:cNvSpPr/>
          <p:nvPr/>
        </p:nvSpPr>
        <p:spPr>
          <a:xfrm>
            <a:off x="4743193" y="4372289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Oval 107"/>
          <p:cNvSpPr/>
          <p:nvPr/>
        </p:nvSpPr>
        <p:spPr>
          <a:xfrm>
            <a:off x="3845593" y="4458558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Oval 108"/>
          <p:cNvSpPr/>
          <p:nvPr/>
        </p:nvSpPr>
        <p:spPr>
          <a:xfrm>
            <a:off x="4980946" y="4412728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Oval 109"/>
          <p:cNvSpPr/>
          <p:nvPr/>
        </p:nvSpPr>
        <p:spPr>
          <a:xfrm>
            <a:off x="4270595" y="4331080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Oval 110"/>
          <p:cNvSpPr/>
          <p:nvPr/>
        </p:nvSpPr>
        <p:spPr>
          <a:xfrm>
            <a:off x="4904814" y="4611517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Oval 111"/>
          <p:cNvSpPr/>
          <p:nvPr/>
        </p:nvSpPr>
        <p:spPr>
          <a:xfrm>
            <a:off x="4784390" y="4546825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Oval 112"/>
          <p:cNvSpPr/>
          <p:nvPr/>
        </p:nvSpPr>
        <p:spPr>
          <a:xfrm>
            <a:off x="4469215" y="4639210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Oval 113"/>
          <p:cNvSpPr/>
          <p:nvPr/>
        </p:nvSpPr>
        <p:spPr>
          <a:xfrm>
            <a:off x="4608769" y="4340846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Oval 114"/>
          <p:cNvSpPr/>
          <p:nvPr/>
        </p:nvSpPr>
        <p:spPr>
          <a:xfrm>
            <a:off x="4471777" y="4597087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Oval 115"/>
          <p:cNvSpPr/>
          <p:nvPr/>
        </p:nvSpPr>
        <p:spPr>
          <a:xfrm>
            <a:off x="4601918" y="4554267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Oval 116"/>
          <p:cNvSpPr/>
          <p:nvPr/>
        </p:nvSpPr>
        <p:spPr>
          <a:xfrm>
            <a:off x="4401635" y="4559912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Oval 117"/>
          <p:cNvSpPr/>
          <p:nvPr/>
        </p:nvSpPr>
        <p:spPr>
          <a:xfrm>
            <a:off x="4556842" y="4629732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Oval 118"/>
          <p:cNvSpPr/>
          <p:nvPr/>
        </p:nvSpPr>
        <p:spPr>
          <a:xfrm>
            <a:off x="4646398" y="4525505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Oval 119"/>
          <p:cNvSpPr/>
          <p:nvPr/>
        </p:nvSpPr>
        <p:spPr>
          <a:xfrm>
            <a:off x="4546949" y="4646876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Oval 120"/>
          <p:cNvSpPr/>
          <p:nvPr/>
        </p:nvSpPr>
        <p:spPr>
          <a:xfrm>
            <a:off x="4305550" y="4592022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Oval 121"/>
          <p:cNvSpPr/>
          <p:nvPr/>
        </p:nvSpPr>
        <p:spPr>
          <a:xfrm>
            <a:off x="4382136" y="4544166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Oval 122"/>
          <p:cNvSpPr/>
          <p:nvPr/>
        </p:nvSpPr>
        <p:spPr>
          <a:xfrm>
            <a:off x="4437172" y="4581041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Oval 123"/>
          <p:cNvSpPr/>
          <p:nvPr/>
        </p:nvSpPr>
        <p:spPr>
          <a:xfrm>
            <a:off x="4681720" y="4640627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Oval 124"/>
          <p:cNvSpPr/>
          <p:nvPr/>
        </p:nvSpPr>
        <p:spPr>
          <a:xfrm>
            <a:off x="4702614" y="4424446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Oval 125"/>
          <p:cNvSpPr/>
          <p:nvPr/>
        </p:nvSpPr>
        <p:spPr>
          <a:xfrm>
            <a:off x="4322587" y="4493192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Oval 126"/>
          <p:cNvSpPr/>
          <p:nvPr/>
        </p:nvSpPr>
        <p:spPr>
          <a:xfrm>
            <a:off x="4318340" y="4538408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Oval 127"/>
          <p:cNvSpPr/>
          <p:nvPr/>
        </p:nvSpPr>
        <p:spPr>
          <a:xfrm>
            <a:off x="4689180" y="4255699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Oval 128"/>
          <p:cNvSpPr/>
          <p:nvPr/>
        </p:nvSpPr>
        <p:spPr>
          <a:xfrm>
            <a:off x="4595613" y="4488320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Oval 129"/>
          <p:cNvSpPr/>
          <p:nvPr/>
        </p:nvSpPr>
        <p:spPr>
          <a:xfrm>
            <a:off x="4976091" y="4516297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Oval 130"/>
          <p:cNvSpPr/>
          <p:nvPr/>
        </p:nvSpPr>
        <p:spPr>
          <a:xfrm>
            <a:off x="4431268" y="4592778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Oval 131"/>
          <p:cNvSpPr/>
          <p:nvPr/>
        </p:nvSpPr>
        <p:spPr>
          <a:xfrm>
            <a:off x="4490941" y="4654683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Oval 132"/>
          <p:cNvSpPr/>
          <p:nvPr/>
        </p:nvSpPr>
        <p:spPr>
          <a:xfrm>
            <a:off x="4470878" y="4646051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Oval 133"/>
          <p:cNvSpPr/>
          <p:nvPr/>
        </p:nvSpPr>
        <p:spPr>
          <a:xfrm>
            <a:off x="4327388" y="4539012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Oval 134"/>
          <p:cNvSpPr/>
          <p:nvPr/>
        </p:nvSpPr>
        <p:spPr>
          <a:xfrm>
            <a:off x="3617542" y="4222257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Oval 135"/>
          <p:cNvSpPr/>
          <p:nvPr/>
        </p:nvSpPr>
        <p:spPr>
          <a:xfrm>
            <a:off x="3292559" y="3791252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Oval 136"/>
          <p:cNvSpPr/>
          <p:nvPr/>
        </p:nvSpPr>
        <p:spPr>
          <a:xfrm>
            <a:off x="4593288" y="4577099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Oval 137"/>
          <p:cNvSpPr/>
          <p:nvPr/>
        </p:nvSpPr>
        <p:spPr>
          <a:xfrm>
            <a:off x="4008860" y="4619248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Oval 138"/>
          <p:cNvSpPr/>
          <p:nvPr/>
        </p:nvSpPr>
        <p:spPr>
          <a:xfrm>
            <a:off x="3536939" y="4312254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Oval 139"/>
          <p:cNvSpPr/>
          <p:nvPr/>
        </p:nvSpPr>
        <p:spPr>
          <a:xfrm>
            <a:off x="4260414" y="4464323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Oval 140"/>
          <p:cNvSpPr/>
          <p:nvPr/>
        </p:nvSpPr>
        <p:spPr>
          <a:xfrm>
            <a:off x="4440857" y="4579466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Oval 141"/>
          <p:cNvSpPr/>
          <p:nvPr/>
        </p:nvSpPr>
        <p:spPr>
          <a:xfrm>
            <a:off x="4626222" y="4251294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Oval 142"/>
          <p:cNvSpPr/>
          <p:nvPr/>
        </p:nvSpPr>
        <p:spPr>
          <a:xfrm>
            <a:off x="3992791" y="4307764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Oval 143"/>
          <p:cNvSpPr/>
          <p:nvPr/>
        </p:nvSpPr>
        <p:spPr>
          <a:xfrm>
            <a:off x="4564279" y="4614991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Oval 144"/>
          <p:cNvSpPr/>
          <p:nvPr/>
        </p:nvSpPr>
        <p:spPr>
          <a:xfrm>
            <a:off x="4423966" y="4641963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Oval 145"/>
          <p:cNvSpPr/>
          <p:nvPr/>
        </p:nvSpPr>
        <p:spPr>
          <a:xfrm>
            <a:off x="4689084" y="4448839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Oval 146"/>
          <p:cNvSpPr/>
          <p:nvPr/>
        </p:nvSpPr>
        <p:spPr>
          <a:xfrm>
            <a:off x="4345493" y="4618280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Oval 147"/>
          <p:cNvSpPr/>
          <p:nvPr/>
        </p:nvSpPr>
        <p:spPr>
          <a:xfrm>
            <a:off x="4485931" y="4675201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Oval 148"/>
          <p:cNvSpPr/>
          <p:nvPr/>
        </p:nvSpPr>
        <p:spPr>
          <a:xfrm>
            <a:off x="4585042" y="4497159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Oval 149"/>
          <p:cNvSpPr/>
          <p:nvPr/>
        </p:nvSpPr>
        <p:spPr>
          <a:xfrm>
            <a:off x="4472609" y="4630991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Oval 150"/>
          <p:cNvSpPr/>
          <p:nvPr/>
        </p:nvSpPr>
        <p:spPr>
          <a:xfrm>
            <a:off x="4378993" y="4661447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" name="Oval 151"/>
          <p:cNvSpPr/>
          <p:nvPr/>
        </p:nvSpPr>
        <p:spPr>
          <a:xfrm>
            <a:off x="3148923" y="4416888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Oval 152"/>
          <p:cNvSpPr/>
          <p:nvPr/>
        </p:nvSpPr>
        <p:spPr>
          <a:xfrm>
            <a:off x="4474497" y="4675818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Oval 153"/>
          <p:cNvSpPr/>
          <p:nvPr/>
        </p:nvSpPr>
        <p:spPr>
          <a:xfrm>
            <a:off x="5016896" y="3945555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Oval 154"/>
          <p:cNvSpPr/>
          <p:nvPr/>
        </p:nvSpPr>
        <p:spPr>
          <a:xfrm>
            <a:off x="4501662" y="4690900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Oval 155"/>
          <p:cNvSpPr/>
          <p:nvPr/>
        </p:nvSpPr>
        <p:spPr>
          <a:xfrm>
            <a:off x="3929816" y="4458648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Oval 156"/>
          <p:cNvSpPr/>
          <p:nvPr/>
        </p:nvSpPr>
        <p:spPr>
          <a:xfrm>
            <a:off x="4479149" y="4603620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Oval 157"/>
          <p:cNvSpPr/>
          <p:nvPr/>
        </p:nvSpPr>
        <p:spPr>
          <a:xfrm>
            <a:off x="2732248" y="4478251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Oval 158"/>
          <p:cNvSpPr/>
          <p:nvPr/>
        </p:nvSpPr>
        <p:spPr>
          <a:xfrm>
            <a:off x="4685549" y="4650158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Oval 159"/>
          <p:cNvSpPr/>
          <p:nvPr/>
        </p:nvSpPr>
        <p:spPr>
          <a:xfrm>
            <a:off x="3921809" y="4311478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" name="Oval 160"/>
          <p:cNvSpPr/>
          <p:nvPr/>
        </p:nvSpPr>
        <p:spPr>
          <a:xfrm>
            <a:off x="4147553" y="4132046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" name="Oval 161"/>
          <p:cNvSpPr/>
          <p:nvPr/>
        </p:nvSpPr>
        <p:spPr>
          <a:xfrm>
            <a:off x="4590096" y="4631769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" name="Oval 162"/>
          <p:cNvSpPr/>
          <p:nvPr/>
        </p:nvSpPr>
        <p:spPr>
          <a:xfrm>
            <a:off x="3928447" y="4300325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Oval 163"/>
          <p:cNvSpPr/>
          <p:nvPr/>
        </p:nvSpPr>
        <p:spPr>
          <a:xfrm>
            <a:off x="4067876" y="4573399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Oval 164"/>
          <p:cNvSpPr/>
          <p:nvPr/>
        </p:nvSpPr>
        <p:spPr>
          <a:xfrm>
            <a:off x="4417652" y="4636936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Oval 165"/>
          <p:cNvSpPr/>
          <p:nvPr/>
        </p:nvSpPr>
        <p:spPr>
          <a:xfrm>
            <a:off x="4055688" y="4344030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" name="Oval 166"/>
          <p:cNvSpPr/>
          <p:nvPr/>
        </p:nvSpPr>
        <p:spPr>
          <a:xfrm>
            <a:off x="4303678" y="4465893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Oval 167"/>
          <p:cNvSpPr/>
          <p:nvPr/>
        </p:nvSpPr>
        <p:spPr>
          <a:xfrm>
            <a:off x="4510596" y="4692636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" name="Oval 168"/>
          <p:cNvSpPr/>
          <p:nvPr/>
        </p:nvSpPr>
        <p:spPr>
          <a:xfrm>
            <a:off x="4249444" y="4465723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Oval 169"/>
          <p:cNvSpPr/>
          <p:nvPr/>
        </p:nvSpPr>
        <p:spPr>
          <a:xfrm>
            <a:off x="4259018" y="4266039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" name="Oval 170"/>
          <p:cNvSpPr/>
          <p:nvPr/>
        </p:nvSpPr>
        <p:spPr>
          <a:xfrm>
            <a:off x="4425507" y="4488914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Oval 171"/>
          <p:cNvSpPr/>
          <p:nvPr/>
        </p:nvSpPr>
        <p:spPr>
          <a:xfrm>
            <a:off x="4624715" y="4373027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Oval 172"/>
          <p:cNvSpPr/>
          <p:nvPr/>
        </p:nvSpPr>
        <p:spPr>
          <a:xfrm>
            <a:off x="4398541" y="4502885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" name="Oval 173"/>
          <p:cNvSpPr/>
          <p:nvPr/>
        </p:nvSpPr>
        <p:spPr>
          <a:xfrm>
            <a:off x="4790061" y="4241600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" name="Oval 174"/>
          <p:cNvSpPr/>
          <p:nvPr/>
        </p:nvSpPr>
        <p:spPr>
          <a:xfrm>
            <a:off x="4561847" y="4613224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" name="Oval 175"/>
          <p:cNvSpPr/>
          <p:nvPr/>
        </p:nvSpPr>
        <p:spPr>
          <a:xfrm>
            <a:off x="4404195" y="4533844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" name="Oval 176"/>
          <p:cNvSpPr/>
          <p:nvPr/>
        </p:nvSpPr>
        <p:spPr>
          <a:xfrm>
            <a:off x="4307418" y="4127168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" name="Oval 177"/>
          <p:cNvSpPr/>
          <p:nvPr/>
        </p:nvSpPr>
        <p:spPr>
          <a:xfrm>
            <a:off x="5091333" y="4597536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" name="Oval 178"/>
          <p:cNvSpPr/>
          <p:nvPr/>
        </p:nvSpPr>
        <p:spPr>
          <a:xfrm>
            <a:off x="4608414" y="4393843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Oval 179"/>
          <p:cNvSpPr/>
          <p:nvPr/>
        </p:nvSpPr>
        <p:spPr>
          <a:xfrm>
            <a:off x="4451016" y="4633984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" name="Oval 180"/>
          <p:cNvSpPr/>
          <p:nvPr/>
        </p:nvSpPr>
        <p:spPr>
          <a:xfrm>
            <a:off x="4338613" y="4424479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" name="Oval 181"/>
          <p:cNvSpPr/>
          <p:nvPr/>
        </p:nvSpPr>
        <p:spPr>
          <a:xfrm>
            <a:off x="4466683" y="4616561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3" name="Oval 182"/>
          <p:cNvSpPr/>
          <p:nvPr/>
        </p:nvSpPr>
        <p:spPr>
          <a:xfrm>
            <a:off x="4376013" y="4583790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4" name="Oval 183"/>
          <p:cNvSpPr/>
          <p:nvPr/>
        </p:nvSpPr>
        <p:spPr>
          <a:xfrm>
            <a:off x="4332760" y="4608298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" name="Oval 184"/>
          <p:cNvSpPr/>
          <p:nvPr/>
        </p:nvSpPr>
        <p:spPr>
          <a:xfrm>
            <a:off x="4309256" y="4492502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Oval 185"/>
          <p:cNvSpPr/>
          <p:nvPr/>
        </p:nvSpPr>
        <p:spPr>
          <a:xfrm>
            <a:off x="4266756" y="4539003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7" name="Oval 186"/>
          <p:cNvSpPr/>
          <p:nvPr/>
        </p:nvSpPr>
        <p:spPr>
          <a:xfrm>
            <a:off x="4372968" y="4601329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8" name="Oval 187"/>
          <p:cNvSpPr/>
          <p:nvPr/>
        </p:nvSpPr>
        <p:spPr>
          <a:xfrm>
            <a:off x="4519042" y="4678303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9" name="Oval 188"/>
          <p:cNvSpPr/>
          <p:nvPr/>
        </p:nvSpPr>
        <p:spPr>
          <a:xfrm>
            <a:off x="4565719" y="4663666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" name="Oval 189"/>
          <p:cNvSpPr/>
          <p:nvPr/>
        </p:nvSpPr>
        <p:spPr>
          <a:xfrm>
            <a:off x="4609199" y="4596238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1" name="Oval 190"/>
          <p:cNvSpPr/>
          <p:nvPr/>
        </p:nvSpPr>
        <p:spPr>
          <a:xfrm>
            <a:off x="4480641" y="4665206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2" name="Oval 191"/>
          <p:cNvSpPr/>
          <p:nvPr/>
        </p:nvSpPr>
        <p:spPr>
          <a:xfrm>
            <a:off x="4116041" y="4531248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3" name="Oval 192"/>
          <p:cNvSpPr/>
          <p:nvPr/>
        </p:nvSpPr>
        <p:spPr>
          <a:xfrm>
            <a:off x="3978063" y="4261481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4" name="Oval 193"/>
          <p:cNvSpPr/>
          <p:nvPr/>
        </p:nvSpPr>
        <p:spPr>
          <a:xfrm>
            <a:off x="4612242" y="4407328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5" name="Oval 194"/>
          <p:cNvSpPr/>
          <p:nvPr/>
        </p:nvSpPr>
        <p:spPr>
          <a:xfrm>
            <a:off x="4458229" y="4612375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6" name="Oval 195"/>
          <p:cNvSpPr/>
          <p:nvPr/>
        </p:nvSpPr>
        <p:spPr>
          <a:xfrm>
            <a:off x="4557794" y="4597395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7" name="Oval 196"/>
          <p:cNvSpPr/>
          <p:nvPr/>
        </p:nvSpPr>
        <p:spPr>
          <a:xfrm>
            <a:off x="4662148" y="4438488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8" name="Oval 197"/>
          <p:cNvSpPr/>
          <p:nvPr/>
        </p:nvSpPr>
        <p:spPr>
          <a:xfrm>
            <a:off x="5391561" y="4289161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9" name="Oval 198"/>
          <p:cNvSpPr/>
          <p:nvPr/>
        </p:nvSpPr>
        <p:spPr>
          <a:xfrm>
            <a:off x="4602594" y="4547271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0" name="Oval 199"/>
          <p:cNvSpPr/>
          <p:nvPr/>
        </p:nvSpPr>
        <p:spPr>
          <a:xfrm>
            <a:off x="4392603" y="4559819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1" name="Oval 200"/>
          <p:cNvSpPr/>
          <p:nvPr/>
        </p:nvSpPr>
        <p:spPr>
          <a:xfrm>
            <a:off x="4617528" y="4369356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2" name="Oval 201"/>
          <p:cNvSpPr/>
          <p:nvPr/>
        </p:nvSpPr>
        <p:spPr>
          <a:xfrm>
            <a:off x="4643661" y="4575293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3" name="Oval 202"/>
          <p:cNvSpPr/>
          <p:nvPr/>
        </p:nvSpPr>
        <p:spPr>
          <a:xfrm>
            <a:off x="4592927" y="4655335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4" name="Oval 203"/>
          <p:cNvSpPr/>
          <p:nvPr/>
        </p:nvSpPr>
        <p:spPr>
          <a:xfrm>
            <a:off x="4414098" y="4531487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5" name="Oval 204"/>
          <p:cNvSpPr/>
          <p:nvPr/>
        </p:nvSpPr>
        <p:spPr>
          <a:xfrm>
            <a:off x="4476959" y="4610434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6" name="Oval 205"/>
          <p:cNvSpPr/>
          <p:nvPr/>
        </p:nvSpPr>
        <p:spPr>
          <a:xfrm>
            <a:off x="4693994" y="4166047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7" name="Oval 206"/>
          <p:cNvSpPr/>
          <p:nvPr/>
        </p:nvSpPr>
        <p:spPr>
          <a:xfrm>
            <a:off x="4427677" y="4596905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8" name="Oval 207"/>
          <p:cNvSpPr/>
          <p:nvPr/>
        </p:nvSpPr>
        <p:spPr>
          <a:xfrm>
            <a:off x="4664309" y="4271032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9" name="Oval 208"/>
          <p:cNvSpPr/>
          <p:nvPr/>
        </p:nvSpPr>
        <p:spPr>
          <a:xfrm>
            <a:off x="4482169" y="4677602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0" name="Oval 209"/>
          <p:cNvSpPr/>
          <p:nvPr/>
        </p:nvSpPr>
        <p:spPr>
          <a:xfrm>
            <a:off x="4451141" y="4576254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1" name="Oval 210"/>
          <p:cNvSpPr/>
          <p:nvPr/>
        </p:nvSpPr>
        <p:spPr>
          <a:xfrm>
            <a:off x="4709203" y="4609550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2" name="Oval 211"/>
          <p:cNvSpPr/>
          <p:nvPr/>
        </p:nvSpPr>
        <p:spPr>
          <a:xfrm>
            <a:off x="4574557" y="4578535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3" name="Oval 212"/>
          <p:cNvSpPr/>
          <p:nvPr/>
        </p:nvSpPr>
        <p:spPr>
          <a:xfrm>
            <a:off x="4687329" y="4243774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4" name="Oval 213"/>
          <p:cNvSpPr/>
          <p:nvPr/>
        </p:nvSpPr>
        <p:spPr>
          <a:xfrm>
            <a:off x="4854396" y="4202744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5" name="Oval 214"/>
          <p:cNvSpPr/>
          <p:nvPr/>
        </p:nvSpPr>
        <p:spPr>
          <a:xfrm>
            <a:off x="4455228" y="4662452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6" name="Oval 215"/>
          <p:cNvSpPr/>
          <p:nvPr/>
        </p:nvSpPr>
        <p:spPr>
          <a:xfrm>
            <a:off x="4183632" y="4480375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7" name="Oval 216"/>
          <p:cNvSpPr/>
          <p:nvPr/>
        </p:nvSpPr>
        <p:spPr>
          <a:xfrm>
            <a:off x="3986655" y="4380355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8" name="Oval 217"/>
          <p:cNvSpPr/>
          <p:nvPr/>
        </p:nvSpPr>
        <p:spPr>
          <a:xfrm>
            <a:off x="4513112" y="4691900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9" name="Oval 218"/>
          <p:cNvSpPr/>
          <p:nvPr/>
        </p:nvSpPr>
        <p:spPr>
          <a:xfrm>
            <a:off x="4631640" y="4594790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0" name="Oval 219"/>
          <p:cNvSpPr/>
          <p:nvPr/>
        </p:nvSpPr>
        <p:spPr>
          <a:xfrm>
            <a:off x="4523178" y="4675035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1" name="Oval 220"/>
          <p:cNvSpPr/>
          <p:nvPr/>
        </p:nvSpPr>
        <p:spPr>
          <a:xfrm>
            <a:off x="3996808" y="4423849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2" name="Oval 221"/>
          <p:cNvSpPr/>
          <p:nvPr/>
        </p:nvSpPr>
        <p:spPr>
          <a:xfrm>
            <a:off x="4260156" y="4528765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3" name="Oval 222"/>
          <p:cNvSpPr/>
          <p:nvPr/>
        </p:nvSpPr>
        <p:spPr>
          <a:xfrm>
            <a:off x="4999091" y="4534265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4" name="Oval 223"/>
          <p:cNvSpPr/>
          <p:nvPr/>
        </p:nvSpPr>
        <p:spPr>
          <a:xfrm>
            <a:off x="4406764" y="4619927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5" name="Oval 224"/>
          <p:cNvSpPr/>
          <p:nvPr/>
        </p:nvSpPr>
        <p:spPr>
          <a:xfrm>
            <a:off x="5540518" y="4254674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6" name="Oval 225"/>
          <p:cNvSpPr/>
          <p:nvPr/>
        </p:nvSpPr>
        <p:spPr>
          <a:xfrm>
            <a:off x="3962851" y="4446244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7" name="Oval 226"/>
          <p:cNvSpPr/>
          <p:nvPr/>
        </p:nvSpPr>
        <p:spPr>
          <a:xfrm>
            <a:off x="4907023" y="4583842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8" name="Oval 227"/>
          <p:cNvSpPr/>
          <p:nvPr/>
        </p:nvSpPr>
        <p:spPr>
          <a:xfrm>
            <a:off x="4414941" y="4634028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9" name="Oval 228"/>
          <p:cNvSpPr/>
          <p:nvPr/>
        </p:nvSpPr>
        <p:spPr>
          <a:xfrm>
            <a:off x="4652295" y="4594734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0" name="Oval 229"/>
          <p:cNvSpPr/>
          <p:nvPr/>
        </p:nvSpPr>
        <p:spPr>
          <a:xfrm>
            <a:off x="4400398" y="4503073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1" name="Oval 230"/>
          <p:cNvSpPr/>
          <p:nvPr/>
        </p:nvSpPr>
        <p:spPr>
          <a:xfrm>
            <a:off x="4639591" y="4615485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2" name="Oval 231"/>
          <p:cNvSpPr/>
          <p:nvPr/>
        </p:nvSpPr>
        <p:spPr>
          <a:xfrm>
            <a:off x="4859967" y="4636524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3" name="Oval 232"/>
          <p:cNvSpPr/>
          <p:nvPr/>
        </p:nvSpPr>
        <p:spPr>
          <a:xfrm>
            <a:off x="4510164" y="4693072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4" name="Oval 233"/>
          <p:cNvSpPr/>
          <p:nvPr/>
        </p:nvSpPr>
        <p:spPr>
          <a:xfrm>
            <a:off x="4168636" y="4509779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5" name="Oval 234"/>
          <p:cNvSpPr/>
          <p:nvPr/>
        </p:nvSpPr>
        <p:spPr>
          <a:xfrm>
            <a:off x="4522347" y="4679815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6" name="Oval 235"/>
          <p:cNvSpPr/>
          <p:nvPr/>
        </p:nvSpPr>
        <p:spPr>
          <a:xfrm>
            <a:off x="3966116" y="4333284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7" name="Oval 236"/>
          <p:cNvSpPr/>
          <p:nvPr/>
        </p:nvSpPr>
        <p:spPr>
          <a:xfrm>
            <a:off x="4894086" y="4269244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8" name="Oval 237"/>
          <p:cNvSpPr/>
          <p:nvPr/>
        </p:nvSpPr>
        <p:spPr>
          <a:xfrm>
            <a:off x="3296544" y="4178974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9" name="Oval 238"/>
          <p:cNvSpPr/>
          <p:nvPr/>
        </p:nvSpPr>
        <p:spPr>
          <a:xfrm>
            <a:off x="4294487" y="4386229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0" name="Oval 239"/>
          <p:cNvSpPr/>
          <p:nvPr/>
        </p:nvSpPr>
        <p:spPr>
          <a:xfrm>
            <a:off x="4319355" y="4263740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1" name="Oval 240"/>
          <p:cNvSpPr/>
          <p:nvPr/>
        </p:nvSpPr>
        <p:spPr>
          <a:xfrm>
            <a:off x="4832550" y="4004276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2" name="Oval 241"/>
          <p:cNvSpPr/>
          <p:nvPr/>
        </p:nvSpPr>
        <p:spPr>
          <a:xfrm>
            <a:off x="4128516" y="4532535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3" name="Oval 242"/>
          <p:cNvSpPr/>
          <p:nvPr/>
        </p:nvSpPr>
        <p:spPr>
          <a:xfrm>
            <a:off x="5538005" y="4363901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4" name="Oval 243"/>
          <p:cNvSpPr/>
          <p:nvPr/>
        </p:nvSpPr>
        <p:spPr>
          <a:xfrm>
            <a:off x="4571588" y="4652077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5" name="Oval 244"/>
          <p:cNvSpPr/>
          <p:nvPr/>
        </p:nvSpPr>
        <p:spPr>
          <a:xfrm>
            <a:off x="4732577" y="4288871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6" name="Oval 245"/>
          <p:cNvSpPr/>
          <p:nvPr/>
        </p:nvSpPr>
        <p:spPr>
          <a:xfrm>
            <a:off x="4567613" y="4594266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7" name="Oval 246"/>
          <p:cNvSpPr/>
          <p:nvPr/>
        </p:nvSpPr>
        <p:spPr>
          <a:xfrm>
            <a:off x="4602204" y="4426627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8" name="Oval 247"/>
          <p:cNvSpPr/>
          <p:nvPr/>
        </p:nvSpPr>
        <p:spPr>
          <a:xfrm>
            <a:off x="4694625" y="4449508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9" name="Oval 248"/>
          <p:cNvSpPr/>
          <p:nvPr/>
        </p:nvSpPr>
        <p:spPr>
          <a:xfrm>
            <a:off x="4678471" y="4591984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0" name="Oval 249"/>
          <p:cNvSpPr/>
          <p:nvPr/>
        </p:nvSpPr>
        <p:spPr>
          <a:xfrm>
            <a:off x="4769164" y="4453106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1" name="Oval 250"/>
          <p:cNvSpPr/>
          <p:nvPr/>
        </p:nvSpPr>
        <p:spPr>
          <a:xfrm>
            <a:off x="4173804" y="4128064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2" name="Oval 251"/>
          <p:cNvSpPr/>
          <p:nvPr/>
        </p:nvSpPr>
        <p:spPr>
          <a:xfrm>
            <a:off x="4452965" y="4663539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3" name="Oval 252"/>
          <p:cNvSpPr/>
          <p:nvPr/>
        </p:nvSpPr>
        <p:spPr>
          <a:xfrm>
            <a:off x="4342008" y="4453650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4" name="Oval 253"/>
          <p:cNvSpPr/>
          <p:nvPr/>
        </p:nvSpPr>
        <p:spPr>
          <a:xfrm>
            <a:off x="4406580" y="4539848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5" name="Oval 254"/>
          <p:cNvSpPr/>
          <p:nvPr/>
        </p:nvSpPr>
        <p:spPr>
          <a:xfrm>
            <a:off x="4940711" y="4473695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6" name="Oval 255"/>
          <p:cNvSpPr/>
          <p:nvPr/>
        </p:nvSpPr>
        <p:spPr>
          <a:xfrm>
            <a:off x="4040023" y="4259433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7" name="Oval 256"/>
          <p:cNvSpPr/>
          <p:nvPr/>
        </p:nvSpPr>
        <p:spPr>
          <a:xfrm>
            <a:off x="4554654" y="4652973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8" name="Oval 257"/>
          <p:cNvSpPr/>
          <p:nvPr/>
        </p:nvSpPr>
        <p:spPr>
          <a:xfrm>
            <a:off x="4672690" y="4476559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9" name="Oval 258"/>
          <p:cNvSpPr/>
          <p:nvPr/>
        </p:nvSpPr>
        <p:spPr>
          <a:xfrm>
            <a:off x="4393663" y="4607344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0" name="Oval 259"/>
          <p:cNvSpPr/>
          <p:nvPr/>
        </p:nvSpPr>
        <p:spPr>
          <a:xfrm>
            <a:off x="4586590" y="4553110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1" name="Oval 260"/>
          <p:cNvSpPr/>
          <p:nvPr/>
        </p:nvSpPr>
        <p:spPr>
          <a:xfrm>
            <a:off x="4594751" y="4451061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2" name="Oval 261"/>
          <p:cNvSpPr/>
          <p:nvPr/>
        </p:nvSpPr>
        <p:spPr>
          <a:xfrm>
            <a:off x="4738557" y="4606716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3" name="Oval 262"/>
          <p:cNvSpPr/>
          <p:nvPr/>
        </p:nvSpPr>
        <p:spPr>
          <a:xfrm>
            <a:off x="4446525" y="4635574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4" name="Oval 263"/>
          <p:cNvSpPr/>
          <p:nvPr/>
        </p:nvSpPr>
        <p:spPr>
          <a:xfrm>
            <a:off x="4589710" y="4604393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5" name="Oval 264"/>
          <p:cNvSpPr/>
          <p:nvPr/>
        </p:nvSpPr>
        <p:spPr>
          <a:xfrm>
            <a:off x="4549493" y="4619786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6" name="Oval 265"/>
          <p:cNvSpPr/>
          <p:nvPr/>
        </p:nvSpPr>
        <p:spPr>
          <a:xfrm>
            <a:off x="4271174" y="4349099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7" name="Oval 266"/>
          <p:cNvSpPr/>
          <p:nvPr/>
        </p:nvSpPr>
        <p:spPr>
          <a:xfrm>
            <a:off x="4344955" y="4595008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8" name="Oval 267"/>
          <p:cNvSpPr/>
          <p:nvPr/>
        </p:nvSpPr>
        <p:spPr>
          <a:xfrm>
            <a:off x="4265376" y="4475702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9" name="Oval 268"/>
          <p:cNvSpPr/>
          <p:nvPr/>
        </p:nvSpPr>
        <p:spPr>
          <a:xfrm>
            <a:off x="4264716" y="4634512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0" name="Oval 269"/>
          <p:cNvSpPr/>
          <p:nvPr/>
        </p:nvSpPr>
        <p:spPr>
          <a:xfrm>
            <a:off x="3782807" y="4121324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1" name="Oval 270"/>
          <p:cNvSpPr/>
          <p:nvPr/>
        </p:nvSpPr>
        <p:spPr>
          <a:xfrm>
            <a:off x="4521817" y="4685866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2" name="Oval 271"/>
          <p:cNvSpPr/>
          <p:nvPr/>
        </p:nvSpPr>
        <p:spPr>
          <a:xfrm>
            <a:off x="4934146" y="4187070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3" name="Oval 272"/>
          <p:cNvSpPr/>
          <p:nvPr/>
        </p:nvSpPr>
        <p:spPr>
          <a:xfrm>
            <a:off x="4178935" y="4218602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4" name="Oval 273"/>
          <p:cNvSpPr/>
          <p:nvPr/>
        </p:nvSpPr>
        <p:spPr>
          <a:xfrm>
            <a:off x="4539035" y="4606694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5" name="Oval 274"/>
          <p:cNvSpPr/>
          <p:nvPr/>
        </p:nvSpPr>
        <p:spPr>
          <a:xfrm>
            <a:off x="3184634" y="4429355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6" name="Oval 275"/>
          <p:cNvSpPr/>
          <p:nvPr/>
        </p:nvSpPr>
        <p:spPr>
          <a:xfrm>
            <a:off x="4438063" y="4661183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7" name="Oval 276"/>
          <p:cNvSpPr/>
          <p:nvPr/>
        </p:nvSpPr>
        <p:spPr>
          <a:xfrm>
            <a:off x="4096651" y="4529376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8" name="Oval 277"/>
          <p:cNvSpPr/>
          <p:nvPr/>
        </p:nvSpPr>
        <p:spPr>
          <a:xfrm>
            <a:off x="4383767" y="4464786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9" name="Oval 278"/>
          <p:cNvSpPr/>
          <p:nvPr/>
        </p:nvSpPr>
        <p:spPr>
          <a:xfrm>
            <a:off x="4709973" y="4228191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0" name="Oval 279"/>
          <p:cNvSpPr/>
          <p:nvPr/>
        </p:nvSpPr>
        <p:spPr>
          <a:xfrm>
            <a:off x="4524921" y="4685077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1" name="Oval 280"/>
          <p:cNvSpPr/>
          <p:nvPr/>
        </p:nvSpPr>
        <p:spPr>
          <a:xfrm>
            <a:off x="4889703" y="4208357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2" name="Oval 281"/>
          <p:cNvSpPr/>
          <p:nvPr/>
        </p:nvSpPr>
        <p:spPr>
          <a:xfrm>
            <a:off x="3815490" y="4396354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3" name="Oval 282"/>
          <p:cNvSpPr/>
          <p:nvPr/>
        </p:nvSpPr>
        <p:spPr>
          <a:xfrm>
            <a:off x="4554324" y="4645252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4" name="Oval 283"/>
          <p:cNvSpPr/>
          <p:nvPr/>
        </p:nvSpPr>
        <p:spPr>
          <a:xfrm>
            <a:off x="4612889" y="4345700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5" name="Oval 284"/>
          <p:cNvSpPr/>
          <p:nvPr/>
        </p:nvSpPr>
        <p:spPr>
          <a:xfrm>
            <a:off x="4503082" y="4683869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6" name="Oval 285"/>
          <p:cNvSpPr/>
          <p:nvPr/>
        </p:nvSpPr>
        <p:spPr>
          <a:xfrm>
            <a:off x="4490443" y="4685378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7" name="Oval 286"/>
          <p:cNvSpPr/>
          <p:nvPr/>
        </p:nvSpPr>
        <p:spPr>
          <a:xfrm>
            <a:off x="4575551" y="4595951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8" name="Oval 287"/>
          <p:cNvSpPr/>
          <p:nvPr/>
        </p:nvSpPr>
        <p:spPr>
          <a:xfrm>
            <a:off x="4097375" y="4306559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9" name="Oval 288"/>
          <p:cNvSpPr/>
          <p:nvPr/>
        </p:nvSpPr>
        <p:spPr>
          <a:xfrm>
            <a:off x="4915417" y="4256368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0" name="Oval 289"/>
          <p:cNvSpPr/>
          <p:nvPr/>
        </p:nvSpPr>
        <p:spPr>
          <a:xfrm>
            <a:off x="4450329" y="4582457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1" name="Oval 290"/>
          <p:cNvSpPr/>
          <p:nvPr/>
        </p:nvSpPr>
        <p:spPr>
          <a:xfrm>
            <a:off x="3145169" y="3890863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2" name="Oval 291"/>
          <p:cNvSpPr/>
          <p:nvPr/>
        </p:nvSpPr>
        <p:spPr>
          <a:xfrm>
            <a:off x="4669306" y="4489520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3" name="Oval 292"/>
          <p:cNvSpPr/>
          <p:nvPr/>
        </p:nvSpPr>
        <p:spPr>
          <a:xfrm>
            <a:off x="4654465" y="4535686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4" name="Oval 293"/>
          <p:cNvSpPr/>
          <p:nvPr/>
        </p:nvSpPr>
        <p:spPr>
          <a:xfrm>
            <a:off x="4569795" y="4610561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5" name="Oval 294"/>
          <p:cNvSpPr/>
          <p:nvPr/>
        </p:nvSpPr>
        <p:spPr>
          <a:xfrm>
            <a:off x="4394198" y="4499858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6" name="Oval 295"/>
          <p:cNvSpPr/>
          <p:nvPr/>
        </p:nvSpPr>
        <p:spPr>
          <a:xfrm>
            <a:off x="4261614" y="4495326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7" name="Oval 296"/>
          <p:cNvSpPr/>
          <p:nvPr/>
        </p:nvSpPr>
        <p:spPr>
          <a:xfrm>
            <a:off x="4175092" y="4365260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8" name="Oval 297"/>
          <p:cNvSpPr/>
          <p:nvPr/>
        </p:nvSpPr>
        <p:spPr>
          <a:xfrm>
            <a:off x="4542379" y="4643112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9" name="Oval 298"/>
          <p:cNvSpPr/>
          <p:nvPr/>
        </p:nvSpPr>
        <p:spPr>
          <a:xfrm>
            <a:off x="4335986" y="4552717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0" name="Oval 299"/>
          <p:cNvSpPr/>
          <p:nvPr/>
        </p:nvSpPr>
        <p:spPr>
          <a:xfrm>
            <a:off x="4163335" y="4634240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1" name="Oval 300"/>
          <p:cNvSpPr/>
          <p:nvPr/>
        </p:nvSpPr>
        <p:spPr>
          <a:xfrm>
            <a:off x="4871489" y="3724021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2" name="Oval 301"/>
          <p:cNvSpPr/>
          <p:nvPr/>
        </p:nvSpPr>
        <p:spPr>
          <a:xfrm>
            <a:off x="4178938" y="4296986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3" name="Oval 302"/>
          <p:cNvSpPr/>
          <p:nvPr/>
        </p:nvSpPr>
        <p:spPr>
          <a:xfrm>
            <a:off x="4133111" y="4384727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4" name="Oval 303"/>
          <p:cNvSpPr/>
          <p:nvPr/>
        </p:nvSpPr>
        <p:spPr>
          <a:xfrm>
            <a:off x="4531893" y="4633654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5" name="Oval 304"/>
          <p:cNvSpPr/>
          <p:nvPr/>
        </p:nvSpPr>
        <p:spPr>
          <a:xfrm>
            <a:off x="5130066" y="4219734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6" name="Oval 305"/>
          <p:cNvSpPr/>
          <p:nvPr/>
        </p:nvSpPr>
        <p:spPr>
          <a:xfrm>
            <a:off x="4788602" y="4299856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7" name="Oval 306"/>
          <p:cNvSpPr/>
          <p:nvPr/>
        </p:nvSpPr>
        <p:spPr>
          <a:xfrm>
            <a:off x="4714393" y="4232586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8" name="Oval 307"/>
          <p:cNvSpPr/>
          <p:nvPr/>
        </p:nvSpPr>
        <p:spPr>
          <a:xfrm>
            <a:off x="4903344" y="4134417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9" name="Oval 308"/>
          <p:cNvSpPr/>
          <p:nvPr/>
        </p:nvSpPr>
        <p:spPr>
          <a:xfrm>
            <a:off x="4453877" y="4607446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0" name="Oval 309"/>
          <p:cNvSpPr/>
          <p:nvPr/>
        </p:nvSpPr>
        <p:spPr>
          <a:xfrm>
            <a:off x="4766115" y="4393805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1" name="Oval 310"/>
          <p:cNvSpPr/>
          <p:nvPr/>
        </p:nvSpPr>
        <p:spPr>
          <a:xfrm>
            <a:off x="4567533" y="4598185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2" name="Oval 311"/>
          <p:cNvSpPr/>
          <p:nvPr/>
        </p:nvSpPr>
        <p:spPr>
          <a:xfrm>
            <a:off x="4086993" y="4526383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3" name="Oval 312"/>
          <p:cNvSpPr/>
          <p:nvPr/>
        </p:nvSpPr>
        <p:spPr>
          <a:xfrm>
            <a:off x="4575828" y="4509692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4" name="Oval 313"/>
          <p:cNvSpPr/>
          <p:nvPr/>
        </p:nvSpPr>
        <p:spPr>
          <a:xfrm>
            <a:off x="4308452" y="4202315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5" name="Oval 314"/>
          <p:cNvSpPr/>
          <p:nvPr/>
        </p:nvSpPr>
        <p:spPr>
          <a:xfrm>
            <a:off x="4520495" y="4674188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6" name="Oval 315"/>
          <p:cNvSpPr/>
          <p:nvPr/>
        </p:nvSpPr>
        <p:spPr>
          <a:xfrm>
            <a:off x="4499415" y="4676049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7" name="Oval 316"/>
          <p:cNvSpPr/>
          <p:nvPr/>
        </p:nvSpPr>
        <p:spPr>
          <a:xfrm>
            <a:off x="4779135" y="4525861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8" name="Oval 317"/>
          <p:cNvSpPr/>
          <p:nvPr/>
        </p:nvSpPr>
        <p:spPr>
          <a:xfrm>
            <a:off x="4430705" y="4546322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9" name="Oval 318"/>
          <p:cNvSpPr/>
          <p:nvPr/>
        </p:nvSpPr>
        <p:spPr>
          <a:xfrm>
            <a:off x="4604050" y="4475119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0" name="Oval 319"/>
          <p:cNvSpPr/>
          <p:nvPr/>
        </p:nvSpPr>
        <p:spPr>
          <a:xfrm>
            <a:off x="4295675" y="4545952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1" name="Oval 320"/>
          <p:cNvSpPr/>
          <p:nvPr/>
        </p:nvSpPr>
        <p:spPr>
          <a:xfrm>
            <a:off x="4575483" y="4660836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2" name="Oval 321"/>
          <p:cNvSpPr/>
          <p:nvPr/>
        </p:nvSpPr>
        <p:spPr>
          <a:xfrm>
            <a:off x="4598788" y="4625375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3" name="Oval 322"/>
          <p:cNvSpPr/>
          <p:nvPr/>
        </p:nvSpPr>
        <p:spPr>
          <a:xfrm>
            <a:off x="4555650" y="4610032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4" name="Oval 323"/>
          <p:cNvSpPr/>
          <p:nvPr/>
        </p:nvSpPr>
        <p:spPr>
          <a:xfrm>
            <a:off x="3852793" y="4448715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5" name="Oval 324"/>
          <p:cNvSpPr/>
          <p:nvPr/>
        </p:nvSpPr>
        <p:spPr>
          <a:xfrm>
            <a:off x="4297928" y="4530170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6" name="Oval 325"/>
          <p:cNvSpPr/>
          <p:nvPr/>
        </p:nvSpPr>
        <p:spPr>
          <a:xfrm>
            <a:off x="4034226" y="4394931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7" name="Oval 326"/>
          <p:cNvSpPr/>
          <p:nvPr/>
        </p:nvSpPr>
        <p:spPr>
          <a:xfrm>
            <a:off x="4579502" y="4521999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8" name="Oval 327"/>
          <p:cNvSpPr/>
          <p:nvPr/>
        </p:nvSpPr>
        <p:spPr>
          <a:xfrm>
            <a:off x="4362254" y="4547286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9" name="Oval 328"/>
          <p:cNvSpPr/>
          <p:nvPr/>
        </p:nvSpPr>
        <p:spPr>
          <a:xfrm>
            <a:off x="4388923" y="4559548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0" name="Oval 329"/>
          <p:cNvSpPr/>
          <p:nvPr/>
        </p:nvSpPr>
        <p:spPr>
          <a:xfrm>
            <a:off x="4158017" y="4586012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1" name="Oval 330"/>
          <p:cNvSpPr/>
          <p:nvPr/>
        </p:nvSpPr>
        <p:spPr>
          <a:xfrm>
            <a:off x="4451523" y="4638839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2" name="Oval 331"/>
          <p:cNvSpPr/>
          <p:nvPr/>
        </p:nvSpPr>
        <p:spPr>
          <a:xfrm>
            <a:off x="4490269" y="4674783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3" name="Oval 332"/>
          <p:cNvSpPr/>
          <p:nvPr/>
        </p:nvSpPr>
        <p:spPr>
          <a:xfrm>
            <a:off x="4274425" y="4511685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4" name="Oval 333"/>
          <p:cNvSpPr/>
          <p:nvPr/>
        </p:nvSpPr>
        <p:spPr>
          <a:xfrm>
            <a:off x="4461179" y="4605915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5" name="Oval 334"/>
          <p:cNvSpPr/>
          <p:nvPr/>
        </p:nvSpPr>
        <p:spPr>
          <a:xfrm>
            <a:off x="4560014" y="4646733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6" name="Oval 335"/>
          <p:cNvSpPr/>
          <p:nvPr/>
        </p:nvSpPr>
        <p:spPr>
          <a:xfrm>
            <a:off x="4638423" y="4380345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7" name="Oval 336"/>
          <p:cNvSpPr/>
          <p:nvPr/>
        </p:nvSpPr>
        <p:spPr>
          <a:xfrm>
            <a:off x="4309053" y="4662351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8" name="Oval 337"/>
          <p:cNvSpPr/>
          <p:nvPr/>
        </p:nvSpPr>
        <p:spPr>
          <a:xfrm>
            <a:off x="4181612" y="4362582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9" name="Oval 338"/>
          <p:cNvSpPr/>
          <p:nvPr/>
        </p:nvSpPr>
        <p:spPr>
          <a:xfrm>
            <a:off x="4073818" y="4561763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0" name="Oval 339"/>
          <p:cNvSpPr/>
          <p:nvPr/>
        </p:nvSpPr>
        <p:spPr>
          <a:xfrm>
            <a:off x="4906500" y="4582533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1" name="Oval 340"/>
          <p:cNvSpPr/>
          <p:nvPr/>
        </p:nvSpPr>
        <p:spPr>
          <a:xfrm>
            <a:off x="4450689" y="4675492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2" name="Oval 341"/>
          <p:cNvSpPr/>
          <p:nvPr/>
        </p:nvSpPr>
        <p:spPr>
          <a:xfrm>
            <a:off x="4605402" y="4591218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3" name="Oval 342"/>
          <p:cNvSpPr/>
          <p:nvPr/>
        </p:nvSpPr>
        <p:spPr>
          <a:xfrm>
            <a:off x="4559683" y="4524089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4" name="Oval 343"/>
          <p:cNvSpPr/>
          <p:nvPr/>
        </p:nvSpPr>
        <p:spPr>
          <a:xfrm>
            <a:off x="4571019" y="4623033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5" name="Oval 344"/>
          <p:cNvSpPr/>
          <p:nvPr/>
        </p:nvSpPr>
        <p:spPr>
          <a:xfrm>
            <a:off x="4445474" y="4576277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6" name="Oval 345"/>
          <p:cNvSpPr/>
          <p:nvPr/>
        </p:nvSpPr>
        <p:spPr>
          <a:xfrm>
            <a:off x="4554748" y="4643730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7" name="Oval 346"/>
          <p:cNvSpPr/>
          <p:nvPr/>
        </p:nvSpPr>
        <p:spPr>
          <a:xfrm>
            <a:off x="4011859" y="4555588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8" name="Oval 347"/>
          <p:cNvSpPr/>
          <p:nvPr/>
        </p:nvSpPr>
        <p:spPr>
          <a:xfrm>
            <a:off x="4634612" y="4563320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9" name="Oval 348"/>
          <p:cNvSpPr/>
          <p:nvPr/>
        </p:nvSpPr>
        <p:spPr>
          <a:xfrm>
            <a:off x="4642414" y="4273035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0" name="Oval 349"/>
          <p:cNvSpPr/>
          <p:nvPr/>
        </p:nvSpPr>
        <p:spPr>
          <a:xfrm>
            <a:off x="4295401" y="4607508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1" name="Oval 350"/>
          <p:cNvSpPr/>
          <p:nvPr/>
        </p:nvSpPr>
        <p:spPr>
          <a:xfrm>
            <a:off x="5442235" y="4154201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2" name="Oval 351"/>
          <p:cNvSpPr/>
          <p:nvPr/>
        </p:nvSpPr>
        <p:spPr>
          <a:xfrm>
            <a:off x="4541948" y="4670444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3" name="Oval 352"/>
          <p:cNvSpPr/>
          <p:nvPr/>
        </p:nvSpPr>
        <p:spPr>
          <a:xfrm>
            <a:off x="4426624" y="4606855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4" name="Oval 353"/>
          <p:cNvSpPr/>
          <p:nvPr/>
        </p:nvSpPr>
        <p:spPr>
          <a:xfrm>
            <a:off x="4002870" y="4374025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5" name="Oval 354"/>
          <p:cNvSpPr/>
          <p:nvPr/>
        </p:nvSpPr>
        <p:spPr>
          <a:xfrm>
            <a:off x="3938749" y="4223238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6" name="Oval 355"/>
          <p:cNvSpPr/>
          <p:nvPr/>
        </p:nvSpPr>
        <p:spPr>
          <a:xfrm>
            <a:off x="4853309" y="4569333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7" name="Oval 356"/>
          <p:cNvSpPr/>
          <p:nvPr/>
        </p:nvSpPr>
        <p:spPr>
          <a:xfrm>
            <a:off x="4645123" y="4322724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8" name="Oval 357"/>
          <p:cNvSpPr/>
          <p:nvPr/>
        </p:nvSpPr>
        <p:spPr>
          <a:xfrm>
            <a:off x="4848668" y="4502629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9" name="Oval 358"/>
          <p:cNvSpPr/>
          <p:nvPr/>
        </p:nvSpPr>
        <p:spPr>
          <a:xfrm>
            <a:off x="4632607" y="4411374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0" name="Oval 359"/>
          <p:cNvSpPr/>
          <p:nvPr/>
        </p:nvSpPr>
        <p:spPr>
          <a:xfrm>
            <a:off x="4508338" y="4692015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1" name="Oval 360"/>
          <p:cNvSpPr/>
          <p:nvPr/>
        </p:nvSpPr>
        <p:spPr>
          <a:xfrm>
            <a:off x="3649272" y="4277649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2" name="Oval 361"/>
          <p:cNvSpPr/>
          <p:nvPr/>
        </p:nvSpPr>
        <p:spPr>
          <a:xfrm>
            <a:off x="4580057" y="4615333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3" name="Oval 362"/>
          <p:cNvSpPr/>
          <p:nvPr/>
        </p:nvSpPr>
        <p:spPr>
          <a:xfrm>
            <a:off x="4057916" y="4342455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4" name="Oval 363"/>
          <p:cNvSpPr/>
          <p:nvPr/>
        </p:nvSpPr>
        <p:spPr>
          <a:xfrm>
            <a:off x="4557622" y="4625652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5" name="Oval 364"/>
          <p:cNvSpPr/>
          <p:nvPr/>
        </p:nvSpPr>
        <p:spPr>
          <a:xfrm>
            <a:off x="4196445" y="4201192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6" name="Oval 365"/>
          <p:cNvSpPr/>
          <p:nvPr/>
        </p:nvSpPr>
        <p:spPr>
          <a:xfrm>
            <a:off x="4953089" y="4264508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7" name="Oval 366"/>
          <p:cNvSpPr/>
          <p:nvPr/>
        </p:nvSpPr>
        <p:spPr>
          <a:xfrm>
            <a:off x="4003506" y="4482923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8" name="Oval 367"/>
          <p:cNvSpPr/>
          <p:nvPr/>
        </p:nvSpPr>
        <p:spPr>
          <a:xfrm>
            <a:off x="4125152" y="4414842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9" name="Oval 368"/>
          <p:cNvSpPr/>
          <p:nvPr/>
        </p:nvSpPr>
        <p:spPr>
          <a:xfrm>
            <a:off x="4576428" y="4646272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0" name="Oval 369"/>
          <p:cNvSpPr/>
          <p:nvPr/>
        </p:nvSpPr>
        <p:spPr>
          <a:xfrm>
            <a:off x="4378941" y="4572676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1" name="Oval 370"/>
          <p:cNvSpPr/>
          <p:nvPr/>
        </p:nvSpPr>
        <p:spPr>
          <a:xfrm>
            <a:off x="4480450" y="4679286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2" name="Oval 371"/>
          <p:cNvSpPr/>
          <p:nvPr/>
        </p:nvSpPr>
        <p:spPr>
          <a:xfrm>
            <a:off x="4677086" y="4542401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3" name="Oval 372"/>
          <p:cNvSpPr/>
          <p:nvPr/>
        </p:nvSpPr>
        <p:spPr>
          <a:xfrm>
            <a:off x="4513747" y="4686999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4" name="Oval 373"/>
          <p:cNvSpPr/>
          <p:nvPr/>
        </p:nvSpPr>
        <p:spPr>
          <a:xfrm>
            <a:off x="4209538" y="4464780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5" name="Oval 374"/>
          <p:cNvSpPr/>
          <p:nvPr/>
        </p:nvSpPr>
        <p:spPr>
          <a:xfrm>
            <a:off x="2974587" y="4384731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6" name="Oval 375"/>
          <p:cNvSpPr/>
          <p:nvPr/>
        </p:nvSpPr>
        <p:spPr>
          <a:xfrm>
            <a:off x="4512745" y="4692042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7" name="Oval 376"/>
          <p:cNvSpPr/>
          <p:nvPr/>
        </p:nvSpPr>
        <p:spPr>
          <a:xfrm>
            <a:off x="3941886" y="4402351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8" name="Oval 377"/>
          <p:cNvSpPr/>
          <p:nvPr/>
        </p:nvSpPr>
        <p:spPr>
          <a:xfrm>
            <a:off x="4416667" y="4597293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9" name="Oval 378"/>
          <p:cNvSpPr/>
          <p:nvPr/>
        </p:nvSpPr>
        <p:spPr>
          <a:xfrm>
            <a:off x="4191486" y="4406755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0" name="Oval 379"/>
          <p:cNvSpPr/>
          <p:nvPr/>
        </p:nvSpPr>
        <p:spPr>
          <a:xfrm>
            <a:off x="4195913" y="3895585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1" name="Oval 380"/>
          <p:cNvSpPr/>
          <p:nvPr/>
        </p:nvSpPr>
        <p:spPr>
          <a:xfrm>
            <a:off x="4978826" y="4215476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2" name="Oval 381"/>
          <p:cNvSpPr/>
          <p:nvPr/>
        </p:nvSpPr>
        <p:spPr>
          <a:xfrm>
            <a:off x="4209278" y="4312003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3" name="Oval 382"/>
          <p:cNvSpPr/>
          <p:nvPr/>
        </p:nvSpPr>
        <p:spPr>
          <a:xfrm>
            <a:off x="4466366" y="4616317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4" name="Oval 383"/>
          <p:cNvSpPr/>
          <p:nvPr/>
        </p:nvSpPr>
        <p:spPr>
          <a:xfrm>
            <a:off x="4245164" y="4503201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5" name="Oval 384"/>
          <p:cNvSpPr/>
          <p:nvPr/>
        </p:nvSpPr>
        <p:spPr>
          <a:xfrm>
            <a:off x="4512522" y="4687268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6" name="Oval 385"/>
          <p:cNvSpPr/>
          <p:nvPr/>
        </p:nvSpPr>
        <p:spPr>
          <a:xfrm>
            <a:off x="4101055" y="4587051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7" name="Oval 386"/>
          <p:cNvSpPr/>
          <p:nvPr/>
        </p:nvSpPr>
        <p:spPr>
          <a:xfrm>
            <a:off x="3526387" y="4110169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8" name="Oval 387"/>
          <p:cNvSpPr/>
          <p:nvPr/>
        </p:nvSpPr>
        <p:spPr>
          <a:xfrm>
            <a:off x="4674619" y="3825761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9" name="Oval 388"/>
          <p:cNvSpPr/>
          <p:nvPr/>
        </p:nvSpPr>
        <p:spPr>
          <a:xfrm>
            <a:off x="4707839" y="4350728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0" name="Oval 389"/>
          <p:cNvSpPr/>
          <p:nvPr/>
        </p:nvSpPr>
        <p:spPr>
          <a:xfrm>
            <a:off x="4618384" y="4428104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1" name="Oval 390"/>
          <p:cNvSpPr/>
          <p:nvPr/>
        </p:nvSpPr>
        <p:spPr>
          <a:xfrm>
            <a:off x="4424977" y="4519884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2" name="Oval 391"/>
          <p:cNvSpPr/>
          <p:nvPr/>
        </p:nvSpPr>
        <p:spPr>
          <a:xfrm>
            <a:off x="4513396" y="4691773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3" name="Oval 392"/>
          <p:cNvSpPr/>
          <p:nvPr/>
        </p:nvSpPr>
        <p:spPr>
          <a:xfrm>
            <a:off x="4137345" y="4491292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4" name="Oval 393"/>
          <p:cNvSpPr/>
          <p:nvPr/>
        </p:nvSpPr>
        <p:spPr>
          <a:xfrm>
            <a:off x="4826146" y="4097865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5" name="Oval 394"/>
          <p:cNvSpPr/>
          <p:nvPr/>
        </p:nvSpPr>
        <p:spPr>
          <a:xfrm>
            <a:off x="4723434" y="4593340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6" name="Oval 395"/>
          <p:cNvSpPr/>
          <p:nvPr/>
        </p:nvSpPr>
        <p:spPr>
          <a:xfrm>
            <a:off x="4698092" y="4579868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7" name="Oval 396"/>
          <p:cNvSpPr/>
          <p:nvPr/>
        </p:nvSpPr>
        <p:spPr>
          <a:xfrm>
            <a:off x="4228098" y="4301809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8" name="Oval 397"/>
          <p:cNvSpPr/>
          <p:nvPr/>
        </p:nvSpPr>
        <p:spPr>
          <a:xfrm>
            <a:off x="4549161" y="4678500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9" name="Oval 398"/>
          <p:cNvSpPr/>
          <p:nvPr/>
        </p:nvSpPr>
        <p:spPr>
          <a:xfrm>
            <a:off x="4604150" y="4456088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0" name="Oval 399"/>
          <p:cNvSpPr/>
          <p:nvPr/>
        </p:nvSpPr>
        <p:spPr>
          <a:xfrm>
            <a:off x="4455968" y="4520466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1" name="Oval 400"/>
          <p:cNvSpPr/>
          <p:nvPr/>
        </p:nvSpPr>
        <p:spPr>
          <a:xfrm>
            <a:off x="4372340" y="4490095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2" name="Oval 401"/>
          <p:cNvSpPr/>
          <p:nvPr/>
        </p:nvSpPr>
        <p:spPr>
          <a:xfrm>
            <a:off x="4615336" y="4502196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3" name="Oval 402"/>
          <p:cNvSpPr/>
          <p:nvPr/>
        </p:nvSpPr>
        <p:spPr>
          <a:xfrm>
            <a:off x="3836291" y="3961850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4" name="Oval 403"/>
          <p:cNvSpPr/>
          <p:nvPr/>
        </p:nvSpPr>
        <p:spPr>
          <a:xfrm>
            <a:off x="4583783" y="4539394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5" name="Oval 404"/>
          <p:cNvSpPr/>
          <p:nvPr/>
        </p:nvSpPr>
        <p:spPr>
          <a:xfrm>
            <a:off x="4545021" y="4659808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6" name="Oval 405"/>
          <p:cNvSpPr/>
          <p:nvPr/>
        </p:nvSpPr>
        <p:spPr>
          <a:xfrm>
            <a:off x="4408127" y="4558511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7" name="Oval 406"/>
          <p:cNvSpPr/>
          <p:nvPr/>
        </p:nvSpPr>
        <p:spPr>
          <a:xfrm>
            <a:off x="4447880" y="4649768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8" name="Oval 407"/>
          <p:cNvSpPr/>
          <p:nvPr/>
        </p:nvSpPr>
        <p:spPr>
          <a:xfrm>
            <a:off x="4304958" y="4505784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9" name="Oval 408"/>
          <p:cNvSpPr/>
          <p:nvPr/>
        </p:nvSpPr>
        <p:spPr>
          <a:xfrm>
            <a:off x="4425910" y="4516624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0" name="Oval 409"/>
          <p:cNvSpPr/>
          <p:nvPr/>
        </p:nvSpPr>
        <p:spPr>
          <a:xfrm>
            <a:off x="4138891" y="4405951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1" name="Oval 410"/>
          <p:cNvSpPr/>
          <p:nvPr/>
        </p:nvSpPr>
        <p:spPr>
          <a:xfrm>
            <a:off x="4454288" y="4647150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2" name="Oval 411"/>
          <p:cNvSpPr/>
          <p:nvPr/>
        </p:nvSpPr>
        <p:spPr>
          <a:xfrm>
            <a:off x="4308184" y="4606119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3" name="Oval 412"/>
          <p:cNvSpPr/>
          <p:nvPr/>
        </p:nvSpPr>
        <p:spPr>
          <a:xfrm>
            <a:off x="4450879" y="4591930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4" name="Oval 413"/>
          <p:cNvSpPr/>
          <p:nvPr/>
        </p:nvSpPr>
        <p:spPr>
          <a:xfrm>
            <a:off x="4451633" y="4541948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5" name="Oval 414"/>
          <p:cNvSpPr/>
          <p:nvPr/>
        </p:nvSpPr>
        <p:spPr>
          <a:xfrm>
            <a:off x="3992486" y="4390980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6" name="Oval 415"/>
          <p:cNvSpPr/>
          <p:nvPr/>
        </p:nvSpPr>
        <p:spPr>
          <a:xfrm>
            <a:off x="4767237" y="4633411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7" name="Oval 416"/>
          <p:cNvSpPr/>
          <p:nvPr/>
        </p:nvSpPr>
        <p:spPr>
          <a:xfrm>
            <a:off x="4434580" y="4564103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8" name="Oval 417"/>
          <p:cNvSpPr/>
          <p:nvPr/>
        </p:nvSpPr>
        <p:spPr>
          <a:xfrm>
            <a:off x="4455003" y="4560030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9" name="Oval 418"/>
          <p:cNvSpPr/>
          <p:nvPr/>
        </p:nvSpPr>
        <p:spPr>
          <a:xfrm>
            <a:off x="4308824" y="4645273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0" name="Oval 419"/>
          <p:cNvSpPr/>
          <p:nvPr/>
        </p:nvSpPr>
        <p:spPr>
          <a:xfrm>
            <a:off x="4977665" y="4399586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1" name="Oval 420"/>
          <p:cNvSpPr/>
          <p:nvPr/>
        </p:nvSpPr>
        <p:spPr>
          <a:xfrm>
            <a:off x="4571023" y="4560546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2" name="Oval 421"/>
          <p:cNvSpPr/>
          <p:nvPr/>
        </p:nvSpPr>
        <p:spPr>
          <a:xfrm>
            <a:off x="4796092" y="4465226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3" name="Oval 422"/>
          <p:cNvSpPr/>
          <p:nvPr/>
        </p:nvSpPr>
        <p:spPr>
          <a:xfrm>
            <a:off x="4654533" y="4196521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4" name="Oval 423"/>
          <p:cNvSpPr/>
          <p:nvPr/>
        </p:nvSpPr>
        <p:spPr>
          <a:xfrm>
            <a:off x="4532007" y="4670339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5" name="Oval 424"/>
          <p:cNvSpPr/>
          <p:nvPr/>
        </p:nvSpPr>
        <p:spPr>
          <a:xfrm>
            <a:off x="4069134" y="4342696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6" name="Oval 425"/>
          <p:cNvSpPr/>
          <p:nvPr/>
        </p:nvSpPr>
        <p:spPr>
          <a:xfrm>
            <a:off x="4466933" y="4656195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7" name="Oval 426"/>
          <p:cNvSpPr/>
          <p:nvPr/>
        </p:nvSpPr>
        <p:spPr>
          <a:xfrm>
            <a:off x="4405273" y="4595240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8" name="Oval 427"/>
          <p:cNvSpPr/>
          <p:nvPr/>
        </p:nvSpPr>
        <p:spPr>
          <a:xfrm>
            <a:off x="4670558" y="4438651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9" name="Oval 428"/>
          <p:cNvSpPr/>
          <p:nvPr/>
        </p:nvSpPr>
        <p:spPr>
          <a:xfrm>
            <a:off x="3868054" y="4034226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0" name="Oval 429"/>
          <p:cNvSpPr/>
          <p:nvPr/>
        </p:nvSpPr>
        <p:spPr>
          <a:xfrm>
            <a:off x="4503381" y="4688648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1" name="Oval 430"/>
          <p:cNvSpPr/>
          <p:nvPr/>
        </p:nvSpPr>
        <p:spPr>
          <a:xfrm>
            <a:off x="4792877" y="4518158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2" name="Oval 431"/>
          <p:cNvSpPr/>
          <p:nvPr/>
        </p:nvSpPr>
        <p:spPr>
          <a:xfrm>
            <a:off x="4228512" y="4329140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3" name="Oval 432"/>
          <p:cNvSpPr/>
          <p:nvPr/>
        </p:nvSpPr>
        <p:spPr>
          <a:xfrm>
            <a:off x="4448236" y="4659961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4" name="Oval 433"/>
          <p:cNvSpPr/>
          <p:nvPr/>
        </p:nvSpPr>
        <p:spPr>
          <a:xfrm>
            <a:off x="4483089" y="4645879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5" name="Oval 434"/>
          <p:cNvSpPr/>
          <p:nvPr/>
        </p:nvSpPr>
        <p:spPr>
          <a:xfrm>
            <a:off x="4540838" y="4652252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6" name="Oval 435"/>
          <p:cNvSpPr/>
          <p:nvPr/>
        </p:nvSpPr>
        <p:spPr>
          <a:xfrm>
            <a:off x="4808151" y="4612601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7" name="Oval 436"/>
          <p:cNvSpPr/>
          <p:nvPr/>
        </p:nvSpPr>
        <p:spPr>
          <a:xfrm>
            <a:off x="4567670" y="4563436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8" name="Oval 437"/>
          <p:cNvSpPr/>
          <p:nvPr/>
        </p:nvSpPr>
        <p:spPr>
          <a:xfrm>
            <a:off x="4508686" y="4692400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9" name="Oval 438"/>
          <p:cNvSpPr/>
          <p:nvPr/>
        </p:nvSpPr>
        <p:spPr>
          <a:xfrm>
            <a:off x="3442907" y="3880304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0" name="Oval 439"/>
          <p:cNvSpPr/>
          <p:nvPr/>
        </p:nvSpPr>
        <p:spPr>
          <a:xfrm>
            <a:off x="3862102" y="4349464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1" name="Oval 440"/>
          <p:cNvSpPr/>
          <p:nvPr/>
        </p:nvSpPr>
        <p:spPr>
          <a:xfrm>
            <a:off x="4388031" y="4512271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2" name="Oval 441"/>
          <p:cNvSpPr/>
          <p:nvPr/>
        </p:nvSpPr>
        <p:spPr>
          <a:xfrm>
            <a:off x="4634313" y="4535780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3" name="Oval 442"/>
          <p:cNvSpPr/>
          <p:nvPr/>
        </p:nvSpPr>
        <p:spPr>
          <a:xfrm>
            <a:off x="4284162" y="4523477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4" name="Oval 443"/>
          <p:cNvSpPr/>
          <p:nvPr/>
        </p:nvSpPr>
        <p:spPr>
          <a:xfrm>
            <a:off x="4350715" y="4214812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5" name="Oval 444"/>
          <p:cNvSpPr/>
          <p:nvPr/>
        </p:nvSpPr>
        <p:spPr>
          <a:xfrm>
            <a:off x="4525495" y="4669765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6" name="Oval 445"/>
          <p:cNvSpPr/>
          <p:nvPr/>
        </p:nvSpPr>
        <p:spPr>
          <a:xfrm>
            <a:off x="4267004" y="4447535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7" name="Oval 446"/>
          <p:cNvSpPr/>
          <p:nvPr/>
        </p:nvSpPr>
        <p:spPr>
          <a:xfrm>
            <a:off x="4510802" y="4692458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8" name="Oval 447"/>
          <p:cNvSpPr/>
          <p:nvPr/>
        </p:nvSpPr>
        <p:spPr>
          <a:xfrm>
            <a:off x="4593528" y="4608003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9" name="Oval 448"/>
          <p:cNvSpPr/>
          <p:nvPr/>
        </p:nvSpPr>
        <p:spPr>
          <a:xfrm>
            <a:off x="4513548" y="4687890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0" name="Oval 449"/>
          <p:cNvSpPr/>
          <p:nvPr/>
        </p:nvSpPr>
        <p:spPr>
          <a:xfrm>
            <a:off x="4724369" y="4592950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1" name="Oval 450"/>
          <p:cNvSpPr/>
          <p:nvPr/>
        </p:nvSpPr>
        <p:spPr>
          <a:xfrm>
            <a:off x="4627770" y="4631816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2" name="Oval 451"/>
          <p:cNvSpPr/>
          <p:nvPr/>
        </p:nvSpPr>
        <p:spPr>
          <a:xfrm>
            <a:off x="4006446" y="4145125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3" name="Oval 452"/>
          <p:cNvSpPr/>
          <p:nvPr/>
        </p:nvSpPr>
        <p:spPr>
          <a:xfrm>
            <a:off x="3832267" y="4263079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4" name="Oval 453"/>
          <p:cNvSpPr/>
          <p:nvPr/>
        </p:nvSpPr>
        <p:spPr>
          <a:xfrm>
            <a:off x="4743689" y="4036172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5" name="Oval 454"/>
          <p:cNvSpPr/>
          <p:nvPr/>
        </p:nvSpPr>
        <p:spPr>
          <a:xfrm>
            <a:off x="4237390" y="4367483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6" name="Oval 455"/>
          <p:cNvSpPr/>
          <p:nvPr/>
        </p:nvSpPr>
        <p:spPr>
          <a:xfrm>
            <a:off x="4627378" y="4620807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7" name="Oval 456"/>
          <p:cNvSpPr/>
          <p:nvPr/>
        </p:nvSpPr>
        <p:spPr>
          <a:xfrm>
            <a:off x="4528539" y="4680107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8" name="Oval 457"/>
          <p:cNvSpPr/>
          <p:nvPr/>
        </p:nvSpPr>
        <p:spPr>
          <a:xfrm>
            <a:off x="4990316" y="4601366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9" name="Oval 458"/>
          <p:cNvSpPr/>
          <p:nvPr/>
        </p:nvSpPr>
        <p:spPr>
          <a:xfrm>
            <a:off x="4558861" y="4654035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0" name="Oval 459"/>
          <p:cNvSpPr/>
          <p:nvPr/>
        </p:nvSpPr>
        <p:spPr>
          <a:xfrm>
            <a:off x="4767995" y="4625616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1" name="Oval 460"/>
          <p:cNvSpPr/>
          <p:nvPr/>
        </p:nvSpPr>
        <p:spPr>
          <a:xfrm>
            <a:off x="4449632" y="4624409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2" name="Oval 461"/>
          <p:cNvSpPr/>
          <p:nvPr/>
        </p:nvSpPr>
        <p:spPr>
          <a:xfrm>
            <a:off x="4459981" y="4619923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3" name="Oval 462"/>
          <p:cNvSpPr/>
          <p:nvPr/>
        </p:nvSpPr>
        <p:spPr>
          <a:xfrm>
            <a:off x="4186582" y="4540818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4" name="Oval 463"/>
          <p:cNvSpPr/>
          <p:nvPr/>
        </p:nvSpPr>
        <p:spPr>
          <a:xfrm>
            <a:off x="4560509" y="4569148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5" name="Oval 464"/>
          <p:cNvSpPr/>
          <p:nvPr/>
        </p:nvSpPr>
        <p:spPr>
          <a:xfrm>
            <a:off x="4620130" y="4537397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6" name="Oval 465"/>
          <p:cNvSpPr/>
          <p:nvPr/>
        </p:nvSpPr>
        <p:spPr>
          <a:xfrm>
            <a:off x="4495695" y="4672677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7" name="Oval 466"/>
          <p:cNvSpPr/>
          <p:nvPr/>
        </p:nvSpPr>
        <p:spPr>
          <a:xfrm>
            <a:off x="4905273" y="4375266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8" name="Oval 467"/>
          <p:cNvSpPr/>
          <p:nvPr/>
        </p:nvSpPr>
        <p:spPr>
          <a:xfrm>
            <a:off x="5023557" y="4490611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9" name="Oval 468"/>
          <p:cNvSpPr/>
          <p:nvPr/>
        </p:nvSpPr>
        <p:spPr>
          <a:xfrm>
            <a:off x="4858251" y="4373013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0" name="Oval 469"/>
          <p:cNvSpPr/>
          <p:nvPr/>
        </p:nvSpPr>
        <p:spPr>
          <a:xfrm>
            <a:off x="4441622" y="4558044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1" name="Oval 470"/>
          <p:cNvSpPr/>
          <p:nvPr/>
        </p:nvSpPr>
        <p:spPr>
          <a:xfrm>
            <a:off x="4935217" y="3716984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2" name="Oval 471"/>
          <p:cNvSpPr/>
          <p:nvPr/>
        </p:nvSpPr>
        <p:spPr>
          <a:xfrm>
            <a:off x="4769358" y="4566295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3" name="Oval 472"/>
          <p:cNvSpPr/>
          <p:nvPr/>
        </p:nvSpPr>
        <p:spPr>
          <a:xfrm>
            <a:off x="4440251" y="4534583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4" name="Oval 473"/>
          <p:cNvSpPr/>
          <p:nvPr/>
        </p:nvSpPr>
        <p:spPr>
          <a:xfrm>
            <a:off x="3793528" y="3836815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5" name="Oval 474"/>
          <p:cNvSpPr/>
          <p:nvPr/>
        </p:nvSpPr>
        <p:spPr>
          <a:xfrm>
            <a:off x="4213843" y="4199421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6" name="Oval 475"/>
          <p:cNvSpPr/>
          <p:nvPr/>
        </p:nvSpPr>
        <p:spPr>
          <a:xfrm>
            <a:off x="4656839" y="4412918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7" name="Oval 476"/>
          <p:cNvSpPr/>
          <p:nvPr/>
        </p:nvSpPr>
        <p:spPr>
          <a:xfrm>
            <a:off x="4616573" y="4628517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8" name="Oval 477"/>
          <p:cNvSpPr/>
          <p:nvPr/>
        </p:nvSpPr>
        <p:spPr>
          <a:xfrm>
            <a:off x="4709391" y="4595746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9" name="Oval 478"/>
          <p:cNvSpPr/>
          <p:nvPr/>
        </p:nvSpPr>
        <p:spPr>
          <a:xfrm>
            <a:off x="4276480" y="4389023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0" name="Oval 479"/>
          <p:cNvSpPr/>
          <p:nvPr/>
        </p:nvSpPr>
        <p:spPr>
          <a:xfrm>
            <a:off x="4595441" y="4615534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1" name="Oval 480"/>
          <p:cNvSpPr/>
          <p:nvPr/>
        </p:nvSpPr>
        <p:spPr>
          <a:xfrm>
            <a:off x="5013773" y="4515705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2" name="Oval 481"/>
          <p:cNvSpPr/>
          <p:nvPr/>
        </p:nvSpPr>
        <p:spPr>
          <a:xfrm>
            <a:off x="3764214" y="4363102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3" name="Oval 482"/>
          <p:cNvSpPr/>
          <p:nvPr/>
        </p:nvSpPr>
        <p:spPr>
          <a:xfrm>
            <a:off x="4118428" y="4428544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4" name="Oval 483"/>
          <p:cNvSpPr/>
          <p:nvPr/>
        </p:nvSpPr>
        <p:spPr>
          <a:xfrm>
            <a:off x="4512783" y="4686913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5" name="Oval 484"/>
          <p:cNvSpPr/>
          <p:nvPr/>
        </p:nvSpPr>
        <p:spPr>
          <a:xfrm>
            <a:off x="4571119" y="4672392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6" name="Oval 485"/>
          <p:cNvSpPr/>
          <p:nvPr/>
        </p:nvSpPr>
        <p:spPr>
          <a:xfrm>
            <a:off x="4694601" y="4594499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7" name="Oval 486"/>
          <p:cNvSpPr/>
          <p:nvPr/>
        </p:nvSpPr>
        <p:spPr>
          <a:xfrm>
            <a:off x="4651948" y="4487955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8" name="Oval 487"/>
          <p:cNvSpPr/>
          <p:nvPr/>
        </p:nvSpPr>
        <p:spPr>
          <a:xfrm>
            <a:off x="4783283" y="4545854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9" name="Oval 488"/>
          <p:cNvSpPr/>
          <p:nvPr/>
        </p:nvSpPr>
        <p:spPr>
          <a:xfrm>
            <a:off x="4525052" y="4678851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0" name="Oval 489"/>
          <p:cNvSpPr/>
          <p:nvPr/>
        </p:nvSpPr>
        <p:spPr>
          <a:xfrm>
            <a:off x="4498135" y="4672215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1" name="Oval 490"/>
          <p:cNvSpPr/>
          <p:nvPr/>
        </p:nvSpPr>
        <p:spPr>
          <a:xfrm>
            <a:off x="4628987" y="4628240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2" name="Oval 491"/>
          <p:cNvSpPr/>
          <p:nvPr/>
        </p:nvSpPr>
        <p:spPr>
          <a:xfrm>
            <a:off x="4393688" y="4609931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3" name="Oval 492"/>
          <p:cNvSpPr/>
          <p:nvPr/>
        </p:nvSpPr>
        <p:spPr>
          <a:xfrm>
            <a:off x="4390592" y="4630621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4" name="Oval 493"/>
          <p:cNvSpPr/>
          <p:nvPr/>
        </p:nvSpPr>
        <p:spPr>
          <a:xfrm>
            <a:off x="5210701" y="3941444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5" name="Oval 494"/>
          <p:cNvSpPr/>
          <p:nvPr/>
        </p:nvSpPr>
        <p:spPr>
          <a:xfrm>
            <a:off x="4468412" y="4623384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6" name="Oval 495"/>
          <p:cNvSpPr/>
          <p:nvPr/>
        </p:nvSpPr>
        <p:spPr>
          <a:xfrm>
            <a:off x="4635093" y="4587840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7" name="Oval 496"/>
          <p:cNvSpPr/>
          <p:nvPr/>
        </p:nvSpPr>
        <p:spPr>
          <a:xfrm>
            <a:off x="4546795" y="4667310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8" name="Oval 497"/>
          <p:cNvSpPr/>
          <p:nvPr/>
        </p:nvSpPr>
        <p:spPr>
          <a:xfrm>
            <a:off x="4893059" y="4221211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9" name="Oval 498"/>
          <p:cNvSpPr/>
          <p:nvPr/>
        </p:nvSpPr>
        <p:spPr>
          <a:xfrm>
            <a:off x="4401958" y="4642865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0" name="Oval 499"/>
          <p:cNvSpPr/>
          <p:nvPr/>
        </p:nvSpPr>
        <p:spPr>
          <a:xfrm>
            <a:off x="4445864" y="4608871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1" name="Oval 500"/>
          <p:cNvSpPr/>
          <p:nvPr/>
        </p:nvSpPr>
        <p:spPr>
          <a:xfrm>
            <a:off x="3953919" y="4220109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2" name="Oval 501"/>
          <p:cNvSpPr/>
          <p:nvPr/>
        </p:nvSpPr>
        <p:spPr>
          <a:xfrm>
            <a:off x="4762967" y="4593075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3" name="Oval 502"/>
          <p:cNvSpPr/>
          <p:nvPr/>
        </p:nvSpPr>
        <p:spPr>
          <a:xfrm>
            <a:off x="4411116" y="4608393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4" name="Oval 503"/>
          <p:cNvSpPr/>
          <p:nvPr/>
        </p:nvSpPr>
        <p:spPr>
          <a:xfrm>
            <a:off x="4538717" y="4600484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5" name="Oval 504"/>
          <p:cNvSpPr/>
          <p:nvPr/>
        </p:nvSpPr>
        <p:spPr>
          <a:xfrm>
            <a:off x="4005864" y="4272855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6" name="Oval 505"/>
          <p:cNvSpPr/>
          <p:nvPr/>
        </p:nvSpPr>
        <p:spPr>
          <a:xfrm>
            <a:off x="4287676" y="4540945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7" name="Oval 506"/>
          <p:cNvSpPr/>
          <p:nvPr/>
        </p:nvSpPr>
        <p:spPr>
          <a:xfrm>
            <a:off x="4388558" y="4465063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8" name="Oval 507"/>
          <p:cNvSpPr/>
          <p:nvPr/>
        </p:nvSpPr>
        <p:spPr>
          <a:xfrm>
            <a:off x="4388052" y="4565570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9" name="Oval 508"/>
          <p:cNvSpPr/>
          <p:nvPr/>
        </p:nvSpPr>
        <p:spPr>
          <a:xfrm>
            <a:off x="4233231" y="4457770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0" name="Oval 509"/>
          <p:cNvSpPr/>
          <p:nvPr/>
        </p:nvSpPr>
        <p:spPr>
          <a:xfrm>
            <a:off x="4801964" y="3820671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1" name="Oval 510"/>
          <p:cNvSpPr/>
          <p:nvPr/>
        </p:nvSpPr>
        <p:spPr>
          <a:xfrm>
            <a:off x="4554950" y="4550949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2" name="Oval 511"/>
          <p:cNvSpPr/>
          <p:nvPr/>
        </p:nvSpPr>
        <p:spPr>
          <a:xfrm>
            <a:off x="4544090" y="4620296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3" name="Oval 512"/>
          <p:cNvSpPr/>
          <p:nvPr/>
        </p:nvSpPr>
        <p:spPr>
          <a:xfrm>
            <a:off x="4568941" y="4607051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4" name="Oval 513"/>
          <p:cNvSpPr/>
          <p:nvPr/>
        </p:nvSpPr>
        <p:spPr>
          <a:xfrm>
            <a:off x="4815902" y="4350544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5" name="Oval 514"/>
          <p:cNvSpPr/>
          <p:nvPr/>
        </p:nvSpPr>
        <p:spPr>
          <a:xfrm>
            <a:off x="4607541" y="4473571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6" name="Oval 515"/>
          <p:cNvSpPr/>
          <p:nvPr/>
        </p:nvSpPr>
        <p:spPr>
          <a:xfrm>
            <a:off x="4548621" y="4652107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7" name="Oval 516"/>
          <p:cNvSpPr/>
          <p:nvPr/>
        </p:nvSpPr>
        <p:spPr>
          <a:xfrm>
            <a:off x="3408296" y="4377926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8" name="Oval 517"/>
          <p:cNvSpPr/>
          <p:nvPr/>
        </p:nvSpPr>
        <p:spPr>
          <a:xfrm>
            <a:off x="4040325" y="4320062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9" name="Oval 518"/>
          <p:cNvSpPr/>
          <p:nvPr/>
        </p:nvSpPr>
        <p:spPr>
          <a:xfrm>
            <a:off x="4289601" y="4436614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0" name="Oval 519"/>
          <p:cNvSpPr/>
          <p:nvPr/>
        </p:nvSpPr>
        <p:spPr>
          <a:xfrm>
            <a:off x="4173207" y="4436502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1" name="Oval 520"/>
          <p:cNvSpPr/>
          <p:nvPr/>
        </p:nvSpPr>
        <p:spPr>
          <a:xfrm>
            <a:off x="4442558" y="4607842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2" name="Oval 521"/>
          <p:cNvSpPr/>
          <p:nvPr/>
        </p:nvSpPr>
        <p:spPr>
          <a:xfrm>
            <a:off x="4230928" y="4293611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3" name="Oval 522"/>
          <p:cNvSpPr/>
          <p:nvPr/>
        </p:nvSpPr>
        <p:spPr>
          <a:xfrm>
            <a:off x="4437224" y="4493532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4" name="Oval 523"/>
          <p:cNvSpPr/>
          <p:nvPr/>
        </p:nvSpPr>
        <p:spPr>
          <a:xfrm>
            <a:off x="4180089" y="4576086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5" name="Oval 524"/>
          <p:cNvSpPr/>
          <p:nvPr/>
        </p:nvSpPr>
        <p:spPr>
          <a:xfrm>
            <a:off x="4387753" y="4676586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6" name="Oval 525"/>
          <p:cNvSpPr/>
          <p:nvPr/>
        </p:nvSpPr>
        <p:spPr>
          <a:xfrm>
            <a:off x="6532453" y="4336050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7" name="Oval 526"/>
          <p:cNvSpPr/>
          <p:nvPr/>
        </p:nvSpPr>
        <p:spPr>
          <a:xfrm>
            <a:off x="4440819" y="4555237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8" name="Oval 527"/>
          <p:cNvSpPr/>
          <p:nvPr/>
        </p:nvSpPr>
        <p:spPr>
          <a:xfrm>
            <a:off x="4626097" y="4392050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9" name="Oval 528"/>
          <p:cNvSpPr/>
          <p:nvPr/>
        </p:nvSpPr>
        <p:spPr>
          <a:xfrm>
            <a:off x="4417103" y="4527632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0" name="Oval 529"/>
          <p:cNvSpPr/>
          <p:nvPr/>
        </p:nvSpPr>
        <p:spPr>
          <a:xfrm>
            <a:off x="4590152" y="4580174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1" name="Oval 530"/>
          <p:cNvSpPr/>
          <p:nvPr/>
        </p:nvSpPr>
        <p:spPr>
          <a:xfrm>
            <a:off x="4853544" y="4476256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2" name="Oval 531"/>
          <p:cNvSpPr/>
          <p:nvPr/>
        </p:nvSpPr>
        <p:spPr>
          <a:xfrm>
            <a:off x="4788087" y="4503514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3" name="Oval 532"/>
          <p:cNvSpPr/>
          <p:nvPr/>
        </p:nvSpPr>
        <p:spPr>
          <a:xfrm>
            <a:off x="4510073" y="4692728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4" name="Oval 533"/>
          <p:cNvSpPr/>
          <p:nvPr/>
        </p:nvSpPr>
        <p:spPr>
          <a:xfrm>
            <a:off x="4235630" y="4618027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5" name="Oval 534"/>
          <p:cNvSpPr/>
          <p:nvPr/>
        </p:nvSpPr>
        <p:spPr>
          <a:xfrm>
            <a:off x="4680801" y="4335721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6" name="Oval 535"/>
          <p:cNvSpPr/>
          <p:nvPr/>
        </p:nvSpPr>
        <p:spPr>
          <a:xfrm>
            <a:off x="3231799" y="4306412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7" name="Oval 536"/>
          <p:cNvSpPr/>
          <p:nvPr/>
        </p:nvSpPr>
        <p:spPr>
          <a:xfrm>
            <a:off x="4593315" y="4493666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8" name="Oval 537"/>
          <p:cNvSpPr/>
          <p:nvPr/>
        </p:nvSpPr>
        <p:spPr>
          <a:xfrm>
            <a:off x="4023482" y="4270181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9" name="Oval 538"/>
          <p:cNvSpPr/>
          <p:nvPr/>
        </p:nvSpPr>
        <p:spPr>
          <a:xfrm>
            <a:off x="4886355" y="4024988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0" name="Oval 539"/>
          <p:cNvSpPr/>
          <p:nvPr/>
        </p:nvSpPr>
        <p:spPr>
          <a:xfrm>
            <a:off x="4293411" y="4491501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1" name="Oval 540"/>
          <p:cNvSpPr/>
          <p:nvPr/>
        </p:nvSpPr>
        <p:spPr>
          <a:xfrm>
            <a:off x="4415187" y="4661833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2" name="Oval 541"/>
          <p:cNvSpPr/>
          <p:nvPr/>
        </p:nvSpPr>
        <p:spPr>
          <a:xfrm>
            <a:off x="4366535" y="4647121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3" name="Oval 542"/>
          <p:cNvSpPr/>
          <p:nvPr/>
        </p:nvSpPr>
        <p:spPr>
          <a:xfrm>
            <a:off x="4506671" y="4687444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4" name="Oval 543"/>
          <p:cNvSpPr/>
          <p:nvPr/>
        </p:nvSpPr>
        <p:spPr>
          <a:xfrm>
            <a:off x="4419221" y="4560502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5" name="Oval 544"/>
          <p:cNvSpPr/>
          <p:nvPr/>
        </p:nvSpPr>
        <p:spPr>
          <a:xfrm>
            <a:off x="4205389" y="4453993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6" name="Oval 545"/>
          <p:cNvSpPr/>
          <p:nvPr/>
        </p:nvSpPr>
        <p:spPr>
          <a:xfrm>
            <a:off x="4447155" y="4664301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7" name="Oval 546"/>
          <p:cNvSpPr/>
          <p:nvPr/>
        </p:nvSpPr>
        <p:spPr>
          <a:xfrm>
            <a:off x="4631572" y="4307442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8" name="Oval 547"/>
          <p:cNvSpPr/>
          <p:nvPr/>
        </p:nvSpPr>
        <p:spPr>
          <a:xfrm>
            <a:off x="4181320" y="4462997"/>
            <a:ext cx="32000" cy="32000"/>
          </a:xfrm>
          <a:prstGeom prst="ellipse">
            <a:avLst/>
          </a:prstGeom>
          <a:solidFill>
            <a:srgbClr val="DD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9" name="Oval 548"/>
          <p:cNvSpPr/>
          <p:nvPr/>
        </p:nvSpPr>
        <p:spPr>
          <a:xfrm>
            <a:off x="2427542" y="2396726"/>
            <a:ext cx="44000" cy="44000"/>
          </a:xfrm>
          <a:prstGeom prst="ellipse">
            <a:avLst/>
          </a:prstGeom>
          <a:solidFill>
            <a:srgbClr val="C53E1F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0" name="Oval 549"/>
          <p:cNvSpPr/>
          <p:nvPr/>
        </p:nvSpPr>
        <p:spPr>
          <a:xfrm>
            <a:off x="4912817" y="2536355"/>
            <a:ext cx="44000" cy="44000"/>
          </a:xfrm>
          <a:prstGeom prst="ellipse">
            <a:avLst/>
          </a:prstGeom>
          <a:solidFill>
            <a:srgbClr val="0A7D6E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1" name="Oval 550"/>
          <p:cNvSpPr/>
          <p:nvPr/>
        </p:nvSpPr>
        <p:spPr>
          <a:xfrm>
            <a:off x="3891013" y="2626267"/>
            <a:ext cx="44000" cy="44000"/>
          </a:xfrm>
          <a:prstGeom prst="ellipse">
            <a:avLst/>
          </a:prstGeom>
          <a:solidFill>
            <a:srgbClr val="C53E1F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2" name="Oval 551"/>
          <p:cNvSpPr/>
          <p:nvPr/>
        </p:nvSpPr>
        <p:spPr>
          <a:xfrm>
            <a:off x="4932753" y="2708589"/>
            <a:ext cx="44000" cy="44000"/>
          </a:xfrm>
          <a:prstGeom prst="ellipse">
            <a:avLst/>
          </a:prstGeom>
          <a:solidFill>
            <a:srgbClr val="0A7D6E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3" name="Oval 552"/>
          <p:cNvSpPr/>
          <p:nvPr/>
        </p:nvSpPr>
        <p:spPr>
          <a:xfrm>
            <a:off x="2120826" y="2722536"/>
            <a:ext cx="44000" cy="44000"/>
          </a:xfrm>
          <a:prstGeom prst="ellipse">
            <a:avLst/>
          </a:prstGeom>
          <a:solidFill>
            <a:srgbClr val="C53E1F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4" name="Oval 553"/>
          <p:cNvSpPr/>
          <p:nvPr/>
        </p:nvSpPr>
        <p:spPr>
          <a:xfrm>
            <a:off x="5431220" y="2754454"/>
            <a:ext cx="44000" cy="44000"/>
          </a:xfrm>
          <a:prstGeom prst="ellipse">
            <a:avLst/>
          </a:prstGeom>
          <a:solidFill>
            <a:srgbClr val="0A7D6E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5" name="Oval 554"/>
          <p:cNvSpPr/>
          <p:nvPr/>
        </p:nvSpPr>
        <p:spPr>
          <a:xfrm>
            <a:off x="3405959" y="2784810"/>
            <a:ext cx="44000" cy="44000"/>
          </a:xfrm>
          <a:prstGeom prst="ellipse">
            <a:avLst/>
          </a:prstGeom>
          <a:solidFill>
            <a:srgbClr val="C53E1F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6" name="Oval 555"/>
          <p:cNvSpPr/>
          <p:nvPr/>
        </p:nvSpPr>
        <p:spPr>
          <a:xfrm>
            <a:off x="4906087" y="2794505"/>
            <a:ext cx="44000" cy="44000"/>
          </a:xfrm>
          <a:prstGeom prst="ellipse">
            <a:avLst/>
          </a:prstGeom>
          <a:solidFill>
            <a:srgbClr val="0A7D6E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7" name="Oval 556"/>
          <p:cNvSpPr/>
          <p:nvPr/>
        </p:nvSpPr>
        <p:spPr>
          <a:xfrm>
            <a:off x="4751633" y="2914154"/>
            <a:ext cx="44000" cy="44000"/>
          </a:xfrm>
          <a:prstGeom prst="ellipse">
            <a:avLst/>
          </a:prstGeom>
          <a:solidFill>
            <a:srgbClr val="0A7D6E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8" name="Oval 557"/>
          <p:cNvSpPr/>
          <p:nvPr/>
        </p:nvSpPr>
        <p:spPr>
          <a:xfrm>
            <a:off x="3257241" y="2943529"/>
            <a:ext cx="44000" cy="44000"/>
          </a:xfrm>
          <a:prstGeom prst="ellipse">
            <a:avLst/>
          </a:prstGeom>
          <a:solidFill>
            <a:srgbClr val="C53E1F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9" name="Oval 558"/>
          <p:cNvSpPr/>
          <p:nvPr/>
        </p:nvSpPr>
        <p:spPr>
          <a:xfrm>
            <a:off x="7477577" y="2977640"/>
            <a:ext cx="44000" cy="44000"/>
          </a:xfrm>
          <a:prstGeom prst="ellipse">
            <a:avLst/>
          </a:prstGeom>
          <a:solidFill>
            <a:srgbClr val="0A7D6E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0" name="Oval 559"/>
          <p:cNvSpPr/>
          <p:nvPr/>
        </p:nvSpPr>
        <p:spPr>
          <a:xfrm>
            <a:off x="1295087" y="2980587"/>
            <a:ext cx="44000" cy="44000"/>
          </a:xfrm>
          <a:prstGeom prst="ellipse">
            <a:avLst/>
          </a:prstGeom>
          <a:solidFill>
            <a:srgbClr val="C53E1F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1" name="Oval 560"/>
          <p:cNvSpPr/>
          <p:nvPr/>
        </p:nvSpPr>
        <p:spPr>
          <a:xfrm>
            <a:off x="5794244" y="2987522"/>
            <a:ext cx="44000" cy="44000"/>
          </a:xfrm>
          <a:prstGeom prst="ellipse">
            <a:avLst/>
          </a:prstGeom>
          <a:solidFill>
            <a:srgbClr val="0A7D6E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2" name="Oval 561"/>
          <p:cNvSpPr/>
          <p:nvPr/>
        </p:nvSpPr>
        <p:spPr>
          <a:xfrm>
            <a:off x="6171402" y="2988931"/>
            <a:ext cx="44000" cy="44000"/>
          </a:xfrm>
          <a:prstGeom prst="ellipse">
            <a:avLst/>
          </a:prstGeom>
          <a:solidFill>
            <a:srgbClr val="0A7D6E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3" name="Oval 562"/>
          <p:cNvSpPr/>
          <p:nvPr/>
        </p:nvSpPr>
        <p:spPr>
          <a:xfrm>
            <a:off x="3240281" y="2989267"/>
            <a:ext cx="44000" cy="44000"/>
          </a:xfrm>
          <a:prstGeom prst="ellipse">
            <a:avLst/>
          </a:prstGeom>
          <a:solidFill>
            <a:srgbClr val="C53E1F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4" name="Oval 563"/>
          <p:cNvSpPr/>
          <p:nvPr/>
        </p:nvSpPr>
        <p:spPr>
          <a:xfrm>
            <a:off x="5302778" y="3005617"/>
            <a:ext cx="44000" cy="44000"/>
          </a:xfrm>
          <a:prstGeom prst="ellipse">
            <a:avLst/>
          </a:prstGeom>
          <a:solidFill>
            <a:srgbClr val="0A7D6E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5" name="Oval 564"/>
          <p:cNvSpPr/>
          <p:nvPr/>
        </p:nvSpPr>
        <p:spPr>
          <a:xfrm>
            <a:off x="4763166" y="3006433"/>
            <a:ext cx="44000" cy="44000"/>
          </a:xfrm>
          <a:prstGeom prst="ellipse">
            <a:avLst/>
          </a:prstGeom>
          <a:solidFill>
            <a:srgbClr val="0A7D6E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6" name="Oval 565"/>
          <p:cNvSpPr/>
          <p:nvPr/>
        </p:nvSpPr>
        <p:spPr>
          <a:xfrm>
            <a:off x="5199698" y="3010989"/>
            <a:ext cx="44000" cy="44000"/>
          </a:xfrm>
          <a:prstGeom prst="ellipse">
            <a:avLst/>
          </a:prstGeom>
          <a:solidFill>
            <a:srgbClr val="0A7D6E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7" name="Oval 566"/>
          <p:cNvSpPr/>
          <p:nvPr/>
        </p:nvSpPr>
        <p:spPr>
          <a:xfrm>
            <a:off x="4079338" y="3025625"/>
            <a:ext cx="44000" cy="44000"/>
          </a:xfrm>
          <a:prstGeom prst="ellipse">
            <a:avLst/>
          </a:prstGeom>
          <a:solidFill>
            <a:srgbClr val="C53E1F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8" name="Oval 567"/>
          <p:cNvSpPr/>
          <p:nvPr/>
        </p:nvSpPr>
        <p:spPr>
          <a:xfrm>
            <a:off x="5153147" y="3060502"/>
            <a:ext cx="44000" cy="44000"/>
          </a:xfrm>
          <a:prstGeom prst="ellipse">
            <a:avLst/>
          </a:prstGeom>
          <a:solidFill>
            <a:srgbClr val="0A7D6E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9" name="Oval 568"/>
          <p:cNvSpPr/>
          <p:nvPr/>
        </p:nvSpPr>
        <p:spPr>
          <a:xfrm>
            <a:off x="5461391" y="3066646"/>
            <a:ext cx="44000" cy="44000"/>
          </a:xfrm>
          <a:prstGeom prst="ellipse">
            <a:avLst/>
          </a:prstGeom>
          <a:solidFill>
            <a:srgbClr val="0A7D6E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0" name="Oval 569"/>
          <p:cNvSpPr/>
          <p:nvPr/>
        </p:nvSpPr>
        <p:spPr>
          <a:xfrm>
            <a:off x="5052469" y="3105051"/>
            <a:ext cx="44000" cy="44000"/>
          </a:xfrm>
          <a:prstGeom prst="ellipse">
            <a:avLst/>
          </a:prstGeom>
          <a:solidFill>
            <a:srgbClr val="0A7D6E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1" name="Oval 570"/>
          <p:cNvSpPr/>
          <p:nvPr/>
        </p:nvSpPr>
        <p:spPr>
          <a:xfrm>
            <a:off x="6389936" y="3107877"/>
            <a:ext cx="44000" cy="44000"/>
          </a:xfrm>
          <a:prstGeom prst="ellipse">
            <a:avLst/>
          </a:prstGeom>
          <a:solidFill>
            <a:srgbClr val="0A7D6E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2" name="Oval 571"/>
          <p:cNvSpPr/>
          <p:nvPr/>
        </p:nvSpPr>
        <p:spPr>
          <a:xfrm>
            <a:off x="6062564" y="3129158"/>
            <a:ext cx="44000" cy="44000"/>
          </a:xfrm>
          <a:prstGeom prst="ellipse">
            <a:avLst/>
          </a:prstGeom>
          <a:solidFill>
            <a:srgbClr val="0A7D6E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3" name="Oval 572"/>
          <p:cNvSpPr/>
          <p:nvPr/>
        </p:nvSpPr>
        <p:spPr>
          <a:xfrm>
            <a:off x="3589481" y="3129291"/>
            <a:ext cx="44000" cy="44000"/>
          </a:xfrm>
          <a:prstGeom prst="ellipse">
            <a:avLst/>
          </a:prstGeom>
          <a:solidFill>
            <a:srgbClr val="C53E1F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4" name="Oval 573"/>
          <p:cNvSpPr/>
          <p:nvPr/>
        </p:nvSpPr>
        <p:spPr>
          <a:xfrm>
            <a:off x="3823055" y="3135217"/>
            <a:ext cx="44000" cy="44000"/>
          </a:xfrm>
          <a:prstGeom prst="ellipse">
            <a:avLst/>
          </a:prstGeom>
          <a:solidFill>
            <a:srgbClr val="C53E1F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5" name="Oval 574"/>
          <p:cNvSpPr/>
          <p:nvPr/>
        </p:nvSpPr>
        <p:spPr>
          <a:xfrm>
            <a:off x="5413710" y="3151980"/>
            <a:ext cx="44000" cy="44000"/>
          </a:xfrm>
          <a:prstGeom prst="ellipse">
            <a:avLst/>
          </a:prstGeom>
          <a:solidFill>
            <a:srgbClr val="0A7D6E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6" name="Oval 575"/>
          <p:cNvSpPr/>
          <p:nvPr/>
        </p:nvSpPr>
        <p:spPr>
          <a:xfrm>
            <a:off x="3785092" y="3159438"/>
            <a:ext cx="44000" cy="44000"/>
          </a:xfrm>
          <a:prstGeom prst="ellipse">
            <a:avLst/>
          </a:prstGeom>
          <a:solidFill>
            <a:srgbClr val="C53E1F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7" name="Oval 576"/>
          <p:cNvSpPr/>
          <p:nvPr/>
        </p:nvSpPr>
        <p:spPr>
          <a:xfrm>
            <a:off x="3326238" y="3165104"/>
            <a:ext cx="44000" cy="44000"/>
          </a:xfrm>
          <a:prstGeom prst="ellipse">
            <a:avLst/>
          </a:prstGeom>
          <a:solidFill>
            <a:srgbClr val="C53E1F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8" name="Oval 577"/>
          <p:cNvSpPr/>
          <p:nvPr/>
        </p:nvSpPr>
        <p:spPr>
          <a:xfrm>
            <a:off x="2897136" y="3192282"/>
            <a:ext cx="44000" cy="44000"/>
          </a:xfrm>
          <a:prstGeom prst="ellipse">
            <a:avLst/>
          </a:prstGeom>
          <a:solidFill>
            <a:srgbClr val="C53E1F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9" name="Oval 578"/>
          <p:cNvSpPr/>
          <p:nvPr/>
        </p:nvSpPr>
        <p:spPr>
          <a:xfrm>
            <a:off x="3133387" y="3202158"/>
            <a:ext cx="44000" cy="44000"/>
          </a:xfrm>
          <a:prstGeom prst="ellipse">
            <a:avLst/>
          </a:prstGeom>
          <a:solidFill>
            <a:srgbClr val="C53E1F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0" name="Oval 579"/>
          <p:cNvSpPr/>
          <p:nvPr/>
        </p:nvSpPr>
        <p:spPr>
          <a:xfrm>
            <a:off x="6470535" y="3209855"/>
            <a:ext cx="44000" cy="44000"/>
          </a:xfrm>
          <a:prstGeom prst="ellipse">
            <a:avLst/>
          </a:prstGeom>
          <a:solidFill>
            <a:srgbClr val="0A7D6E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1" name="Oval 580"/>
          <p:cNvSpPr/>
          <p:nvPr/>
        </p:nvSpPr>
        <p:spPr>
          <a:xfrm>
            <a:off x="5115108" y="3210719"/>
            <a:ext cx="44000" cy="44000"/>
          </a:xfrm>
          <a:prstGeom prst="ellipse">
            <a:avLst/>
          </a:prstGeom>
          <a:solidFill>
            <a:srgbClr val="0A7D6E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2" name="Oval 581"/>
          <p:cNvSpPr/>
          <p:nvPr/>
        </p:nvSpPr>
        <p:spPr>
          <a:xfrm>
            <a:off x="4170415" y="3211908"/>
            <a:ext cx="44000" cy="44000"/>
          </a:xfrm>
          <a:prstGeom prst="ellipse">
            <a:avLst/>
          </a:prstGeom>
          <a:solidFill>
            <a:srgbClr val="C53E1F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3" name="Oval 582"/>
          <p:cNvSpPr/>
          <p:nvPr/>
        </p:nvSpPr>
        <p:spPr>
          <a:xfrm>
            <a:off x="2383922" y="3216125"/>
            <a:ext cx="44000" cy="44000"/>
          </a:xfrm>
          <a:prstGeom prst="ellipse">
            <a:avLst/>
          </a:prstGeom>
          <a:solidFill>
            <a:srgbClr val="C53E1F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4" name="Oval 583"/>
          <p:cNvSpPr/>
          <p:nvPr/>
        </p:nvSpPr>
        <p:spPr>
          <a:xfrm>
            <a:off x="4913103" y="3218807"/>
            <a:ext cx="44000" cy="44000"/>
          </a:xfrm>
          <a:prstGeom prst="ellipse">
            <a:avLst/>
          </a:prstGeom>
          <a:solidFill>
            <a:srgbClr val="0A7D6E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5" name="Oval 584"/>
          <p:cNvSpPr/>
          <p:nvPr/>
        </p:nvSpPr>
        <p:spPr>
          <a:xfrm>
            <a:off x="6062926" y="3224922"/>
            <a:ext cx="44000" cy="44000"/>
          </a:xfrm>
          <a:prstGeom prst="ellipse">
            <a:avLst/>
          </a:prstGeom>
          <a:solidFill>
            <a:srgbClr val="0A7D6E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6" name="Oval 585"/>
          <p:cNvSpPr/>
          <p:nvPr/>
        </p:nvSpPr>
        <p:spPr>
          <a:xfrm>
            <a:off x="3831071" y="3230146"/>
            <a:ext cx="44000" cy="44000"/>
          </a:xfrm>
          <a:prstGeom prst="ellipse">
            <a:avLst/>
          </a:prstGeom>
          <a:solidFill>
            <a:srgbClr val="C53E1F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7" name="Oval 586"/>
          <p:cNvSpPr/>
          <p:nvPr/>
        </p:nvSpPr>
        <p:spPr>
          <a:xfrm>
            <a:off x="3439145" y="3234708"/>
            <a:ext cx="44000" cy="44000"/>
          </a:xfrm>
          <a:prstGeom prst="ellipse">
            <a:avLst/>
          </a:prstGeom>
          <a:solidFill>
            <a:srgbClr val="C53E1F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8" name="Oval 587"/>
          <p:cNvSpPr/>
          <p:nvPr/>
        </p:nvSpPr>
        <p:spPr>
          <a:xfrm>
            <a:off x="2952569" y="3237366"/>
            <a:ext cx="44000" cy="44000"/>
          </a:xfrm>
          <a:prstGeom prst="ellipse">
            <a:avLst/>
          </a:prstGeom>
          <a:solidFill>
            <a:srgbClr val="C53E1F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9" name="Oval 588"/>
          <p:cNvSpPr/>
          <p:nvPr/>
        </p:nvSpPr>
        <p:spPr>
          <a:xfrm>
            <a:off x="5195212" y="3245885"/>
            <a:ext cx="44000" cy="44000"/>
          </a:xfrm>
          <a:prstGeom prst="ellipse">
            <a:avLst/>
          </a:prstGeom>
          <a:solidFill>
            <a:srgbClr val="0A7D6E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0" name="Oval 589"/>
          <p:cNvSpPr/>
          <p:nvPr/>
        </p:nvSpPr>
        <p:spPr>
          <a:xfrm>
            <a:off x="4745702" y="3246288"/>
            <a:ext cx="44000" cy="44000"/>
          </a:xfrm>
          <a:prstGeom prst="ellipse">
            <a:avLst/>
          </a:prstGeom>
          <a:solidFill>
            <a:srgbClr val="0A7D6E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1" name="Oval 590"/>
          <p:cNvSpPr/>
          <p:nvPr/>
        </p:nvSpPr>
        <p:spPr>
          <a:xfrm>
            <a:off x="3705902" y="3249709"/>
            <a:ext cx="44000" cy="44000"/>
          </a:xfrm>
          <a:prstGeom prst="ellipse">
            <a:avLst/>
          </a:prstGeom>
          <a:solidFill>
            <a:srgbClr val="C53E1F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2" name="Oval 591"/>
          <p:cNvSpPr/>
          <p:nvPr/>
        </p:nvSpPr>
        <p:spPr>
          <a:xfrm>
            <a:off x="3312660" y="3262560"/>
            <a:ext cx="44000" cy="44000"/>
          </a:xfrm>
          <a:prstGeom prst="ellipse">
            <a:avLst/>
          </a:prstGeom>
          <a:solidFill>
            <a:srgbClr val="C53E1F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3" name="Oval 592"/>
          <p:cNvSpPr/>
          <p:nvPr/>
        </p:nvSpPr>
        <p:spPr>
          <a:xfrm>
            <a:off x="3004452" y="3267798"/>
            <a:ext cx="44000" cy="44000"/>
          </a:xfrm>
          <a:prstGeom prst="ellipse">
            <a:avLst/>
          </a:prstGeom>
          <a:solidFill>
            <a:srgbClr val="C53E1F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4" name="Oval 593"/>
          <p:cNvSpPr/>
          <p:nvPr/>
        </p:nvSpPr>
        <p:spPr>
          <a:xfrm>
            <a:off x="3278674" y="3275575"/>
            <a:ext cx="44000" cy="44000"/>
          </a:xfrm>
          <a:prstGeom prst="ellipse">
            <a:avLst/>
          </a:prstGeom>
          <a:solidFill>
            <a:srgbClr val="C53E1F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5" name="Oval 594"/>
          <p:cNvSpPr/>
          <p:nvPr/>
        </p:nvSpPr>
        <p:spPr>
          <a:xfrm>
            <a:off x="4088813" y="3280310"/>
            <a:ext cx="44000" cy="44000"/>
          </a:xfrm>
          <a:prstGeom prst="ellipse">
            <a:avLst/>
          </a:prstGeom>
          <a:solidFill>
            <a:srgbClr val="C53E1F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6" name="Oval 595"/>
          <p:cNvSpPr/>
          <p:nvPr/>
        </p:nvSpPr>
        <p:spPr>
          <a:xfrm>
            <a:off x="3476095" y="3284315"/>
            <a:ext cx="44000" cy="44000"/>
          </a:xfrm>
          <a:prstGeom prst="ellipse">
            <a:avLst/>
          </a:prstGeom>
          <a:solidFill>
            <a:srgbClr val="C53E1F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7" name="Oval 596"/>
          <p:cNvSpPr/>
          <p:nvPr/>
        </p:nvSpPr>
        <p:spPr>
          <a:xfrm>
            <a:off x="3352335" y="3286694"/>
            <a:ext cx="44000" cy="44000"/>
          </a:xfrm>
          <a:prstGeom prst="ellipse">
            <a:avLst/>
          </a:prstGeom>
          <a:solidFill>
            <a:srgbClr val="C53E1F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8" name="Oval 597"/>
          <p:cNvSpPr/>
          <p:nvPr/>
        </p:nvSpPr>
        <p:spPr>
          <a:xfrm>
            <a:off x="7713472" y="3293714"/>
            <a:ext cx="44000" cy="44000"/>
          </a:xfrm>
          <a:prstGeom prst="ellipse">
            <a:avLst/>
          </a:prstGeom>
          <a:solidFill>
            <a:srgbClr val="0A7D6E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9" name="Oval 598"/>
          <p:cNvSpPr/>
          <p:nvPr/>
        </p:nvSpPr>
        <p:spPr>
          <a:xfrm>
            <a:off x="4797395" y="3332121"/>
            <a:ext cx="44000" cy="44000"/>
          </a:xfrm>
          <a:prstGeom prst="ellipse">
            <a:avLst/>
          </a:prstGeom>
          <a:solidFill>
            <a:srgbClr val="0A7D6E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0" name="Oval 599"/>
          <p:cNvSpPr/>
          <p:nvPr/>
        </p:nvSpPr>
        <p:spPr>
          <a:xfrm>
            <a:off x="5253948" y="3339252"/>
            <a:ext cx="44000" cy="44000"/>
          </a:xfrm>
          <a:prstGeom prst="ellipse">
            <a:avLst/>
          </a:prstGeom>
          <a:solidFill>
            <a:srgbClr val="0A7D6E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1" name="Oval 600"/>
          <p:cNvSpPr/>
          <p:nvPr/>
        </p:nvSpPr>
        <p:spPr>
          <a:xfrm>
            <a:off x="7639138" y="3340346"/>
            <a:ext cx="44000" cy="44000"/>
          </a:xfrm>
          <a:prstGeom prst="ellipse">
            <a:avLst/>
          </a:prstGeom>
          <a:solidFill>
            <a:srgbClr val="0A7D6E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2" name="Oval 601"/>
          <p:cNvSpPr/>
          <p:nvPr/>
        </p:nvSpPr>
        <p:spPr>
          <a:xfrm>
            <a:off x="3485389" y="3341457"/>
            <a:ext cx="44000" cy="44000"/>
          </a:xfrm>
          <a:prstGeom prst="ellipse">
            <a:avLst/>
          </a:prstGeom>
          <a:solidFill>
            <a:srgbClr val="C53E1F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3" name="Oval 602"/>
          <p:cNvSpPr/>
          <p:nvPr/>
        </p:nvSpPr>
        <p:spPr>
          <a:xfrm>
            <a:off x="2602077" y="3342910"/>
            <a:ext cx="44000" cy="44000"/>
          </a:xfrm>
          <a:prstGeom prst="ellipse">
            <a:avLst/>
          </a:prstGeom>
          <a:solidFill>
            <a:srgbClr val="C53E1F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4" name="Oval 603"/>
          <p:cNvSpPr/>
          <p:nvPr/>
        </p:nvSpPr>
        <p:spPr>
          <a:xfrm>
            <a:off x="4086848" y="3345472"/>
            <a:ext cx="44000" cy="44000"/>
          </a:xfrm>
          <a:prstGeom prst="ellipse">
            <a:avLst/>
          </a:prstGeom>
          <a:solidFill>
            <a:srgbClr val="C53E1F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5" name="Oval 604"/>
          <p:cNvSpPr/>
          <p:nvPr/>
        </p:nvSpPr>
        <p:spPr>
          <a:xfrm>
            <a:off x="4107400" y="3348680"/>
            <a:ext cx="44000" cy="44000"/>
          </a:xfrm>
          <a:prstGeom prst="ellipse">
            <a:avLst/>
          </a:prstGeom>
          <a:solidFill>
            <a:srgbClr val="C53E1F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6" name="Oval 605"/>
          <p:cNvSpPr/>
          <p:nvPr/>
        </p:nvSpPr>
        <p:spPr>
          <a:xfrm>
            <a:off x="5481089" y="3353701"/>
            <a:ext cx="44000" cy="44000"/>
          </a:xfrm>
          <a:prstGeom prst="ellipse">
            <a:avLst/>
          </a:prstGeom>
          <a:solidFill>
            <a:srgbClr val="0A7D6E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7" name="Oval 606"/>
          <p:cNvSpPr/>
          <p:nvPr/>
        </p:nvSpPr>
        <p:spPr>
          <a:xfrm>
            <a:off x="3480534" y="3353804"/>
            <a:ext cx="44000" cy="44000"/>
          </a:xfrm>
          <a:prstGeom prst="ellipse">
            <a:avLst/>
          </a:prstGeom>
          <a:solidFill>
            <a:srgbClr val="C53E1F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8" name="Oval 607"/>
          <p:cNvSpPr/>
          <p:nvPr/>
        </p:nvSpPr>
        <p:spPr>
          <a:xfrm>
            <a:off x="4690375" y="3354749"/>
            <a:ext cx="44000" cy="44000"/>
          </a:xfrm>
          <a:prstGeom prst="ellipse">
            <a:avLst/>
          </a:prstGeom>
          <a:solidFill>
            <a:srgbClr val="0A7D6E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9" name="Oval 608"/>
          <p:cNvSpPr/>
          <p:nvPr/>
        </p:nvSpPr>
        <p:spPr>
          <a:xfrm>
            <a:off x="4783699" y="3356711"/>
            <a:ext cx="44000" cy="44000"/>
          </a:xfrm>
          <a:prstGeom prst="ellipse">
            <a:avLst/>
          </a:prstGeom>
          <a:solidFill>
            <a:srgbClr val="0A7D6E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0" name="Oval 609"/>
          <p:cNvSpPr/>
          <p:nvPr/>
        </p:nvSpPr>
        <p:spPr>
          <a:xfrm>
            <a:off x="4210033" y="3360464"/>
            <a:ext cx="44000" cy="44000"/>
          </a:xfrm>
          <a:prstGeom prst="ellipse">
            <a:avLst/>
          </a:prstGeom>
          <a:solidFill>
            <a:srgbClr val="C53E1F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1" name="Oval 610"/>
          <p:cNvSpPr/>
          <p:nvPr/>
        </p:nvSpPr>
        <p:spPr>
          <a:xfrm>
            <a:off x="4738358" y="3369550"/>
            <a:ext cx="44000" cy="44000"/>
          </a:xfrm>
          <a:prstGeom prst="ellipse">
            <a:avLst/>
          </a:prstGeom>
          <a:solidFill>
            <a:srgbClr val="0A7D6E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2" name="Oval 611"/>
          <p:cNvSpPr/>
          <p:nvPr/>
        </p:nvSpPr>
        <p:spPr>
          <a:xfrm>
            <a:off x="4701050" y="3389436"/>
            <a:ext cx="44000" cy="44000"/>
          </a:xfrm>
          <a:prstGeom prst="ellipse">
            <a:avLst/>
          </a:prstGeom>
          <a:solidFill>
            <a:srgbClr val="0A7D6E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3" name="Oval 612"/>
          <p:cNvSpPr/>
          <p:nvPr/>
        </p:nvSpPr>
        <p:spPr>
          <a:xfrm>
            <a:off x="5977989" y="3391161"/>
            <a:ext cx="44000" cy="44000"/>
          </a:xfrm>
          <a:prstGeom prst="ellipse">
            <a:avLst/>
          </a:prstGeom>
          <a:solidFill>
            <a:srgbClr val="0A7D6E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4" name="Oval 613"/>
          <p:cNvSpPr/>
          <p:nvPr/>
        </p:nvSpPr>
        <p:spPr>
          <a:xfrm>
            <a:off x="5834646" y="3393333"/>
            <a:ext cx="44000" cy="44000"/>
          </a:xfrm>
          <a:prstGeom prst="ellipse">
            <a:avLst/>
          </a:prstGeom>
          <a:solidFill>
            <a:srgbClr val="0A7D6E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5" name="Oval 614"/>
          <p:cNvSpPr/>
          <p:nvPr/>
        </p:nvSpPr>
        <p:spPr>
          <a:xfrm>
            <a:off x="5961110" y="3395021"/>
            <a:ext cx="44000" cy="44000"/>
          </a:xfrm>
          <a:prstGeom prst="ellipse">
            <a:avLst/>
          </a:prstGeom>
          <a:solidFill>
            <a:srgbClr val="0A7D6E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6" name="Oval 615"/>
          <p:cNvSpPr/>
          <p:nvPr/>
        </p:nvSpPr>
        <p:spPr>
          <a:xfrm>
            <a:off x="4348552" y="3398164"/>
            <a:ext cx="44000" cy="44000"/>
          </a:xfrm>
          <a:prstGeom prst="ellipse">
            <a:avLst/>
          </a:prstGeom>
          <a:solidFill>
            <a:srgbClr val="C53E1F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7" name="Oval 616"/>
          <p:cNvSpPr/>
          <p:nvPr/>
        </p:nvSpPr>
        <p:spPr>
          <a:xfrm>
            <a:off x="6518610" y="3408092"/>
            <a:ext cx="44000" cy="44000"/>
          </a:xfrm>
          <a:prstGeom prst="ellipse">
            <a:avLst/>
          </a:prstGeom>
          <a:solidFill>
            <a:srgbClr val="0A7D6E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8" name="Oval 617"/>
          <p:cNvSpPr/>
          <p:nvPr/>
        </p:nvSpPr>
        <p:spPr>
          <a:xfrm>
            <a:off x="4873486" y="3411195"/>
            <a:ext cx="44000" cy="44000"/>
          </a:xfrm>
          <a:prstGeom prst="ellipse">
            <a:avLst/>
          </a:prstGeom>
          <a:solidFill>
            <a:srgbClr val="0A7D6E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9" name="Oval 618"/>
          <p:cNvSpPr/>
          <p:nvPr/>
        </p:nvSpPr>
        <p:spPr>
          <a:xfrm>
            <a:off x="1320196" y="3416045"/>
            <a:ext cx="44000" cy="44000"/>
          </a:xfrm>
          <a:prstGeom prst="ellipse">
            <a:avLst/>
          </a:prstGeom>
          <a:solidFill>
            <a:srgbClr val="C53E1F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0" name="Oval 619"/>
          <p:cNvSpPr/>
          <p:nvPr/>
        </p:nvSpPr>
        <p:spPr>
          <a:xfrm>
            <a:off x="3184945" y="3421507"/>
            <a:ext cx="44000" cy="44000"/>
          </a:xfrm>
          <a:prstGeom prst="ellipse">
            <a:avLst/>
          </a:prstGeom>
          <a:solidFill>
            <a:srgbClr val="C53E1F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1" name="Oval 620"/>
          <p:cNvSpPr/>
          <p:nvPr/>
        </p:nvSpPr>
        <p:spPr>
          <a:xfrm>
            <a:off x="4790682" y="3423444"/>
            <a:ext cx="44000" cy="44000"/>
          </a:xfrm>
          <a:prstGeom prst="ellipse">
            <a:avLst/>
          </a:prstGeom>
          <a:solidFill>
            <a:srgbClr val="0A7D6E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2" name="Oval 621"/>
          <p:cNvSpPr/>
          <p:nvPr/>
        </p:nvSpPr>
        <p:spPr>
          <a:xfrm>
            <a:off x="4862589" y="3424114"/>
            <a:ext cx="44000" cy="44000"/>
          </a:xfrm>
          <a:prstGeom prst="ellipse">
            <a:avLst/>
          </a:prstGeom>
          <a:solidFill>
            <a:srgbClr val="0A7D6E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3" name="Oval 622"/>
          <p:cNvSpPr/>
          <p:nvPr/>
        </p:nvSpPr>
        <p:spPr>
          <a:xfrm>
            <a:off x="4776486" y="3424990"/>
            <a:ext cx="44000" cy="44000"/>
          </a:xfrm>
          <a:prstGeom prst="ellipse">
            <a:avLst/>
          </a:prstGeom>
          <a:solidFill>
            <a:srgbClr val="0A7D6E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4" name="Oval 623"/>
          <p:cNvSpPr/>
          <p:nvPr/>
        </p:nvSpPr>
        <p:spPr>
          <a:xfrm>
            <a:off x="4173115" y="3440347"/>
            <a:ext cx="44000" cy="44000"/>
          </a:xfrm>
          <a:prstGeom prst="ellipse">
            <a:avLst/>
          </a:prstGeom>
          <a:solidFill>
            <a:srgbClr val="C53E1F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5" name="Oval 624"/>
          <p:cNvSpPr/>
          <p:nvPr/>
        </p:nvSpPr>
        <p:spPr>
          <a:xfrm>
            <a:off x="3960316" y="3442358"/>
            <a:ext cx="44000" cy="44000"/>
          </a:xfrm>
          <a:prstGeom prst="ellipse">
            <a:avLst/>
          </a:prstGeom>
          <a:solidFill>
            <a:srgbClr val="C53E1F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6" name="Oval 625"/>
          <p:cNvSpPr/>
          <p:nvPr/>
        </p:nvSpPr>
        <p:spPr>
          <a:xfrm>
            <a:off x="3306672" y="3442620"/>
            <a:ext cx="44000" cy="44000"/>
          </a:xfrm>
          <a:prstGeom prst="ellipse">
            <a:avLst/>
          </a:prstGeom>
          <a:solidFill>
            <a:srgbClr val="C53E1F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7" name="Oval 626"/>
          <p:cNvSpPr/>
          <p:nvPr/>
        </p:nvSpPr>
        <p:spPr>
          <a:xfrm>
            <a:off x="5010720" y="3444604"/>
            <a:ext cx="44000" cy="44000"/>
          </a:xfrm>
          <a:prstGeom prst="ellipse">
            <a:avLst/>
          </a:prstGeom>
          <a:solidFill>
            <a:srgbClr val="0A7D6E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8" name="Oval 627"/>
          <p:cNvSpPr/>
          <p:nvPr/>
        </p:nvSpPr>
        <p:spPr>
          <a:xfrm>
            <a:off x="1464344" y="3444772"/>
            <a:ext cx="44000" cy="44000"/>
          </a:xfrm>
          <a:prstGeom prst="ellipse">
            <a:avLst/>
          </a:prstGeom>
          <a:solidFill>
            <a:srgbClr val="C53E1F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9" name="Oval 628"/>
          <p:cNvSpPr/>
          <p:nvPr/>
        </p:nvSpPr>
        <p:spPr>
          <a:xfrm>
            <a:off x="4090672" y="3448266"/>
            <a:ext cx="44000" cy="44000"/>
          </a:xfrm>
          <a:prstGeom prst="ellipse">
            <a:avLst/>
          </a:prstGeom>
          <a:solidFill>
            <a:srgbClr val="C53E1F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0" name="Oval 629"/>
          <p:cNvSpPr/>
          <p:nvPr/>
        </p:nvSpPr>
        <p:spPr>
          <a:xfrm>
            <a:off x="4787917" y="3448630"/>
            <a:ext cx="44000" cy="44000"/>
          </a:xfrm>
          <a:prstGeom prst="ellipse">
            <a:avLst/>
          </a:prstGeom>
          <a:solidFill>
            <a:srgbClr val="0A7D6E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1" name="Oval 630"/>
          <p:cNvSpPr/>
          <p:nvPr/>
        </p:nvSpPr>
        <p:spPr>
          <a:xfrm>
            <a:off x="4912444" y="3455654"/>
            <a:ext cx="44000" cy="44000"/>
          </a:xfrm>
          <a:prstGeom prst="ellipse">
            <a:avLst/>
          </a:prstGeom>
          <a:solidFill>
            <a:srgbClr val="0A7D6E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2" name="Oval 631"/>
          <p:cNvSpPr/>
          <p:nvPr/>
        </p:nvSpPr>
        <p:spPr>
          <a:xfrm>
            <a:off x="3506129" y="3458739"/>
            <a:ext cx="44000" cy="44000"/>
          </a:xfrm>
          <a:prstGeom prst="ellipse">
            <a:avLst/>
          </a:prstGeom>
          <a:solidFill>
            <a:srgbClr val="C53E1F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3" name="Oval 632"/>
          <p:cNvSpPr/>
          <p:nvPr/>
        </p:nvSpPr>
        <p:spPr>
          <a:xfrm>
            <a:off x="5114736" y="3459035"/>
            <a:ext cx="44000" cy="44000"/>
          </a:xfrm>
          <a:prstGeom prst="ellipse">
            <a:avLst/>
          </a:prstGeom>
          <a:solidFill>
            <a:srgbClr val="0A7D6E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4" name="Oval 633"/>
          <p:cNvSpPr/>
          <p:nvPr/>
        </p:nvSpPr>
        <p:spPr>
          <a:xfrm>
            <a:off x="4833522" y="3462628"/>
            <a:ext cx="44000" cy="44000"/>
          </a:xfrm>
          <a:prstGeom prst="ellipse">
            <a:avLst/>
          </a:prstGeom>
          <a:solidFill>
            <a:srgbClr val="0A7D6E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5" name="Oval 634"/>
          <p:cNvSpPr/>
          <p:nvPr/>
        </p:nvSpPr>
        <p:spPr>
          <a:xfrm>
            <a:off x="4269684" y="3464145"/>
            <a:ext cx="44000" cy="44000"/>
          </a:xfrm>
          <a:prstGeom prst="ellipse">
            <a:avLst/>
          </a:prstGeom>
          <a:solidFill>
            <a:srgbClr val="C53E1F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6" name="Oval 635"/>
          <p:cNvSpPr/>
          <p:nvPr/>
        </p:nvSpPr>
        <p:spPr>
          <a:xfrm>
            <a:off x="4959259" y="3467698"/>
            <a:ext cx="44000" cy="44000"/>
          </a:xfrm>
          <a:prstGeom prst="ellipse">
            <a:avLst/>
          </a:prstGeom>
          <a:solidFill>
            <a:srgbClr val="0A7D6E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7" name="Oval 636"/>
          <p:cNvSpPr/>
          <p:nvPr/>
        </p:nvSpPr>
        <p:spPr>
          <a:xfrm>
            <a:off x="5482477" y="3470134"/>
            <a:ext cx="44000" cy="44000"/>
          </a:xfrm>
          <a:prstGeom prst="ellipse">
            <a:avLst/>
          </a:prstGeom>
          <a:solidFill>
            <a:srgbClr val="0A7D6E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8" name="Oval 637"/>
          <p:cNvSpPr/>
          <p:nvPr/>
        </p:nvSpPr>
        <p:spPr>
          <a:xfrm>
            <a:off x="3317519" y="3486897"/>
            <a:ext cx="44000" cy="44000"/>
          </a:xfrm>
          <a:prstGeom prst="ellipse">
            <a:avLst/>
          </a:prstGeom>
          <a:solidFill>
            <a:srgbClr val="C53E1F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9" name="Oval 638"/>
          <p:cNvSpPr/>
          <p:nvPr/>
        </p:nvSpPr>
        <p:spPr>
          <a:xfrm>
            <a:off x="4805711" y="3486965"/>
            <a:ext cx="44000" cy="44000"/>
          </a:xfrm>
          <a:prstGeom prst="ellipse">
            <a:avLst/>
          </a:prstGeom>
          <a:solidFill>
            <a:srgbClr val="0A7D6E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0" name="Oval 639"/>
          <p:cNvSpPr/>
          <p:nvPr/>
        </p:nvSpPr>
        <p:spPr>
          <a:xfrm>
            <a:off x="2810333" y="3487666"/>
            <a:ext cx="44000" cy="44000"/>
          </a:xfrm>
          <a:prstGeom prst="ellipse">
            <a:avLst/>
          </a:prstGeom>
          <a:solidFill>
            <a:srgbClr val="C53E1F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1" name="Oval 640"/>
          <p:cNvSpPr/>
          <p:nvPr/>
        </p:nvSpPr>
        <p:spPr>
          <a:xfrm>
            <a:off x="3498146" y="3494030"/>
            <a:ext cx="44000" cy="44000"/>
          </a:xfrm>
          <a:prstGeom prst="ellipse">
            <a:avLst/>
          </a:prstGeom>
          <a:solidFill>
            <a:srgbClr val="C53E1F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2" name="Oval 641"/>
          <p:cNvSpPr/>
          <p:nvPr/>
        </p:nvSpPr>
        <p:spPr>
          <a:xfrm>
            <a:off x="3897662" y="3501176"/>
            <a:ext cx="44000" cy="44000"/>
          </a:xfrm>
          <a:prstGeom prst="ellipse">
            <a:avLst/>
          </a:prstGeom>
          <a:solidFill>
            <a:srgbClr val="C53E1F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3" name="Oval 642"/>
          <p:cNvSpPr/>
          <p:nvPr/>
        </p:nvSpPr>
        <p:spPr>
          <a:xfrm>
            <a:off x="3193200" y="3501873"/>
            <a:ext cx="44000" cy="44000"/>
          </a:xfrm>
          <a:prstGeom prst="ellipse">
            <a:avLst/>
          </a:prstGeom>
          <a:solidFill>
            <a:srgbClr val="C53E1F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4" name="Oval 643"/>
          <p:cNvSpPr/>
          <p:nvPr/>
        </p:nvSpPr>
        <p:spPr>
          <a:xfrm>
            <a:off x="5701728" y="3502220"/>
            <a:ext cx="44000" cy="44000"/>
          </a:xfrm>
          <a:prstGeom prst="ellipse">
            <a:avLst/>
          </a:prstGeom>
          <a:solidFill>
            <a:srgbClr val="0A7D6E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5" name="Oval 644"/>
          <p:cNvSpPr/>
          <p:nvPr/>
        </p:nvSpPr>
        <p:spPr>
          <a:xfrm>
            <a:off x="4813466" y="3507169"/>
            <a:ext cx="44000" cy="44000"/>
          </a:xfrm>
          <a:prstGeom prst="ellipse">
            <a:avLst/>
          </a:prstGeom>
          <a:solidFill>
            <a:srgbClr val="0A7D6E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6" name="Oval 645"/>
          <p:cNvSpPr/>
          <p:nvPr/>
        </p:nvSpPr>
        <p:spPr>
          <a:xfrm>
            <a:off x="3712267" y="3509063"/>
            <a:ext cx="44000" cy="44000"/>
          </a:xfrm>
          <a:prstGeom prst="ellipse">
            <a:avLst/>
          </a:prstGeom>
          <a:solidFill>
            <a:srgbClr val="C53E1F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7" name="Oval 646"/>
          <p:cNvSpPr/>
          <p:nvPr/>
        </p:nvSpPr>
        <p:spPr>
          <a:xfrm>
            <a:off x="6324167" y="3515686"/>
            <a:ext cx="44000" cy="44000"/>
          </a:xfrm>
          <a:prstGeom prst="ellipse">
            <a:avLst/>
          </a:prstGeom>
          <a:solidFill>
            <a:srgbClr val="0A7D6E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8" name="Oval 647"/>
          <p:cNvSpPr/>
          <p:nvPr/>
        </p:nvSpPr>
        <p:spPr>
          <a:xfrm>
            <a:off x="6795422" y="3517301"/>
            <a:ext cx="44000" cy="44000"/>
          </a:xfrm>
          <a:prstGeom prst="ellipse">
            <a:avLst/>
          </a:prstGeom>
          <a:solidFill>
            <a:srgbClr val="0A7D6E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9" name="Oval 648"/>
          <p:cNvSpPr/>
          <p:nvPr/>
        </p:nvSpPr>
        <p:spPr>
          <a:xfrm>
            <a:off x="4950474" y="3518434"/>
            <a:ext cx="44000" cy="44000"/>
          </a:xfrm>
          <a:prstGeom prst="ellipse">
            <a:avLst/>
          </a:prstGeom>
          <a:solidFill>
            <a:srgbClr val="0A7D6E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0" name="Oval 649"/>
          <p:cNvSpPr/>
          <p:nvPr/>
        </p:nvSpPr>
        <p:spPr>
          <a:xfrm>
            <a:off x="4655478" y="3519206"/>
            <a:ext cx="44000" cy="44000"/>
          </a:xfrm>
          <a:prstGeom prst="ellipse">
            <a:avLst/>
          </a:prstGeom>
          <a:solidFill>
            <a:srgbClr val="0A7D6E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1" name="Oval 650"/>
          <p:cNvSpPr/>
          <p:nvPr/>
        </p:nvSpPr>
        <p:spPr>
          <a:xfrm>
            <a:off x="4890747" y="3520486"/>
            <a:ext cx="44000" cy="44000"/>
          </a:xfrm>
          <a:prstGeom prst="ellipse">
            <a:avLst/>
          </a:prstGeom>
          <a:solidFill>
            <a:srgbClr val="0A7D6E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2" name="Oval 651"/>
          <p:cNvSpPr/>
          <p:nvPr/>
        </p:nvSpPr>
        <p:spPr>
          <a:xfrm>
            <a:off x="3973596" y="3521437"/>
            <a:ext cx="44000" cy="44000"/>
          </a:xfrm>
          <a:prstGeom prst="ellipse">
            <a:avLst/>
          </a:prstGeom>
          <a:solidFill>
            <a:srgbClr val="C53E1F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3" name="Oval 652"/>
          <p:cNvSpPr/>
          <p:nvPr/>
        </p:nvSpPr>
        <p:spPr>
          <a:xfrm>
            <a:off x="3887089" y="3529581"/>
            <a:ext cx="44000" cy="44000"/>
          </a:xfrm>
          <a:prstGeom prst="ellipse">
            <a:avLst/>
          </a:prstGeom>
          <a:solidFill>
            <a:srgbClr val="C53E1F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4" name="Oval 653"/>
          <p:cNvSpPr/>
          <p:nvPr/>
        </p:nvSpPr>
        <p:spPr>
          <a:xfrm>
            <a:off x="3410786" y="3530686"/>
            <a:ext cx="44000" cy="44000"/>
          </a:xfrm>
          <a:prstGeom prst="ellipse">
            <a:avLst/>
          </a:prstGeom>
          <a:solidFill>
            <a:srgbClr val="C53E1F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5" name="Oval 654"/>
          <p:cNvSpPr/>
          <p:nvPr/>
        </p:nvSpPr>
        <p:spPr>
          <a:xfrm>
            <a:off x="2227539" y="3530689"/>
            <a:ext cx="44000" cy="44000"/>
          </a:xfrm>
          <a:prstGeom prst="ellipse">
            <a:avLst/>
          </a:prstGeom>
          <a:solidFill>
            <a:srgbClr val="C53E1F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6" name="Oval 655"/>
          <p:cNvSpPr/>
          <p:nvPr/>
        </p:nvSpPr>
        <p:spPr>
          <a:xfrm>
            <a:off x="4765885" y="3532895"/>
            <a:ext cx="44000" cy="44000"/>
          </a:xfrm>
          <a:prstGeom prst="ellipse">
            <a:avLst/>
          </a:prstGeom>
          <a:solidFill>
            <a:srgbClr val="0A7D6E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7" name="Oval 656"/>
          <p:cNvSpPr/>
          <p:nvPr/>
        </p:nvSpPr>
        <p:spPr>
          <a:xfrm>
            <a:off x="4859123" y="3535158"/>
            <a:ext cx="44000" cy="44000"/>
          </a:xfrm>
          <a:prstGeom prst="ellipse">
            <a:avLst/>
          </a:prstGeom>
          <a:solidFill>
            <a:srgbClr val="0A7D6E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8" name="Oval 657"/>
          <p:cNvSpPr/>
          <p:nvPr/>
        </p:nvSpPr>
        <p:spPr>
          <a:xfrm>
            <a:off x="3888450" y="3535252"/>
            <a:ext cx="44000" cy="44000"/>
          </a:xfrm>
          <a:prstGeom prst="ellipse">
            <a:avLst/>
          </a:prstGeom>
          <a:solidFill>
            <a:srgbClr val="C53E1F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9" name="Oval 658"/>
          <p:cNvSpPr/>
          <p:nvPr/>
        </p:nvSpPr>
        <p:spPr>
          <a:xfrm>
            <a:off x="3967241" y="3535302"/>
            <a:ext cx="44000" cy="44000"/>
          </a:xfrm>
          <a:prstGeom prst="ellipse">
            <a:avLst/>
          </a:prstGeom>
          <a:solidFill>
            <a:srgbClr val="C53E1F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0" name="Oval 659"/>
          <p:cNvSpPr/>
          <p:nvPr/>
        </p:nvSpPr>
        <p:spPr>
          <a:xfrm>
            <a:off x="3312812" y="3538648"/>
            <a:ext cx="44000" cy="44000"/>
          </a:xfrm>
          <a:prstGeom prst="ellipse">
            <a:avLst/>
          </a:prstGeom>
          <a:solidFill>
            <a:srgbClr val="C53E1F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1" name="Oval 660"/>
          <p:cNvSpPr/>
          <p:nvPr/>
        </p:nvSpPr>
        <p:spPr>
          <a:xfrm>
            <a:off x="3493252" y="3542196"/>
            <a:ext cx="44000" cy="44000"/>
          </a:xfrm>
          <a:prstGeom prst="ellipse">
            <a:avLst/>
          </a:prstGeom>
          <a:solidFill>
            <a:srgbClr val="C53E1F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2" name="Oval 661"/>
          <p:cNvSpPr/>
          <p:nvPr/>
        </p:nvSpPr>
        <p:spPr>
          <a:xfrm>
            <a:off x="5890398" y="3547688"/>
            <a:ext cx="44000" cy="44000"/>
          </a:xfrm>
          <a:prstGeom prst="ellipse">
            <a:avLst/>
          </a:prstGeom>
          <a:solidFill>
            <a:srgbClr val="0A7D6E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3" name="Oval 662"/>
          <p:cNvSpPr/>
          <p:nvPr/>
        </p:nvSpPr>
        <p:spPr>
          <a:xfrm>
            <a:off x="1706635" y="3550404"/>
            <a:ext cx="44000" cy="44000"/>
          </a:xfrm>
          <a:prstGeom prst="ellipse">
            <a:avLst/>
          </a:prstGeom>
          <a:solidFill>
            <a:srgbClr val="C53E1F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4" name="Oval 663"/>
          <p:cNvSpPr/>
          <p:nvPr/>
        </p:nvSpPr>
        <p:spPr>
          <a:xfrm>
            <a:off x="3826054" y="3551532"/>
            <a:ext cx="44000" cy="44000"/>
          </a:xfrm>
          <a:prstGeom prst="ellipse">
            <a:avLst/>
          </a:prstGeom>
          <a:solidFill>
            <a:srgbClr val="C53E1F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5" name="Oval 664"/>
          <p:cNvSpPr/>
          <p:nvPr/>
        </p:nvSpPr>
        <p:spPr>
          <a:xfrm>
            <a:off x="4853919" y="3553451"/>
            <a:ext cx="44000" cy="44000"/>
          </a:xfrm>
          <a:prstGeom prst="ellipse">
            <a:avLst/>
          </a:prstGeom>
          <a:solidFill>
            <a:srgbClr val="0A7D6E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6" name="Oval 665"/>
          <p:cNvSpPr/>
          <p:nvPr/>
        </p:nvSpPr>
        <p:spPr>
          <a:xfrm>
            <a:off x="4229498" y="3555683"/>
            <a:ext cx="44000" cy="44000"/>
          </a:xfrm>
          <a:prstGeom prst="ellipse">
            <a:avLst/>
          </a:prstGeom>
          <a:solidFill>
            <a:srgbClr val="C53E1F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7" name="Oval 666"/>
          <p:cNvSpPr/>
          <p:nvPr/>
        </p:nvSpPr>
        <p:spPr>
          <a:xfrm>
            <a:off x="2441213" y="3557213"/>
            <a:ext cx="44000" cy="44000"/>
          </a:xfrm>
          <a:prstGeom prst="ellipse">
            <a:avLst/>
          </a:prstGeom>
          <a:solidFill>
            <a:srgbClr val="C53E1F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8" name="Oval 667"/>
          <p:cNvSpPr/>
          <p:nvPr/>
        </p:nvSpPr>
        <p:spPr>
          <a:xfrm>
            <a:off x="6677282" y="3557792"/>
            <a:ext cx="44000" cy="44000"/>
          </a:xfrm>
          <a:prstGeom prst="ellipse">
            <a:avLst/>
          </a:prstGeom>
          <a:solidFill>
            <a:srgbClr val="0A7D6E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9" name="Oval 668"/>
          <p:cNvSpPr/>
          <p:nvPr/>
        </p:nvSpPr>
        <p:spPr>
          <a:xfrm>
            <a:off x="4818049" y="3561311"/>
            <a:ext cx="44000" cy="44000"/>
          </a:xfrm>
          <a:prstGeom prst="ellipse">
            <a:avLst/>
          </a:prstGeom>
          <a:solidFill>
            <a:srgbClr val="0A7D6E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0" name="Oval 669"/>
          <p:cNvSpPr/>
          <p:nvPr/>
        </p:nvSpPr>
        <p:spPr>
          <a:xfrm>
            <a:off x="3775574" y="3562534"/>
            <a:ext cx="44000" cy="44000"/>
          </a:xfrm>
          <a:prstGeom prst="ellipse">
            <a:avLst/>
          </a:prstGeom>
          <a:solidFill>
            <a:srgbClr val="C53E1F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1" name="Oval 670"/>
          <p:cNvSpPr/>
          <p:nvPr/>
        </p:nvSpPr>
        <p:spPr>
          <a:xfrm>
            <a:off x="4143561" y="3563742"/>
            <a:ext cx="44000" cy="44000"/>
          </a:xfrm>
          <a:prstGeom prst="ellipse">
            <a:avLst/>
          </a:prstGeom>
          <a:solidFill>
            <a:srgbClr val="C53E1F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2" name="Oval 671"/>
          <p:cNvSpPr/>
          <p:nvPr/>
        </p:nvSpPr>
        <p:spPr>
          <a:xfrm>
            <a:off x="5143490" y="3564943"/>
            <a:ext cx="44000" cy="44000"/>
          </a:xfrm>
          <a:prstGeom prst="ellipse">
            <a:avLst/>
          </a:prstGeom>
          <a:solidFill>
            <a:srgbClr val="0A7D6E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3" name="Oval 672"/>
          <p:cNvSpPr/>
          <p:nvPr/>
        </p:nvSpPr>
        <p:spPr>
          <a:xfrm>
            <a:off x="4674411" y="3565094"/>
            <a:ext cx="44000" cy="44000"/>
          </a:xfrm>
          <a:prstGeom prst="ellipse">
            <a:avLst/>
          </a:prstGeom>
          <a:solidFill>
            <a:srgbClr val="0A7D6E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4" name="Oval 673"/>
          <p:cNvSpPr/>
          <p:nvPr/>
        </p:nvSpPr>
        <p:spPr>
          <a:xfrm>
            <a:off x="6616930" y="3566793"/>
            <a:ext cx="44000" cy="44000"/>
          </a:xfrm>
          <a:prstGeom prst="ellipse">
            <a:avLst/>
          </a:prstGeom>
          <a:solidFill>
            <a:srgbClr val="0A7D6E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5" name="Oval 674"/>
          <p:cNvSpPr/>
          <p:nvPr/>
        </p:nvSpPr>
        <p:spPr>
          <a:xfrm>
            <a:off x="7134505" y="3569559"/>
            <a:ext cx="44000" cy="44000"/>
          </a:xfrm>
          <a:prstGeom prst="ellipse">
            <a:avLst/>
          </a:prstGeom>
          <a:solidFill>
            <a:srgbClr val="0A7D6E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6" name="Oval 675"/>
          <p:cNvSpPr/>
          <p:nvPr/>
        </p:nvSpPr>
        <p:spPr>
          <a:xfrm>
            <a:off x="1942335" y="3571835"/>
            <a:ext cx="44000" cy="44000"/>
          </a:xfrm>
          <a:prstGeom prst="ellipse">
            <a:avLst/>
          </a:prstGeom>
          <a:solidFill>
            <a:srgbClr val="C53E1F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7" name="Oval 676"/>
          <p:cNvSpPr/>
          <p:nvPr/>
        </p:nvSpPr>
        <p:spPr>
          <a:xfrm>
            <a:off x="4659134" y="3573866"/>
            <a:ext cx="44000" cy="44000"/>
          </a:xfrm>
          <a:prstGeom prst="ellipse">
            <a:avLst/>
          </a:prstGeom>
          <a:solidFill>
            <a:srgbClr val="0A7D6E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8" name="Oval 677"/>
          <p:cNvSpPr/>
          <p:nvPr/>
        </p:nvSpPr>
        <p:spPr>
          <a:xfrm>
            <a:off x="5665122" y="3574976"/>
            <a:ext cx="44000" cy="44000"/>
          </a:xfrm>
          <a:prstGeom prst="ellipse">
            <a:avLst/>
          </a:prstGeom>
          <a:solidFill>
            <a:srgbClr val="0A7D6E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9" name="Oval 678"/>
          <p:cNvSpPr/>
          <p:nvPr/>
        </p:nvSpPr>
        <p:spPr>
          <a:xfrm>
            <a:off x="4809017" y="3576972"/>
            <a:ext cx="44000" cy="44000"/>
          </a:xfrm>
          <a:prstGeom prst="ellipse">
            <a:avLst/>
          </a:prstGeom>
          <a:solidFill>
            <a:srgbClr val="0A7D6E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0" name="Oval 679"/>
          <p:cNvSpPr/>
          <p:nvPr/>
        </p:nvSpPr>
        <p:spPr>
          <a:xfrm>
            <a:off x="3553253" y="3577150"/>
            <a:ext cx="44000" cy="44000"/>
          </a:xfrm>
          <a:prstGeom prst="ellipse">
            <a:avLst/>
          </a:prstGeom>
          <a:solidFill>
            <a:srgbClr val="C53E1F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1" name="Oval 680"/>
          <p:cNvSpPr/>
          <p:nvPr/>
        </p:nvSpPr>
        <p:spPr>
          <a:xfrm>
            <a:off x="6274970" y="3578593"/>
            <a:ext cx="44000" cy="44000"/>
          </a:xfrm>
          <a:prstGeom prst="ellipse">
            <a:avLst/>
          </a:prstGeom>
          <a:solidFill>
            <a:srgbClr val="0A7D6E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2" name="Oval 681"/>
          <p:cNvSpPr/>
          <p:nvPr/>
        </p:nvSpPr>
        <p:spPr>
          <a:xfrm>
            <a:off x="5679688" y="3579416"/>
            <a:ext cx="44000" cy="44000"/>
          </a:xfrm>
          <a:prstGeom prst="ellipse">
            <a:avLst/>
          </a:prstGeom>
          <a:solidFill>
            <a:srgbClr val="0A7D6E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3" name="Oval 682"/>
          <p:cNvSpPr/>
          <p:nvPr/>
        </p:nvSpPr>
        <p:spPr>
          <a:xfrm>
            <a:off x="5875085" y="3582830"/>
            <a:ext cx="44000" cy="44000"/>
          </a:xfrm>
          <a:prstGeom prst="ellipse">
            <a:avLst/>
          </a:prstGeom>
          <a:solidFill>
            <a:srgbClr val="0A7D6E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4" name="Oval 683"/>
          <p:cNvSpPr/>
          <p:nvPr/>
        </p:nvSpPr>
        <p:spPr>
          <a:xfrm>
            <a:off x="7713472" y="3585789"/>
            <a:ext cx="44000" cy="44000"/>
          </a:xfrm>
          <a:prstGeom prst="ellipse">
            <a:avLst/>
          </a:prstGeom>
          <a:solidFill>
            <a:srgbClr val="0A7D6E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5" name="Oval 684"/>
          <p:cNvSpPr/>
          <p:nvPr/>
        </p:nvSpPr>
        <p:spPr>
          <a:xfrm>
            <a:off x="3012062" y="3585837"/>
            <a:ext cx="44000" cy="44000"/>
          </a:xfrm>
          <a:prstGeom prst="ellipse">
            <a:avLst/>
          </a:prstGeom>
          <a:solidFill>
            <a:srgbClr val="C53E1F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6" name="Oval 685"/>
          <p:cNvSpPr/>
          <p:nvPr/>
        </p:nvSpPr>
        <p:spPr>
          <a:xfrm>
            <a:off x="4208518" y="3586643"/>
            <a:ext cx="44000" cy="44000"/>
          </a:xfrm>
          <a:prstGeom prst="ellipse">
            <a:avLst/>
          </a:prstGeom>
          <a:solidFill>
            <a:srgbClr val="C53E1F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7" name="Oval 686"/>
          <p:cNvSpPr/>
          <p:nvPr/>
        </p:nvSpPr>
        <p:spPr>
          <a:xfrm>
            <a:off x="7713472" y="3588030"/>
            <a:ext cx="44000" cy="44000"/>
          </a:xfrm>
          <a:prstGeom prst="ellipse">
            <a:avLst/>
          </a:prstGeom>
          <a:solidFill>
            <a:srgbClr val="0A7D6E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8" name="Oval 687"/>
          <p:cNvSpPr/>
          <p:nvPr/>
        </p:nvSpPr>
        <p:spPr>
          <a:xfrm>
            <a:off x="3669385" y="3588137"/>
            <a:ext cx="44000" cy="44000"/>
          </a:xfrm>
          <a:prstGeom prst="ellipse">
            <a:avLst/>
          </a:prstGeom>
          <a:solidFill>
            <a:srgbClr val="C53E1F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9" name="Oval 688"/>
          <p:cNvSpPr/>
          <p:nvPr/>
        </p:nvSpPr>
        <p:spPr>
          <a:xfrm>
            <a:off x="3952141" y="3589202"/>
            <a:ext cx="44000" cy="44000"/>
          </a:xfrm>
          <a:prstGeom prst="ellipse">
            <a:avLst/>
          </a:prstGeom>
          <a:solidFill>
            <a:srgbClr val="C53E1F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0" name="Oval 689"/>
          <p:cNvSpPr/>
          <p:nvPr/>
        </p:nvSpPr>
        <p:spPr>
          <a:xfrm>
            <a:off x="5002216" y="3589943"/>
            <a:ext cx="44000" cy="44000"/>
          </a:xfrm>
          <a:prstGeom prst="ellipse">
            <a:avLst/>
          </a:prstGeom>
          <a:solidFill>
            <a:srgbClr val="0A7D6E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1" name="Oval 690"/>
          <p:cNvSpPr/>
          <p:nvPr/>
        </p:nvSpPr>
        <p:spPr>
          <a:xfrm>
            <a:off x="3930887" y="3590332"/>
            <a:ext cx="44000" cy="44000"/>
          </a:xfrm>
          <a:prstGeom prst="ellipse">
            <a:avLst/>
          </a:prstGeom>
          <a:solidFill>
            <a:srgbClr val="C53E1F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2" name="Oval 691"/>
          <p:cNvSpPr/>
          <p:nvPr/>
        </p:nvSpPr>
        <p:spPr>
          <a:xfrm>
            <a:off x="4717224" y="3592476"/>
            <a:ext cx="44000" cy="44000"/>
          </a:xfrm>
          <a:prstGeom prst="ellipse">
            <a:avLst/>
          </a:prstGeom>
          <a:solidFill>
            <a:srgbClr val="0A7D6E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3" name="Oval 692"/>
          <p:cNvSpPr/>
          <p:nvPr/>
        </p:nvSpPr>
        <p:spPr>
          <a:xfrm>
            <a:off x="4971594" y="3593243"/>
            <a:ext cx="44000" cy="44000"/>
          </a:xfrm>
          <a:prstGeom prst="ellipse">
            <a:avLst/>
          </a:prstGeom>
          <a:solidFill>
            <a:srgbClr val="0A7D6E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4" name="Oval 693"/>
          <p:cNvSpPr/>
          <p:nvPr/>
        </p:nvSpPr>
        <p:spPr>
          <a:xfrm>
            <a:off x="3885108" y="3594073"/>
            <a:ext cx="44000" cy="44000"/>
          </a:xfrm>
          <a:prstGeom prst="ellipse">
            <a:avLst/>
          </a:prstGeom>
          <a:solidFill>
            <a:srgbClr val="C53E1F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5" name="Oval 694"/>
          <p:cNvSpPr/>
          <p:nvPr/>
        </p:nvSpPr>
        <p:spPr>
          <a:xfrm>
            <a:off x="6385111" y="3595533"/>
            <a:ext cx="44000" cy="44000"/>
          </a:xfrm>
          <a:prstGeom prst="ellipse">
            <a:avLst/>
          </a:prstGeom>
          <a:solidFill>
            <a:srgbClr val="0A7D6E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6" name="Oval 695"/>
          <p:cNvSpPr/>
          <p:nvPr/>
        </p:nvSpPr>
        <p:spPr>
          <a:xfrm>
            <a:off x="4997139" y="3596424"/>
            <a:ext cx="44000" cy="44000"/>
          </a:xfrm>
          <a:prstGeom prst="ellipse">
            <a:avLst/>
          </a:prstGeom>
          <a:solidFill>
            <a:srgbClr val="0A7D6E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7" name="Oval 696"/>
          <p:cNvSpPr/>
          <p:nvPr/>
        </p:nvSpPr>
        <p:spPr>
          <a:xfrm>
            <a:off x="3196352" y="3597220"/>
            <a:ext cx="44000" cy="44000"/>
          </a:xfrm>
          <a:prstGeom prst="ellipse">
            <a:avLst/>
          </a:prstGeom>
          <a:solidFill>
            <a:srgbClr val="C53E1F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8" name="Oval 697"/>
          <p:cNvSpPr/>
          <p:nvPr/>
        </p:nvSpPr>
        <p:spPr>
          <a:xfrm>
            <a:off x="3739830" y="3597310"/>
            <a:ext cx="44000" cy="44000"/>
          </a:xfrm>
          <a:prstGeom prst="ellipse">
            <a:avLst/>
          </a:prstGeom>
          <a:solidFill>
            <a:srgbClr val="C53E1F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9" name="Oval 698"/>
          <p:cNvSpPr/>
          <p:nvPr/>
        </p:nvSpPr>
        <p:spPr>
          <a:xfrm>
            <a:off x="4217066" y="3598229"/>
            <a:ext cx="44000" cy="44000"/>
          </a:xfrm>
          <a:prstGeom prst="ellipse">
            <a:avLst/>
          </a:prstGeom>
          <a:solidFill>
            <a:srgbClr val="C53E1F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0" name="Oval 699"/>
          <p:cNvSpPr/>
          <p:nvPr/>
        </p:nvSpPr>
        <p:spPr>
          <a:xfrm>
            <a:off x="5068989" y="3598415"/>
            <a:ext cx="44000" cy="44000"/>
          </a:xfrm>
          <a:prstGeom prst="ellipse">
            <a:avLst/>
          </a:prstGeom>
          <a:solidFill>
            <a:srgbClr val="0A7D6E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1" name="Oval 700"/>
          <p:cNvSpPr/>
          <p:nvPr/>
        </p:nvSpPr>
        <p:spPr>
          <a:xfrm>
            <a:off x="3739403" y="3598546"/>
            <a:ext cx="44000" cy="44000"/>
          </a:xfrm>
          <a:prstGeom prst="ellipse">
            <a:avLst/>
          </a:prstGeom>
          <a:solidFill>
            <a:srgbClr val="C53E1F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2" name="Oval 701"/>
          <p:cNvSpPr/>
          <p:nvPr/>
        </p:nvSpPr>
        <p:spPr>
          <a:xfrm>
            <a:off x="5433486" y="3599924"/>
            <a:ext cx="44000" cy="44000"/>
          </a:xfrm>
          <a:prstGeom prst="ellipse">
            <a:avLst/>
          </a:prstGeom>
          <a:solidFill>
            <a:srgbClr val="0A7D6E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3" name="Oval 702"/>
          <p:cNvSpPr/>
          <p:nvPr/>
        </p:nvSpPr>
        <p:spPr>
          <a:xfrm>
            <a:off x="2315052" y="3602981"/>
            <a:ext cx="44000" cy="44000"/>
          </a:xfrm>
          <a:prstGeom prst="ellipse">
            <a:avLst/>
          </a:prstGeom>
          <a:solidFill>
            <a:srgbClr val="C53E1F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4" name="Oval 703"/>
          <p:cNvSpPr/>
          <p:nvPr/>
        </p:nvSpPr>
        <p:spPr>
          <a:xfrm>
            <a:off x="6113070" y="3604947"/>
            <a:ext cx="44000" cy="44000"/>
          </a:xfrm>
          <a:prstGeom prst="ellipse">
            <a:avLst/>
          </a:prstGeom>
          <a:solidFill>
            <a:srgbClr val="0A7D6E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5" name="Oval 704"/>
          <p:cNvSpPr/>
          <p:nvPr/>
        </p:nvSpPr>
        <p:spPr>
          <a:xfrm>
            <a:off x="4757563" y="3606331"/>
            <a:ext cx="44000" cy="44000"/>
          </a:xfrm>
          <a:prstGeom prst="ellipse">
            <a:avLst/>
          </a:prstGeom>
          <a:solidFill>
            <a:srgbClr val="0A7D6E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6" name="Oval 705"/>
          <p:cNvSpPr/>
          <p:nvPr/>
        </p:nvSpPr>
        <p:spPr>
          <a:xfrm>
            <a:off x="1516251" y="3607048"/>
            <a:ext cx="44000" cy="44000"/>
          </a:xfrm>
          <a:prstGeom prst="ellipse">
            <a:avLst/>
          </a:prstGeom>
          <a:solidFill>
            <a:srgbClr val="C53E1F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7" name="Oval 706"/>
          <p:cNvSpPr/>
          <p:nvPr/>
        </p:nvSpPr>
        <p:spPr>
          <a:xfrm>
            <a:off x="3747578" y="3608141"/>
            <a:ext cx="44000" cy="44000"/>
          </a:xfrm>
          <a:prstGeom prst="ellipse">
            <a:avLst/>
          </a:prstGeom>
          <a:solidFill>
            <a:srgbClr val="C53E1F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8" name="Oval 707"/>
          <p:cNvSpPr/>
          <p:nvPr/>
        </p:nvSpPr>
        <p:spPr>
          <a:xfrm>
            <a:off x="4942802" y="3609637"/>
            <a:ext cx="44000" cy="44000"/>
          </a:xfrm>
          <a:prstGeom prst="ellipse">
            <a:avLst/>
          </a:prstGeom>
          <a:solidFill>
            <a:srgbClr val="0A7D6E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9" name="Oval 708"/>
          <p:cNvSpPr/>
          <p:nvPr/>
        </p:nvSpPr>
        <p:spPr>
          <a:xfrm>
            <a:off x="7282814" y="3610180"/>
            <a:ext cx="44000" cy="44000"/>
          </a:xfrm>
          <a:prstGeom prst="ellipse">
            <a:avLst/>
          </a:prstGeom>
          <a:solidFill>
            <a:srgbClr val="0A7D6E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0" name="Oval 709"/>
          <p:cNvSpPr/>
          <p:nvPr/>
        </p:nvSpPr>
        <p:spPr>
          <a:xfrm>
            <a:off x="5654558" y="3610415"/>
            <a:ext cx="44000" cy="44000"/>
          </a:xfrm>
          <a:prstGeom prst="ellipse">
            <a:avLst/>
          </a:prstGeom>
          <a:solidFill>
            <a:srgbClr val="0A7D6E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1" name="Oval 710"/>
          <p:cNvSpPr/>
          <p:nvPr/>
        </p:nvSpPr>
        <p:spPr>
          <a:xfrm>
            <a:off x="3125099" y="3610707"/>
            <a:ext cx="44000" cy="44000"/>
          </a:xfrm>
          <a:prstGeom prst="ellipse">
            <a:avLst/>
          </a:prstGeom>
          <a:solidFill>
            <a:srgbClr val="C53E1F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2" name="Oval 711"/>
          <p:cNvSpPr/>
          <p:nvPr/>
        </p:nvSpPr>
        <p:spPr>
          <a:xfrm>
            <a:off x="7713472" y="3611367"/>
            <a:ext cx="44000" cy="44000"/>
          </a:xfrm>
          <a:prstGeom prst="ellipse">
            <a:avLst/>
          </a:prstGeom>
          <a:solidFill>
            <a:srgbClr val="0A7D6E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3" name="Oval 712"/>
          <p:cNvSpPr/>
          <p:nvPr/>
        </p:nvSpPr>
        <p:spPr>
          <a:xfrm>
            <a:off x="4732189" y="3615260"/>
            <a:ext cx="44000" cy="44000"/>
          </a:xfrm>
          <a:prstGeom prst="ellipse">
            <a:avLst/>
          </a:prstGeom>
          <a:solidFill>
            <a:srgbClr val="0A7D6E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4" name="Oval 713"/>
          <p:cNvSpPr/>
          <p:nvPr/>
        </p:nvSpPr>
        <p:spPr>
          <a:xfrm>
            <a:off x="5149416" y="3615272"/>
            <a:ext cx="44000" cy="44000"/>
          </a:xfrm>
          <a:prstGeom prst="ellipse">
            <a:avLst/>
          </a:prstGeom>
          <a:solidFill>
            <a:srgbClr val="0A7D6E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5" name="Oval 714"/>
          <p:cNvSpPr/>
          <p:nvPr/>
        </p:nvSpPr>
        <p:spPr>
          <a:xfrm>
            <a:off x="4277243" y="3615355"/>
            <a:ext cx="44000" cy="44000"/>
          </a:xfrm>
          <a:prstGeom prst="ellipse">
            <a:avLst/>
          </a:prstGeom>
          <a:solidFill>
            <a:srgbClr val="C53E1F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6" name="Oval 715"/>
          <p:cNvSpPr/>
          <p:nvPr/>
        </p:nvSpPr>
        <p:spPr>
          <a:xfrm>
            <a:off x="6172494" y="3615356"/>
            <a:ext cx="44000" cy="44000"/>
          </a:xfrm>
          <a:prstGeom prst="ellipse">
            <a:avLst/>
          </a:prstGeom>
          <a:solidFill>
            <a:srgbClr val="0A7D6E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7" name="Oval 716"/>
          <p:cNvSpPr/>
          <p:nvPr/>
        </p:nvSpPr>
        <p:spPr>
          <a:xfrm>
            <a:off x="6851528" y="3616145"/>
            <a:ext cx="44000" cy="44000"/>
          </a:xfrm>
          <a:prstGeom prst="ellipse">
            <a:avLst/>
          </a:prstGeom>
          <a:solidFill>
            <a:srgbClr val="0A7D6E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8" name="Oval 717"/>
          <p:cNvSpPr/>
          <p:nvPr/>
        </p:nvSpPr>
        <p:spPr>
          <a:xfrm>
            <a:off x="5666045" y="3616671"/>
            <a:ext cx="44000" cy="44000"/>
          </a:xfrm>
          <a:prstGeom prst="ellipse">
            <a:avLst/>
          </a:prstGeom>
          <a:solidFill>
            <a:srgbClr val="0A7D6E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9" name="Oval 718"/>
          <p:cNvSpPr/>
          <p:nvPr/>
        </p:nvSpPr>
        <p:spPr>
          <a:xfrm>
            <a:off x="5049188" y="3618158"/>
            <a:ext cx="44000" cy="44000"/>
          </a:xfrm>
          <a:prstGeom prst="ellipse">
            <a:avLst/>
          </a:prstGeom>
          <a:solidFill>
            <a:srgbClr val="0A7D6E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0" name="Oval 719"/>
          <p:cNvSpPr/>
          <p:nvPr/>
        </p:nvSpPr>
        <p:spPr>
          <a:xfrm>
            <a:off x="4677807" y="3618773"/>
            <a:ext cx="44000" cy="44000"/>
          </a:xfrm>
          <a:prstGeom prst="ellipse">
            <a:avLst/>
          </a:prstGeom>
          <a:solidFill>
            <a:srgbClr val="0A7D6E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1" name="Oval 720"/>
          <p:cNvSpPr/>
          <p:nvPr/>
        </p:nvSpPr>
        <p:spPr>
          <a:xfrm>
            <a:off x="3388029" y="3624162"/>
            <a:ext cx="44000" cy="44000"/>
          </a:xfrm>
          <a:prstGeom prst="ellipse">
            <a:avLst/>
          </a:prstGeom>
          <a:solidFill>
            <a:srgbClr val="C53E1F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2" name="Oval 721"/>
          <p:cNvSpPr/>
          <p:nvPr/>
        </p:nvSpPr>
        <p:spPr>
          <a:xfrm>
            <a:off x="3049102" y="3625458"/>
            <a:ext cx="44000" cy="44000"/>
          </a:xfrm>
          <a:prstGeom prst="ellipse">
            <a:avLst/>
          </a:prstGeom>
          <a:solidFill>
            <a:srgbClr val="C53E1F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3" name="Oval 722"/>
          <p:cNvSpPr/>
          <p:nvPr/>
        </p:nvSpPr>
        <p:spPr>
          <a:xfrm>
            <a:off x="4821375" y="3625897"/>
            <a:ext cx="44000" cy="44000"/>
          </a:xfrm>
          <a:prstGeom prst="ellipse">
            <a:avLst/>
          </a:prstGeom>
          <a:solidFill>
            <a:srgbClr val="0A7D6E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4" name="Oval 723"/>
          <p:cNvSpPr/>
          <p:nvPr/>
        </p:nvSpPr>
        <p:spPr>
          <a:xfrm>
            <a:off x="3923136" y="3630432"/>
            <a:ext cx="44000" cy="44000"/>
          </a:xfrm>
          <a:prstGeom prst="ellipse">
            <a:avLst/>
          </a:prstGeom>
          <a:solidFill>
            <a:srgbClr val="C53E1F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5" name="Oval 724"/>
          <p:cNvSpPr/>
          <p:nvPr/>
        </p:nvSpPr>
        <p:spPr>
          <a:xfrm>
            <a:off x="3421725" y="3631411"/>
            <a:ext cx="44000" cy="44000"/>
          </a:xfrm>
          <a:prstGeom prst="ellipse">
            <a:avLst/>
          </a:prstGeom>
          <a:solidFill>
            <a:srgbClr val="C53E1F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6" name="Oval 725"/>
          <p:cNvSpPr/>
          <p:nvPr/>
        </p:nvSpPr>
        <p:spPr>
          <a:xfrm>
            <a:off x="1901365" y="3632008"/>
            <a:ext cx="44000" cy="44000"/>
          </a:xfrm>
          <a:prstGeom prst="ellipse">
            <a:avLst/>
          </a:prstGeom>
          <a:solidFill>
            <a:srgbClr val="C53E1F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7" name="Oval 726"/>
          <p:cNvSpPr/>
          <p:nvPr/>
        </p:nvSpPr>
        <p:spPr>
          <a:xfrm>
            <a:off x="4226978" y="3635273"/>
            <a:ext cx="44000" cy="44000"/>
          </a:xfrm>
          <a:prstGeom prst="ellipse">
            <a:avLst/>
          </a:prstGeom>
          <a:solidFill>
            <a:srgbClr val="C53E1F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8" name="Oval 727"/>
          <p:cNvSpPr/>
          <p:nvPr/>
        </p:nvSpPr>
        <p:spPr>
          <a:xfrm>
            <a:off x="3627208" y="3635657"/>
            <a:ext cx="44000" cy="44000"/>
          </a:xfrm>
          <a:prstGeom prst="ellipse">
            <a:avLst/>
          </a:prstGeom>
          <a:solidFill>
            <a:srgbClr val="C53E1F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9" name="Oval 728"/>
          <p:cNvSpPr/>
          <p:nvPr/>
        </p:nvSpPr>
        <p:spPr>
          <a:xfrm>
            <a:off x="3006291" y="3637191"/>
            <a:ext cx="44000" cy="44000"/>
          </a:xfrm>
          <a:prstGeom prst="ellipse">
            <a:avLst/>
          </a:prstGeom>
          <a:solidFill>
            <a:srgbClr val="C53E1F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0" name="Oval 729"/>
          <p:cNvSpPr/>
          <p:nvPr/>
        </p:nvSpPr>
        <p:spPr>
          <a:xfrm>
            <a:off x="4188146" y="3637580"/>
            <a:ext cx="44000" cy="44000"/>
          </a:xfrm>
          <a:prstGeom prst="ellipse">
            <a:avLst/>
          </a:prstGeom>
          <a:solidFill>
            <a:srgbClr val="C53E1F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1" name="Oval 730"/>
          <p:cNvSpPr/>
          <p:nvPr/>
        </p:nvSpPr>
        <p:spPr>
          <a:xfrm>
            <a:off x="3456293" y="3637820"/>
            <a:ext cx="44000" cy="44000"/>
          </a:xfrm>
          <a:prstGeom prst="ellipse">
            <a:avLst/>
          </a:prstGeom>
          <a:solidFill>
            <a:srgbClr val="C53E1F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2" name="Oval 731"/>
          <p:cNvSpPr/>
          <p:nvPr/>
        </p:nvSpPr>
        <p:spPr>
          <a:xfrm>
            <a:off x="5190380" y="3640792"/>
            <a:ext cx="44000" cy="44000"/>
          </a:xfrm>
          <a:prstGeom prst="ellipse">
            <a:avLst/>
          </a:prstGeom>
          <a:solidFill>
            <a:srgbClr val="0A7D6E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3" name="Oval 732"/>
          <p:cNvSpPr/>
          <p:nvPr/>
        </p:nvSpPr>
        <p:spPr>
          <a:xfrm>
            <a:off x="2427020" y="3641166"/>
            <a:ext cx="44000" cy="44000"/>
          </a:xfrm>
          <a:prstGeom prst="ellipse">
            <a:avLst/>
          </a:prstGeom>
          <a:solidFill>
            <a:srgbClr val="C53E1F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4" name="Oval 733"/>
          <p:cNvSpPr/>
          <p:nvPr/>
        </p:nvSpPr>
        <p:spPr>
          <a:xfrm>
            <a:off x="4793196" y="3642164"/>
            <a:ext cx="44000" cy="44000"/>
          </a:xfrm>
          <a:prstGeom prst="ellipse">
            <a:avLst/>
          </a:prstGeom>
          <a:solidFill>
            <a:srgbClr val="0A7D6E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5" name="Oval 734"/>
          <p:cNvSpPr/>
          <p:nvPr/>
        </p:nvSpPr>
        <p:spPr>
          <a:xfrm>
            <a:off x="4838454" y="3646015"/>
            <a:ext cx="44000" cy="44000"/>
          </a:xfrm>
          <a:prstGeom prst="ellipse">
            <a:avLst/>
          </a:prstGeom>
          <a:solidFill>
            <a:srgbClr val="0A7D6E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6" name="Oval 735"/>
          <p:cNvSpPr/>
          <p:nvPr/>
        </p:nvSpPr>
        <p:spPr>
          <a:xfrm>
            <a:off x="3862051" y="3646409"/>
            <a:ext cx="44000" cy="44000"/>
          </a:xfrm>
          <a:prstGeom prst="ellipse">
            <a:avLst/>
          </a:prstGeom>
          <a:solidFill>
            <a:srgbClr val="C53E1F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7" name="Oval 736"/>
          <p:cNvSpPr/>
          <p:nvPr/>
        </p:nvSpPr>
        <p:spPr>
          <a:xfrm>
            <a:off x="4086747" y="3647726"/>
            <a:ext cx="44000" cy="44000"/>
          </a:xfrm>
          <a:prstGeom prst="ellipse">
            <a:avLst/>
          </a:prstGeom>
          <a:solidFill>
            <a:srgbClr val="C53E1F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8" name="Oval 737"/>
          <p:cNvSpPr/>
          <p:nvPr/>
        </p:nvSpPr>
        <p:spPr>
          <a:xfrm>
            <a:off x="5233066" y="3650460"/>
            <a:ext cx="44000" cy="44000"/>
          </a:xfrm>
          <a:prstGeom prst="ellipse">
            <a:avLst/>
          </a:prstGeom>
          <a:solidFill>
            <a:srgbClr val="0A7D6E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9" name="Oval 738"/>
          <p:cNvSpPr/>
          <p:nvPr/>
        </p:nvSpPr>
        <p:spPr>
          <a:xfrm>
            <a:off x="4211896" y="3652031"/>
            <a:ext cx="44000" cy="44000"/>
          </a:xfrm>
          <a:prstGeom prst="ellipse">
            <a:avLst/>
          </a:prstGeom>
          <a:solidFill>
            <a:srgbClr val="C53E1F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0" name="Oval 739"/>
          <p:cNvSpPr/>
          <p:nvPr/>
        </p:nvSpPr>
        <p:spPr>
          <a:xfrm>
            <a:off x="4826640" y="3653660"/>
            <a:ext cx="44000" cy="44000"/>
          </a:xfrm>
          <a:prstGeom prst="ellipse">
            <a:avLst/>
          </a:prstGeom>
          <a:solidFill>
            <a:srgbClr val="0A7D6E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1" name="Oval 740"/>
          <p:cNvSpPr/>
          <p:nvPr/>
        </p:nvSpPr>
        <p:spPr>
          <a:xfrm>
            <a:off x="4201670" y="3656602"/>
            <a:ext cx="44000" cy="44000"/>
          </a:xfrm>
          <a:prstGeom prst="ellipse">
            <a:avLst/>
          </a:prstGeom>
          <a:solidFill>
            <a:srgbClr val="C53E1F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2" name="Oval 741"/>
          <p:cNvSpPr/>
          <p:nvPr/>
        </p:nvSpPr>
        <p:spPr>
          <a:xfrm>
            <a:off x="4171104" y="3658955"/>
            <a:ext cx="44000" cy="44000"/>
          </a:xfrm>
          <a:prstGeom prst="ellipse">
            <a:avLst/>
          </a:prstGeom>
          <a:solidFill>
            <a:srgbClr val="C53E1F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3" name="Oval 742"/>
          <p:cNvSpPr/>
          <p:nvPr/>
        </p:nvSpPr>
        <p:spPr>
          <a:xfrm>
            <a:off x="4099054" y="3660384"/>
            <a:ext cx="44000" cy="44000"/>
          </a:xfrm>
          <a:prstGeom prst="ellipse">
            <a:avLst/>
          </a:prstGeom>
          <a:solidFill>
            <a:srgbClr val="C53E1F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4" name="Oval 743"/>
          <p:cNvSpPr/>
          <p:nvPr/>
        </p:nvSpPr>
        <p:spPr>
          <a:xfrm>
            <a:off x="6629665" y="3661303"/>
            <a:ext cx="44000" cy="44000"/>
          </a:xfrm>
          <a:prstGeom prst="ellipse">
            <a:avLst/>
          </a:prstGeom>
          <a:solidFill>
            <a:srgbClr val="0A7D6E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5" name="Oval 744"/>
          <p:cNvSpPr/>
          <p:nvPr/>
        </p:nvSpPr>
        <p:spPr>
          <a:xfrm>
            <a:off x="5595399" y="3662592"/>
            <a:ext cx="44000" cy="44000"/>
          </a:xfrm>
          <a:prstGeom prst="ellipse">
            <a:avLst/>
          </a:prstGeom>
          <a:solidFill>
            <a:srgbClr val="0A7D6E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6" name="Oval 745"/>
          <p:cNvSpPr/>
          <p:nvPr/>
        </p:nvSpPr>
        <p:spPr>
          <a:xfrm>
            <a:off x="3727297" y="3665073"/>
            <a:ext cx="44000" cy="44000"/>
          </a:xfrm>
          <a:prstGeom prst="ellipse">
            <a:avLst/>
          </a:prstGeom>
          <a:solidFill>
            <a:srgbClr val="C53E1F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7" name="Oval 746"/>
          <p:cNvSpPr/>
          <p:nvPr/>
        </p:nvSpPr>
        <p:spPr>
          <a:xfrm>
            <a:off x="5316479" y="3665132"/>
            <a:ext cx="44000" cy="44000"/>
          </a:xfrm>
          <a:prstGeom prst="ellipse">
            <a:avLst/>
          </a:prstGeom>
          <a:solidFill>
            <a:srgbClr val="0A7D6E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8" name="Oval 747"/>
          <p:cNvSpPr/>
          <p:nvPr/>
        </p:nvSpPr>
        <p:spPr>
          <a:xfrm>
            <a:off x="7713472" y="3666400"/>
            <a:ext cx="44000" cy="44000"/>
          </a:xfrm>
          <a:prstGeom prst="ellipse">
            <a:avLst/>
          </a:prstGeom>
          <a:solidFill>
            <a:srgbClr val="0A7D6E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9" name="Oval 748"/>
          <p:cNvSpPr/>
          <p:nvPr/>
        </p:nvSpPr>
        <p:spPr>
          <a:xfrm>
            <a:off x="4912611" y="3667630"/>
            <a:ext cx="44000" cy="44000"/>
          </a:xfrm>
          <a:prstGeom prst="ellipse">
            <a:avLst/>
          </a:prstGeom>
          <a:solidFill>
            <a:srgbClr val="0A7D6E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0" name="Oval 749"/>
          <p:cNvSpPr/>
          <p:nvPr/>
        </p:nvSpPr>
        <p:spPr>
          <a:xfrm>
            <a:off x="3592512" y="3669078"/>
            <a:ext cx="44000" cy="44000"/>
          </a:xfrm>
          <a:prstGeom prst="ellipse">
            <a:avLst/>
          </a:prstGeom>
          <a:solidFill>
            <a:srgbClr val="C53E1F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1" name="Oval 750"/>
          <p:cNvSpPr/>
          <p:nvPr/>
        </p:nvSpPr>
        <p:spPr>
          <a:xfrm>
            <a:off x="5203330" y="3670571"/>
            <a:ext cx="44000" cy="44000"/>
          </a:xfrm>
          <a:prstGeom prst="ellipse">
            <a:avLst/>
          </a:prstGeom>
          <a:solidFill>
            <a:srgbClr val="0A7D6E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2" name="Oval 751"/>
          <p:cNvSpPr/>
          <p:nvPr/>
        </p:nvSpPr>
        <p:spPr>
          <a:xfrm>
            <a:off x="3881108" y="3670794"/>
            <a:ext cx="44000" cy="44000"/>
          </a:xfrm>
          <a:prstGeom prst="ellipse">
            <a:avLst/>
          </a:prstGeom>
          <a:solidFill>
            <a:srgbClr val="C53E1F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3" name="Oval 752"/>
          <p:cNvSpPr/>
          <p:nvPr/>
        </p:nvSpPr>
        <p:spPr>
          <a:xfrm>
            <a:off x="5834913" y="3672768"/>
            <a:ext cx="44000" cy="44000"/>
          </a:xfrm>
          <a:prstGeom prst="ellipse">
            <a:avLst/>
          </a:prstGeom>
          <a:solidFill>
            <a:srgbClr val="0A7D6E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4" name="Oval 753"/>
          <p:cNvSpPr/>
          <p:nvPr/>
        </p:nvSpPr>
        <p:spPr>
          <a:xfrm>
            <a:off x="4028406" y="3675202"/>
            <a:ext cx="44000" cy="44000"/>
          </a:xfrm>
          <a:prstGeom prst="ellipse">
            <a:avLst/>
          </a:prstGeom>
          <a:solidFill>
            <a:srgbClr val="C53E1F"/>
          </a:solidFill>
          <a:ln w="4445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5" name="Oval 754"/>
          <p:cNvSpPr/>
          <p:nvPr/>
        </p:nvSpPr>
        <p:spPr>
          <a:xfrm>
            <a:off x="3515973" y="2971549"/>
            <a:ext cx="64000" cy="64000"/>
          </a:xfrm>
          <a:prstGeom prst="ellipse">
            <a:avLst/>
          </a:prstGeom>
          <a:solidFill>
            <a:srgbClr val="A24E78"/>
          </a:solidFill>
          <a:ln w="6350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6" name="Oval 755"/>
          <p:cNvSpPr/>
          <p:nvPr/>
        </p:nvSpPr>
        <p:spPr>
          <a:xfrm>
            <a:off x="2605379" y="3279457"/>
            <a:ext cx="64000" cy="64000"/>
          </a:xfrm>
          <a:prstGeom prst="ellipse">
            <a:avLst/>
          </a:prstGeom>
          <a:solidFill>
            <a:srgbClr val="118AB2"/>
          </a:solidFill>
          <a:ln w="6350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7" name="Oval 756"/>
          <p:cNvSpPr/>
          <p:nvPr/>
        </p:nvSpPr>
        <p:spPr>
          <a:xfrm>
            <a:off x="4167031" y="3284927"/>
            <a:ext cx="64000" cy="64000"/>
          </a:xfrm>
          <a:prstGeom prst="ellipse">
            <a:avLst/>
          </a:prstGeom>
          <a:solidFill>
            <a:srgbClr val="A24E78"/>
          </a:solidFill>
          <a:ln w="6350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8" name="Oval 757"/>
          <p:cNvSpPr/>
          <p:nvPr/>
        </p:nvSpPr>
        <p:spPr>
          <a:xfrm>
            <a:off x="2734492" y="3326759"/>
            <a:ext cx="64000" cy="64000"/>
          </a:xfrm>
          <a:prstGeom prst="ellipse">
            <a:avLst/>
          </a:prstGeom>
          <a:solidFill>
            <a:srgbClr val="5A8261"/>
          </a:solidFill>
          <a:ln w="6350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9" name="Oval 758"/>
          <p:cNvSpPr/>
          <p:nvPr/>
        </p:nvSpPr>
        <p:spPr>
          <a:xfrm>
            <a:off x="3295363" y="3353617"/>
            <a:ext cx="64000" cy="64000"/>
          </a:xfrm>
          <a:prstGeom prst="ellipse">
            <a:avLst/>
          </a:prstGeom>
          <a:solidFill>
            <a:srgbClr val="118AB2"/>
          </a:solidFill>
          <a:ln w="6350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0" name="Oval 759"/>
          <p:cNvSpPr/>
          <p:nvPr/>
        </p:nvSpPr>
        <p:spPr>
          <a:xfrm>
            <a:off x="5891428" y="3377129"/>
            <a:ext cx="64000" cy="64000"/>
          </a:xfrm>
          <a:prstGeom prst="ellipse">
            <a:avLst/>
          </a:prstGeom>
          <a:solidFill>
            <a:srgbClr val="5A8261"/>
          </a:solidFill>
          <a:ln w="6350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1" name="Oval 760"/>
          <p:cNvSpPr/>
          <p:nvPr/>
        </p:nvSpPr>
        <p:spPr>
          <a:xfrm>
            <a:off x="3397821" y="3388152"/>
            <a:ext cx="64000" cy="64000"/>
          </a:xfrm>
          <a:prstGeom prst="ellipse">
            <a:avLst/>
          </a:prstGeom>
          <a:solidFill>
            <a:srgbClr val="5A8261"/>
          </a:solidFill>
          <a:ln w="6350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2" name="Oval 761"/>
          <p:cNvSpPr/>
          <p:nvPr/>
        </p:nvSpPr>
        <p:spPr>
          <a:xfrm>
            <a:off x="3443213" y="3413016"/>
            <a:ext cx="64000" cy="64000"/>
          </a:xfrm>
          <a:prstGeom prst="ellipse">
            <a:avLst/>
          </a:prstGeom>
          <a:solidFill>
            <a:srgbClr val="5A8261"/>
          </a:solidFill>
          <a:ln w="6350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3" name="Oval 762"/>
          <p:cNvSpPr/>
          <p:nvPr/>
        </p:nvSpPr>
        <p:spPr>
          <a:xfrm>
            <a:off x="3888842" y="3478786"/>
            <a:ext cx="64000" cy="64000"/>
          </a:xfrm>
          <a:prstGeom prst="ellipse">
            <a:avLst/>
          </a:prstGeom>
          <a:solidFill>
            <a:srgbClr val="118AB2"/>
          </a:solidFill>
          <a:ln w="6350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4" name="Oval 763"/>
          <p:cNvSpPr/>
          <p:nvPr/>
        </p:nvSpPr>
        <p:spPr>
          <a:xfrm>
            <a:off x="4007815" y="3480140"/>
            <a:ext cx="64000" cy="64000"/>
          </a:xfrm>
          <a:prstGeom prst="ellipse">
            <a:avLst/>
          </a:prstGeom>
          <a:solidFill>
            <a:srgbClr val="A24E78"/>
          </a:solidFill>
          <a:ln w="6350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5" name="Oval 764"/>
          <p:cNvSpPr/>
          <p:nvPr/>
        </p:nvSpPr>
        <p:spPr>
          <a:xfrm>
            <a:off x="3556663" y="3524599"/>
            <a:ext cx="64000" cy="64000"/>
          </a:xfrm>
          <a:prstGeom prst="ellipse">
            <a:avLst/>
          </a:prstGeom>
          <a:solidFill>
            <a:srgbClr val="118AB2"/>
          </a:solidFill>
          <a:ln w="6350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6" name="Oval 765"/>
          <p:cNvSpPr/>
          <p:nvPr/>
        </p:nvSpPr>
        <p:spPr>
          <a:xfrm>
            <a:off x="3272596" y="3565826"/>
            <a:ext cx="64000" cy="64000"/>
          </a:xfrm>
          <a:prstGeom prst="ellipse">
            <a:avLst/>
          </a:prstGeom>
          <a:solidFill>
            <a:srgbClr val="5A8261"/>
          </a:solidFill>
          <a:ln w="6350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7" name="Oval 766"/>
          <p:cNvSpPr/>
          <p:nvPr/>
        </p:nvSpPr>
        <p:spPr>
          <a:xfrm>
            <a:off x="3704085" y="3582654"/>
            <a:ext cx="64000" cy="64000"/>
          </a:xfrm>
          <a:prstGeom prst="ellipse">
            <a:avLst/>
          </a:prstGeom>
          <a:solidFill>
            <a:srgbClr val="118AB2"/>
          </a:solidFill>
          <a:ln w="6350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8" name="Oval 767"/>
          <p:cNvSpPr/>
          <p:nvPr/>
        </p:nvSpPr>
        <p:spPr>
          <a:xfrm>
            <a:off x="4972433" y="3590546"/>
            <a:ext cx="64000" cy="64000"/>
          </a:xfrm>
          <a:prstGeom prst="ellipse">
            <a:avLst/>
          </a:prstGeom>
          <a:solidFill>
            <a:srgbClr val="E39A1E"/>
          </a:solidFill>
          <a:ln w="6350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9" name="Oval 768"/>
          <p:cNvSpPr/>
          <p:nvPr/>
        </p:nvSpPr>
        <p:spPr>
          <a:xfrm>
            <a:off x="4694127" y="3591103"/>
            <a:ext cx="64000" cy="64000"/>
          </a:xfrm>
          <a:prstGeom prst="ellipse">
            <a:avLst/>
          </a:prstGeom>
          <a:solidFill>
            <a:srgbClr val="A24E78"/>
          </a:solidFill>
          <a:ln w="6350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0" name="Oval 769"/>
          <p:cNvSpPr/>
          <p:nvPr/>
        </p:nvSpPr>
        <p:spPr>
          <a:xfrm>
            <a:off x="3713420" y="3598679"/>
            <a:ext cx="64000" cy="64000"/>
          </a:xfrm>
          <a:prstGeom prst="ellipse">
            <a:avLst/>
          </a:prstGeom>
          <a:solidFill>
            <a:srgbClr val="118AB2"/>
          </a:solidFill>
          <a:ln w="6350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1" name="Oval 770"/>
          <p:cNvSpPr/>
          <p:nvPr/>
        </p:nvSpPr>
        <p:spPr>
          <a:xfrm>
            <a:off x="2546479" y="3611957"/>
            <a:ext cx="64000" cy="64000"/>
          </a:xfrm>
          <a:prstGeom prst="ellipse">
            <a:avLst/>
          </a:prstGeom>
          <a:solidFill>
            <a:srgbClr val="A24E78"/>
          </a:solidFill>
          <a:ln w="6350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2" name="Oval 771"/>
          <p:cNvSpPr/>
          <p:nvPr/>
        </p:nvSpPr>
        <p:spPr>
          <a:xfrm>
            <a:off x="4870999" y="3632697"/>
            <a:ext cx="64000" cy="64000"/>
          </a:xfrm>
          <a:prstGeom prst="ellipse">
            <a:avLst/>
          </a:prstGeom>
          <a:solidFill>
            <a:srgbClr val="118AB2"/>
          </a:solidFill>
          <a:ln w="6350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3" name="Oval 772"/>
          <p:cNvSpPr/>
          <p:nvPr/>
        </p:nvSpPr>
        <p:spPr>
          <a:xfrm>
            <a:off x="3845413" y="3640069"/>
            <a:ext cx="64000" cy="64000"/>
          </a:xfrm>
          <a:prstGeom prst="ellipse">
            <a:avLst/>
          </a:prstGeom>
          <a:solidFill>
            <a:srgbClr val="118AB2"/>
          </a:solidFill>
          <a:ln w="6350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4" name="Oval 773"/>
          <p:cNvSpPr/>
          <p:nvPr/>
        </p:nvSpPr>
        <p:spPr>
          <a:xfrm>
            <a:off x="4736568" y="3649648"/>
            <a:ext cx="64000" cy="64000"/>
          </a:xfrm>
          <a:prstGeom prst="ellipse">
            <a:avLst/>
          </a:prstGeom>
          <a:solidFill>
            <a:srgbClr val="5A8261"/>
          </a:solidFill>
          <a:ln w="6350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5" name="Oval 774"/>
          <p:cNvSpPr/>
          <p:nvPr/>
        </p:nvSpPr>
        <p:spPr>
          <a:xfrm>
            <a:off x="4777486" y="3651265"/>
            <a:ext cx="64000" cy="64000"/>
          </a:xfrm>
          <a:prstGeom prst="ellipse">
            <a:avLst/>
          </a:prstGeom>
          <a:solidFill>
            <a:srgbClr val="A24E78"/>
          </a:solidFill>
          <a:ln w="6350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6" name="Oval 775"/>
          <p:cNvSpPr/>
          <p:nvPr/>
        </p:nvSpPr>
        <p:spPr>
          <a:xfrm>
            <a:off x="4192129" y="3658410"/>
            <a:ext cx="64000" cy="64000"/>
          </a:xfrm>
          <a:prstGeom prst="ellipse">
            <a:avLst/>
          </a:prstGeom>
          <a:solidFill>
            <a:srgbClr val="A24E78"/>
          </a:solidFill>
          <a:ln w="6350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7" name="TextBox 776"/>
          <p:cNvSpPr txBox="1"/>
          <p:nvPr/>
        </p:nvSpPr>
        <p:spPr>
          <a:xfrm>
            <a:off x="1768699" y="3268805"/>
            <a:ext cx="777240" cy="146304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700" b="1" i="0">
                <a:solidFill>
                  <a:srgbClr val="118AB2"/>
                </a:solidFill>
                <a:latin typeface="Arial"/>
              </a:rPr>
              <a:t>REG1A</a:t>
            </a:r>
          </a:p>
        </p:txBody>
      </p:sp>
      <p:sp>
        <p:nvSpPr>
          <p:cNvPr id="778" name="TextBox 777"/>
          <p:cNvSpPr txBox="1"/>
          <p:nvPr/>
        </p:nvSpPr>
        <p:spPr>
          <a:xfrm>
            <a:off x="1897812" y="3316401"/>
            <a:ext cx="777240" cy="146304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700" b="1" i="0">
                <a:solidFill>
                  <a:srgbClr val="5A8261"/>
                </a:solidFill>
                <a:latin typeface="Arial"/>
              </a:rPr>
              <a:t>CNTN1</a:t>
            </a:r>
          </a:p>
        </p:txBody>
      </p:sp>
      <p:sp>
        <p:nvSpPr>
          <p:cNvPr id="779" name="TextBox 778"/>
          <p:cNvSpPr txBox="1"/>
          <p:nvPr/>
        </p:nvSpPr>
        <p:spPr>
          <a:xfrm>
            <a:off x="1709799" y="3572337"/>
            <a:ext cx="777240" cy="146304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700" b="1" i="0">
                <a:solidFill>
                  <a:srgbClr val="A24E78"/>
                </a:solidFill>
                <a:latin typeface="Arial"/>
              </a:rPr>
              <a:t>NPTX2</a:t>
            </a:r>
          </a:p>
        </p:txBody>
      </p:sp>
      <p:sp>
        <p:nvSpPr>
          <p:cNvPr id="780" name="TextBox 779"/>
          <p:cNvSpPr txBox="1"/>
          <p:nvPr/>
        </p:nvSpPr>
        <p:spPr>
          <a:xfrm>
            <a:off x="6014868" y="3314558"/>
            <a:ext cx="777240" cy="146304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700" b="1" i="0">
                <a:solidFill>
                  <a:srgbClr val="5A8261"/>
                </a:solidFill>
                <a:latin typeface="Arial"/>
              </a:rPr>
              <a:t>FABP3</a:t>
            </a:r>
          </a:p>
        </p:txBody>
      </p:sp>
      <p:sp>
        <p:nvSpPr>
          <p:cNvPr id="781" name="TextBox 780"/>
          <p:cNvSpPr txBox="1"/>
          <p:nvPr/>
        </p:nvSpPr>
        <p:spPr>
          <a:xfrm>
            <a:off x="2679293" y="2885791"/>
            <a:ext cx="777240" cy="146304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700" b="1" i="0">
                <a:solidFill>
                  <a:srgbClr val="A24E78"/>
                </a:solidFill>
                <a:latin typeface="Arial"/>
              </a:rPr>
              <a:t>GPX3</a:t>
            </a:r>
          </a:p>
        </p:txBody>
      </p:sp>
      <p:sp>
        <p:nvSpPr>
          <p:cNvPr id="782" name="TextBox 781"/>
          <p:cNvSpPr txBox="1"/>
          <p:nvPr/>
        </p:nvSpPr>
        <p:spPr>
          <a:xfrm>
            <a:off x="2458683" y="3300802"/>
            <a:ext cx="777240" cy="146304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700" b="1" i="0">
                <a:solidFill>
                  <a:srgbClr val="118AB2"/>
                </a:solidFill>
                <a:latin typeface="Arial"/>
              </a:rPr>
              <a:t>CCL11</a:t>
            </a:r>
          </a:p>
        </p:txBody>
      </p:sp>
      <p:sp>
        <p:nvSpPr>
          <p:cNvPr id="783" name="TextBox 782"/>
          <p:cNvSpPr txBox="1"/>
          <p:nvPr/>
        </p:nvSpPr>
        <p:spPr>
          <a:xfrm>
            <a:off x="2561141" y="3337848"/>
            <a:ext cx="777240" cy="146304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700" b="1" i="0">
                <a:solidFill>
                  <a:srgbClr val="5A8261"/>
                </a:solidFill>
                <a:latin typeface="Arial"/>
              </a:rPr>
              <a:t>CACNA1H</a:t>
            </a:r>
          </a:p>
        </p:txBody>
      </p:sp>
      <p:sp>
        <p:nvSpPr>
          <p:cNvPr id="784" name="TextBox 783"/>
          <p:cNvSpPr txBox="1"/>
          <p:nvPr/>
        </p:nvSpPr>
        <p:spPr>
          <a:xfrm>
            <a:off x="2435916" y="3479202"/>
            <a:ext cx="777240" cy="146304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700" b="1" i="0">
                <a:solidFill>
                  <a:srgbClr val="5A8261"/>
                </a:solidFill>
                <a:latin typeface="Arial"/>
              </a:rPr>
              <a:t>SFRP1</a:t>
            </a:r>
          </a:p>
        </p:txBody>
      </p:sp>
      <p:sp>
        <p:nvSpPr>
          <p:cNvPr id="785" name="TextBox 784"/>
          <p:cNvSpPr txBox="1"/>
          <p:nvPr/>
        </p:nvSpPr>
        <p:spPr>
          <a:xfrm>
            <a:off x="2606533" y="3326740"/>
            <a:ext cx="777240" cy="146304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700" b="1" i="0">
                <a:solidFill>
                  <a:srgbClr val="5A8261"/>
                </a:solidFill>
                <a:latin typeface="Arial"/>
              </a:rPr>
              <a:t>SLIT3</a:t>
            </a:r>
          </a:p>
        </p:txBody>
      </p:sp>
      <p:sp>
        <p:nvSpPr>
          <p:cNvPr id="786" name="TextBox 785"/>
          <p:cNvSpPr txBox="1"/>
          <p:nvPr/>
        </p:nvSpPr>
        <p:spPr>
          <a:xfrm>
            <a:off x="2719983" y="3533364"/>
            <a:ext cx="777240" cy="146304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700" b="1" i="0">
                <a:solidFill>
                  <a:srgbClr val="118AB2"/>
                </a:solidFill>
                <a:latin typeface="Arial"/>
              </a:rPr>
              <a:t>PCDH7</a:t>
            </a:r>
          </a:p>
        </p:txBody>
      </p:sp>
      <p:sp>
        <p:nvSpPr>
          <p:cNvPr id="787" name="TextBox 786"/>
          <p:cNvSpPr txBox="1"/>
          <p:nvPr/>
        </p:nvSpPr>
        <p:spPr>
          <a:xfrm>
            <a:off x="2867405" y="3556738"/>
            <a:ext cx="777240" cy="146304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700" b="1" i="0">
                <a:solidFill>
                  <a:srgbClr val="118AB2"/>
                </a:solidFill>
                <a:latin typeface="Arial"/>
              </a:rPr>
              <a:t>CCL24</a:t>
            </a:r>
          </a:p>
        </p:txBody>
      </p:sp>
      <p:sp>
        <p:nvSpPr>
          <p:cNvPr id="788" name="TextBox 787"/>
          <p:cNvSpPr txBox="1"/>
          <p:nvPr/>
        </p:nvSpPr>
        <p:spPr>
          <a:xfrm>
            <a:off x="2876740" y="3530979"/>
            <a:ext cx="777240" cy="146304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700" b="1" i="0">
                <a:solidFill>
                  <a:srgbClr val="118AB2"/>
                </a:solidFill>
                <a:latin typeface="Arial"/>
              </a:rPr>
              <a:t>NMUR1</a:t>
            </a:r>
          </a:p>
        </p:txBody>
      </p:sp>
      <p:sp>
        <p:nvSpPr>
          <p:cNvPr id="789" name="TextBox 788"/>
          <p:cNvSpPr txBox="1"/>
          <p:nvPr/>
        </p:nvSpPr>
        <p:spPr>
          <a:xfrm>
            <a:off x="3052162" y="3431129"/>
            <a:ext cx="777240" cy="146304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700" b="1" i="0">
                <a:solidFill>
                  <a:srgbClr val="118AB2"/>
                </a:solidFill>
                <a:latin typeface="Arial"/>
              </a:rPr>
              <a:t>PRSS23</a:t>
            </a:r>
          </a:p>
        </p:txBody>
      </p:sp>
      <p:sp>
        <p:nvSpPr>
          <p:cNvPr id="790" name="TextBox 789"/>
          <p:cNvSpPr txBox="1"/>
          <p:nvPr/>
        </p:nvSpPr>
        <p:spPr>
          <a:xfrm>
            <a:off x="3008733" y="3646335"/>
            <a:ext cx="777240" cy="146304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700" b="1" i="0">
                <a:solidFill>
                  <a:srgbClr val="118AB2"/>
                </a:solidFill>
                <a:latin typeface="Arial"/>
              </a:rPr>
              <a:t>CX3CL1</a:t>
            </a:r>
          </a:p>
        </p:txBody>
      </p:sp>
      <p:sp>
        <p:nvSpPr>
          <p:cNvPr id="791" name="TextBox 790"/>
          <p:cNvSpPr txBox="1"/>
          <p:nvPr/>
        </p:nvSpPr>
        <p:spPr>
          <a:xfrm>
            <a:off x="3171135" y="3478755"/>
            <a:ext cx="777240" cy="146304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700" b="1" i="0">
                <a:solidFill>
                  <a:srgbClr val="A24E78"/>
                </a:solidFill>
                <a:latin typeface="Arial"/>
              </a:rPr>
              <a:t>SMAD7</a:t>
            </a:r>
          </a:p>
        </p:txBody>
      </p:sp>
      <p:sp>
        <p:nvSpPr>
          <p:cNvPr id="792" name="TextBox 791"/>
          <p:cNvSpPr txBox="1"/>
          <p:nvPr/>
        </p:nvSpPr>
        <p:spPr>
          <a:xfrm>
            <a:off x="448407" y="2963858"/>
            <a:ext cx="777240" cy="146304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700" b="1" i="0">
                <a:solidFill>
                  <a:srgbClr val="C53E1F"/>
                </a:solidFill>
                <a:latin typeface="Arial"/>
              </a:rPr>
              <a:t>LINC01139</a:t>
            </a:r>
          </a:p>
        </p:txBody>
      </p:sp>
      <p:sp>
        <p:nvSpPr>
          <p:cNvPr id="793" name="TextBox 792"/>
          <p:cNvSpPr txBox="1"/>
          <p:nvPr/>
        </p:nvSpPr>
        <p:spPr>
          <a:xfrm>
            <a:off x="7826912" y="3231803"/>
            <a:ext cx="777240" cy="146304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700" b="1" i="0">
                <a:solidFill>
                  <a:srgbClr val="0A7D6E"/>
                </a:solidFill>
                <a:latin typeface="Arial"/>
              </a:rPr>
              <a:t>LINC01087</a:t>
            </a:r>
          </a:p>
        </p:txBody>
      </p:sp>
      <p:sp>
        <p:nvSpPr>
          <p:cNvPr id="794" name="TextBox 793"/>
          <p:cNvSpPr txBox="1"/>
          <p:nvPr/>
        </p:nvSpPr>
        <p:spPr>
          <a:xfrm>
            <a:off x="7826912" y="3533940"/>
            <a:ext cx="777240" cy="146304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700" b="1" i="0">
                <a:solidFill>
                  <a:srgbClr val="0A7D6E"/>
                </a:solidFill>
                <a:latin typeface="Arial"/>
              </a:rPr>
              <a:t>FOXI3</a:t>
            </a:r>
          </a:p>
        </p:txBody>
      </p:sp>
      <p:sp>
        <p:nvSpPr>
          <p:cNvPr id="795" name="TextBox 794"/>
          <p:cNvSpPr txBox="1"/>
          <p:nvPr/>
        </p:nvSpPr>
        <p:spPr>
          <a:xfrm>
            <a:off x="7826912" y="3577883"/>
            <a:ext cx="777240" cy="146304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700" b="1" i="0">
                <a:solidFill>
                  <a:srgbClr val="0A7D6E"/>
                </a:solidFill>
                <a:latin typeface="Arial"/>
              </a:rPr>
              <a:t>CT83</a:t>
            </a:r>
          </a:p>
        </p:txBody>
      </p:sp>
      <p:sp>
        <p:nvSpPr>
          <p:cNvPr id="796" name="TextBox 795"/>
          <p:cNvSpPr txBox="1"/>
          <p:nvPr/>
        </p:nvSpPr>
        <p:spPr>
          <a:xfrm>
            <a:off x="7591017" y="2882569"/>
            <a:ext cx="777240" cy="146304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700" b="1" i="0">
                <a:solidFill>
                  <a:srgbClr val="0A7D6E"/>
                </a:solidFill>
                <a:latin typeface="Arial"/>
              </a:rPr>
              <a:t>SPAG17</a:t>
            </a:r>
          </a:p>
        </p:txBody>
      </p:sp>
      <p:sp>
        <p:nvSpPr>
          <p:cNvPr id="797" name="TextBox 796"/>
          <p:cNvSpPr txBox="1"/>
          <p:nvPr/>
        </p:nvSpPr>
        <p:spPr>
          <a:xfrm>
            <a:off x="1580862" y="2351133"/>
            <a:ext cx="777240" cy="146304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700" b="1" i="0">
                <a:solidFill>
                  <a:srgbClr val="C53E1F"/>
                </a:solidFill>
                <a:latin typeface="Arial"/>
              </a:rPr>
              <a:t>CPLX2</a:t>
            </a:r>
          </a:p>
        </p:txBody>
      </p:sp>
      <p:sp>
        <p:nvSpPr>
          <p:cNvPr id="798" name="TextBox 797"/>
          <p:cNvSpPr txBox="1"/>
          <p:nvPr/>
        </p:nvSpPr>
        <p:spPr>
          <a:xfrm>
            <a:off x="1274146" y="2648530"/>
            <a:ext cx="777240" cy="146304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700" b="1" i="0">
                <a:solidFill>
                  <a:srgbClr val="C53E1F"/>
                </a:solidFill>
                <a:latin typeface="Arial"/>
              </a:rPr>
              <a:t>LCN15</a:t>
            </a:r>
          </a:p>
        </p:txBody>
      </p:sp>
      <p:sp>
        <p:nvSpPr>
          <p:cNvPr id="799" name="TextBox 798"/>
          <p:cNvSpPr txBox="1"/>
          <p:nvPr/>
        </p:nvSpPr>
        <p:spPr>
          <a:xfrm>
            <a:off x="7826912" y="3653213"/>
            <a:ext cx="777240" cy="146304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700" b="1" i="0">
                <a:solidFill>
                  <a:srgbClr val="0A7D6E"/>
                </a:solidFill>
                <a:latin typeface="Arial"/>
              </a:rPr>
              <a:t>BOK-AS1</a:t>
            </a:r>
          </a:p>
        </p:txBody>
      </p:sp>
      <p:sp>
        <p:nvSpPr>
          <p:cNvPr id="800" name="TextBox 799"/>
          <p:cNvSpPr txBox="1"/>
          <p:nvPr/>
        </p:nvSpPr>
        <p:spPr>
          <a:xfrm>
            <a:off x="7752578" y="3245616"/>
            <a:ext cx="777240" cy="146304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700" b="1" i="0">
                <a:solidFill>
                  <a:srgbClr val="0A7D6E"/>
                </a:solidFill>
                <a:latin typeface="Arial"/>
              </a:rPr>
              <a:t>SCN2A</a:t>
            </a:r>
          </a:p>
        </p:txBody>
      </p:sp>
      <p:sp>
        <p:nvSpPr>
          <p:cNvPr id="801" name="TextBox 800"/>
          <p:cNvSpPr txBox="1"/>
          <p:nvPr/>
        </p:nvSpPr>
        <p:spPr>
          <a:xfrm>
            <a:off x="7826912" y="3554796"/>
            <a:ext cx="777240" cy="146304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700" b="1" i="0">
                <a:solidFill>
                  <a:srgbClr val="0A7D6E"/>
                </a:solidFill>
                <a:latin typeface="Arial"/>
              </a:rPr>
              <a:t>DNAAF4-CCPG1</a:t>
            </a:r>
          </a:p>
        </p:txBody>
      </p:sp>
      <p:cxnSp>
        <p:nvCxnSpPr>
          <p:cNvPr id="802" name="Connector 801"/>
          <p:cNvCxnSpPr/>
          <p:nvPr/>
        </p:nvCxnSpPr>
        <p:spPr>
          <a:xfrm>
            <a:off x="4975566" y="740126"/>
            <a:ext cx="2503170" cy="0"/>
          </a:xfrm>
          <a:prstGeom prst="line">
            <a:avLst/>
          </a:prstGeom>
          <a:ln w="27940">
            <a:solidFill>
              <a:srgbClr val="0A7D6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03" name="Right Triangle 802"/>
          <p:cNvSpPr/>
          <p:nvPr/>
        </p:nvSpPr>
        <p:spPr>
          <a:xfrm>
            <a:off x="7448736" y="710126"/>
            <a:ext cx="60000" cy="60000"/>
          </a:xfrm>
          <a:prstGeom prst="rtTriangle">
            <a:avLst/>
          </a:prstGeom>
          <a:solidFill>
            <a:srgbClr val="0A7D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4" name="TextBox 803"/>
          <p:cNvSpPr txBox="1"/>
          <p:nvPr/>
        </p:nvSpPr>
        <p:spPr>
          <a:xfrm>
            <a:off x="4975566" y="465806"/>
            <a:ext cx="2503170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1" i="0">
                <a:solidFill>
                  <a:srgbClr val="0A7D6E"/>
                </a:solidFill>
                <a:latin typeface="Arial"/>
              </a:rPr>
              <a:t>Up in Good responders</a:t>
            </a:r>
          </a:p>
        </p:txBody>
      </p:sp>
      <p:cxnSp>
        <p:nvCxnSpPr>
          <p:cNvPr id="805" name="Connector 804"/>
          <p:cNvCxnSpPr/>
          <p:nvPr/>
        </p:nvCxnSpPr>
        <p:spPr>
          <a:xfrm flipH="1">
            <a:off x="1573823" y="740126"/>
            <a:ext cx="2503170" cy="0"/>
          </a:xfrm>
          <a:prstGeom prst="line">
            <a:avLst/>
          </a:prstGeom>
          <a:ln w="27940">
            <a:solidFill>
              <a:srgbClr val="C53E1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06" name="Right Triangle 805"/>
          <p:cNvSpPr/>
          <p:nvPr/>
        </p:nvSpPr>
        <p:spPr>
          <a:xfrm rot="10800000">
            <a:off x="1543823" y="710126"/>
            <a:ext cx="60000" cy="60000"/>
          </a:xfrm>
          <a:prstGeom prst="rtTriangle">
            <a:avLst/>
          </a:prstGeom>
          <a:solidFill>
            <a:srgbClr val="C53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7" name="TextBox 806"/>
          <p:cNvSpPr txBox="1"/>
          <p:nvPr/>
        </p:nvSpPr>
        <p:spPr>
          <a:xfrm>
            <a:off x="1573823" y="465806"/>
            <a:ext cx="2503170" cy="201168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1" i="0">
                <a:solidFill>
                  <a:srgbClr val="C53E1F"/>
                </a:solidFill>
                <a:latin typeface="Arial"/>
              </a:rPr>
              <a:t>Up in Poor responders</a:t>
            </a:r>
          </a:p>
        </p:txBody>
      </p:sp>
      <p:sp>
        <p:nvSpPr>
          <p:cNvPr id="808" name="Oval 807"/>
          <p:cNvSpPr/>
          <p:nvPr/>
        </p:nvSpPr>
        <p:spPr>
          <a:xfrm>
            <a:off x="1299880" y="5314096"/>
            <a:ext cx="52000" cy="52000"/>
          </a:xfrm>
          <a:prstGeom prst="ellipse">
            <a:avLst/>
          </a:prstGeom>
          <a:solidFill>
            <a:srgbClr val="E39A1E"/>
          </a:solidFill>
          <a:ln w="3810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9" name="TextBox 808"/>
          <p:cNvSpPr txBox="1"/>
          <p:nvPr/>
        </p:nvSpPr>
        <p:spPr>
          <a:xfrm>
            <a:off x="1463040" y="5257800"/>
            <a:ext cx="1950720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750" b="0" i="0">
                <a:solidFill>
                  <a:srgbClr val="0E2A47"/>
                </a:solidFill>
                <a:latin typeface="Arial"/>
              </a:rPr>
              <a:t>Cell cycle  (n = 1)</a:t>
            </a:r>
          </a:p>
        </p:txBody>
      </p:sp>
      <p:sp>
        <p:nvSpPr>
          <p:cNvPr id="810" name="Oval 809"/>
          <p:cNvSpPr/>
          <p:nvPr/>
        </p:nvSpPr>
        <p:spPr>
          <a:xfrm>
            <a:off x="3524920" y="5314096"/>
            <a:ext cx="52000" cy="52000"/>
          </a:xfrm>
          <a:prstGeom prst="ellipse">
            <a:avLst/>
          </a:prstGeom>
          <a:solidFill>
            <a:srgbClr val="A24E78"/>
          </a:solidFill>
          <a:ln w="3810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1" name="TextBox 810"/>
          <p:cNvSpPr txBox="1"/>
          <p:nvPr/>
        </p:nvSpPr>
        <p:spPr>
          <a:xfrm>
            <a:off x="3688080" y="5257800"/>
            <a:ext cx="1950720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750" b="0" i="0">
                <a:solidFill>
                  <a:srgbClr val="0E2A47"/>
                </a:solidFill>
                <a:latin typeface="Arial"/>
              </a:rPr>
              <a:t>DNA repair  (n = 7)</a:t>
            </a:r>
          </a:p>
        </p:txBody>
      </p:sp>
      <p:sp>
        <p:nvSpPr>
          <p:cNvPr id="812" name="Oval 811"/>
          <p:cNvSpPr/>
          <p:nvPr/>
        </p:nvSpPr>
        <p:spPr>
          <a:xfrm>
            <a:off x="5749960" y="5314096"/>
            <a:ext cx="52000" cy="52000"/>
          </a:xfrm>
          <a:prstGeom prst="ellipse">
            <a:avLst/>
          </a:prstGeom>
          <a:solidFill>
            <a:srgbClr val="118AB2"/>
          </a:solidFill>
          <a:ln w="3810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3" name="TextBox 812"/>
          <p:cNvSpPr txBox="1"/>
          <p:nvPr/>
        </p:nvSpPr>
        <p:spPr>
          <a:xfrm>
            <a:off x="5913120" y="5257800"/>
            <a:ext cx="1950720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750" b="0" i="0">
                <a:solidFill>
                  <a:srgbClr val="0E2A47"/>
                </a:solidFill>
                <a:latin typeface="Arial"/>
              </a:rPr>
              <a:t>Immune  (n = 8)</a:t>
            </a:r>
          </a:p>
        </p:txBody>
      </p:sp>
      <p:sp>
        <p:nvSpPr>
          <p:cNvPr id="814" name="Oval 813"/>
          <p:cNvSpPr/>
          <p:nvPr/>
        </p:nvSpPr>
        <p:spPr>
          <a:xfrm>
            <a:off x="1299880" y="5560984"/>
            <a:ext cx="52000" cy="52000"/>
          </a:xfrm>
          <a:prstGeom prst="ellipse">
            <a:avLst/>
          </a:prstGeom>
          <a:solidFill>
            <a:srgbClr val="5A8261"/>
          </a:solidFill>
          <a:ln w="3810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5" name="TextBox 814"/>
          <p:cNvSpPr txBox="1"/>
          <p:nvPr/>
        </p:nvSpPr>
        <p:spPr>
          <a:xfrm>
            <a:off x="1463040" y="5504688"/>
            <a:ext cx="1950720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750" b="0" i="0">
                <a:solidFill>
                  <a:srgbClr val="0E2A47"/>
                </a:solidFill>
                <a:latin typeface="Arial"/>
              </a:rPr>
              <a:t>EMT / Stromal  (n = 6)</a:t>
            </a:r>
          </a:p>
        </p:txBody>
      </p:sp>
      <p:sp>
        <p:nvSpPr>
          <p:cNvPr id="816" name="Oval 815"/>
          <p:cNvSpPr/>
          <p:nvPr/>
        </p:nvSpPr>
        <p:spPr>
          <a:xfrm>
            <a:off x="3528920" y="5564984"/>
            <a:ext cx="44000" cy="44000"/>
          </a:xfrm>
          <a:prstGeom prst="ellipse">
            <a:avLst/>
          </a:prstGeom>
          <a:solidFill>
            <a:srgbClr val="0A7D6E"/>
          </a:solidFill>
          <a:ln w="3810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7" name="TextBox 816"/>
          <p:cNvSpPr txBox="1"/>
          <p:nvPr/>
        </p:nvSpPr>
        <p:spPr>
          <a:xfrm>
            <a:off x="3688080" y="5504688"/>
            <a:ext cx="1950720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750" b="0" i="0">
                <a:solidFill>
                  <a:srgbClr val="0E2A47"/>
                </a:solidFill>
                <a:latin typeface="Arial"/>
              </a:rPr>
              <a:t>Other, up-good  (n = 106)</a:t>
            </a:r>
          </a:p>
        </p:txBody>
      </p:sp>
      <p:sp>
        <p:nvSpPr>
          <p:cNvPr id="818" name="Oval 817"/>
          <p:cNvSpPr/>
          <p:nvPr/>
        </p:nvSpPr>
        <p:spPr>
          <a:xfrm>
            <a:off x="5753960" y="5564984"/>
            <a:ext cx="44000" cy="44000"/>
          </a:xfrm>
          <a:prstGeom prst="ellipse">
            <a:avLst/>
          </a:prstGeom>
          <a:solidFill>
            <a:srgbClr val="C53E1F"/>
          </a:solidFill>
          <a:ln w="3810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9" name="TextBox 818"/>
          <p:cNvSpPr txBox="1"/>
          <p:nvPr/>
        </p:nvSpPr>
        <p:spPr>
          <a:xfrm>
            <a:off x="5913120" y="5504688"/>
            <a:ext cx="1950720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750" b="0" i="0">
                <a:solidFill>
                  <a:srgbClr val="0E2A47"/>
                </a:solidFill>
                <a:latin typeface="Arial"/>
              </a:rPr>
              <a:t>Other, up-poor  (n = 100)</a:t>
            </a:r>
          </a:p>
        </p:txBody>
      </p:sp>
      <p:sp>
        <p:nvSpPr>
          <p:cNvPr id="820" name="Oval 819"/>
          <p:cNvSpPr/>
          <p:nvPr/>
        </p:nvSpPr>
        <p:spPr>
          <a:xfrm>
            <a:off x="1307880" y="5815872"/>
            <a:ext cx="36000" cy="36000"/>
          </a:xfrm>
          <a:prstGeom prst="ellipse">
            <a:avLst/>
          </a:prstGeom>
          <a:solidFill>
            <a:srgbClr val="DDE2E8"/>
          </a:solidFill>
          <a:ln w="3810">
            <a:solidFill>
              <a:srgbClr val="0E2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1" name="TextBox 820"/>
          <p:cNvSpPr txBox="1"/>
          <p:nvPr/>
        </p:nvSpPr>
        <p:spPr>
          <a:xfrm>
            <a:off x="1463040" y="5751576"/>
            <a:ext cx="1950720" cy="164592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750" b="0" i="0">
                <a:solidFill>
                  <a:srgbClr val="0E2A47"/>
                </a:solidFill>
                <a:latin typeface="Arial"/>
              </a:rPr>
              <a:t>Non-significant (P ≥ 0.01)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