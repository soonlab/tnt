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188720" y="4709160"/>
            <a:ext cx="66751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88720" y="411480"/>
            <a:ext cx="0" cy="42976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17087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4207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5892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604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0764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17884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260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5972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84441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01561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43400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8118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85238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0995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2707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51795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68915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363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91075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35472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52592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43000" y="470916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462686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420355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412125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369794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361564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19233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311003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43000" y="268672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7240" y="260442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218111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209881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143000" y="167550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7240" y="1593207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116989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108759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43000" y="66428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240" y="58198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4965192"/>
            <a:ext cx="6675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45720" y="245973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26280" y="411480"/>
            <a:ext cx="0" cy="429768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88720" y="3697941"/>
            <a:ext cx="667512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234440" y="3515061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4514421" y="46885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25052" y="4284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75248" y="4661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94517" y="44597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355448" y="4572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00933" y="46778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58709" y="4496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617505" y="4641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62306" y="46469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29881" y="46732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480171" y="46514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32882" y="44673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162570" y="44062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43120" y="4374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7365" y="4358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178539" y="4471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122735" y="4507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453820" y="4602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95864" y="4645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1804" y="46114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49042" y="43962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20168" y="41062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97382" y="4378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133719" y="3914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45883" y="4670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47471" y="43624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48269" y="4312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49380" y="41805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36844" y="45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187840" y="42213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77105" y="45669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601515" y="44965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23546" y="4673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446512" y="4598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99101" y="4540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477977" y="46678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650932" y="44008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722252" y="4589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541475" y="46811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552275" y="46099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726351" y="46066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741543" y="4055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23245" y="40514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365704" y="4654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644764" y="4463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63704" y="46682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41893" y="43742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025068" y="4315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507906" y="4690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642410" y="46425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450550" y="4625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41931" y="4666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409540" y="44995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617267" y="42545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427698" y="45874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003029" y="42529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54203" y="46245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615166" y="4526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743193" y="43722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845593" y="44585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80946" y="441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270595" y="43310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04814" y="4611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784390" y="45468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469215" y="46392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608769" y="43408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471777" y="45970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01918" y="455426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01635" y="45599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6842" y="4629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646398" y="45255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546949" y="46468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305550" y="45920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382136" y="45441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437172" y="458104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681720" y="4640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702614" y="4424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322587" y="4493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318340" y="45384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689180" y="42556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595613" y="4488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76091" y="45162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431268" y="45927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490941" y="46546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4470878" y="4646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327388" y="4539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617542" y="42222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92559" y="3791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4593288" y="4577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008860" y="4619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536939" y="4312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60414" y="44643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40857" y="4579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626222" y="42512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92791" y="43077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564279" y="4614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423966" y="46419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689084" y="444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345493" y="46182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485931" y="4675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585042" y="44971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472609" y="4630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378993" y="46614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148923" y="44168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474497" y="4675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016896" y="39455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501662" y="4690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929816" y="445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479149" y="46036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2732248" y="44782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685549" y="4650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921809" y="43114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147553" y="41320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590096" y="46317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3928447" y="43003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067876" y="45733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417652" y="46369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055688" y="4344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4303678" y="4465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4510596" y="46926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249444" y="44657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259018" y="42660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4425507" y="44889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4624715" y="4373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4398541" y="45028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790061" y="42416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561847" y="46132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404195" y="45338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307418" y="41271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091333" y="45975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608414" y="43938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451016" y="4633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338613" y="44244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466683" y="4616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376013" y="4583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4332760" y="46082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09256" y="4492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4266756" y="4539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4372968" y="46013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519042" y="4678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4565719" y="466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4609199" y="4596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480641" y="46652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116041" y="4531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978063" y="42614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612242" y="44073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458229" y="4612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557794" y="45973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662148" y="44384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5391561" y="42891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602594" y="4547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392603" y="4559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617528" y="43693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643661" y="4575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592927" y="46553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414098" y="45314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476959" y="46104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693994" y="41660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427677" y="45969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664309" y="4271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482169" y="4677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451141" y="4576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09203" y="46095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4557" y="4578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687329" y="42437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854396" y="42027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455228" y="46624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183632" y="4480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986655" y="4380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513112" y="4691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631640" y="4594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523178" y="4675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996808" y="44238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260156" y="4528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999091" y="45342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406764" y="46199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540518" y="42546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962851" y="4446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907023" y="4583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14941" y="46340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652295" y="4594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400398" y="45030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639591" y="46154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859967" y="46365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510164" y="46930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68636" y="45097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522347" y="4679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66116" y="43332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894086" y="4269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296544" y="41789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294487" y="43862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319355" y="42637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832550" y="40042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28516" y="4532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538005" y="43639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571588" y="4652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732577" y="428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567613" y="4594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602204" y="4426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694625" y="4449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678471" y="4591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69164" y="44531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173804" y="41280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452965" y="4663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342008" y="44536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4406580" y="45398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4940711" y="44736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040023" y="42594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554654" y="46529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672690" y="447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393663" y="46073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586590" y="45531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594751" y="4451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4738557" y="46067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446525" y="46355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89710" y="4604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549493" y="4619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271174" y="4349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4344955" y="4595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4265376" y="44757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4264716" y="46345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782807" y="41213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4521817" y="46858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4934146" y="41870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4178935" y="4218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4539035" y="46066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184634" y="4429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4438063" y="46611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096651" y="45293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383767" y="4464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709973" y="42281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524921" y="4685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889703" y="42083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3815490" y="43963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554324" y="4645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612889" y="43457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4503082" y="46838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490443" y="46853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575551" y="459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97375" y="430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915417" y="42563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450329" y="45824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145169" y="38908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669306" y="44895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654465" y="45356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4569795" y="4610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394198" y="44998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261614" y="44953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175092" y="436526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542379" y="46431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335986" y="4552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163335" y="4634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4871489" y="37240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178938" y="42969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133111" y="43847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531893" y="46336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130066" y="4219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788602" y="42998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714393" y="4232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4903344" y="41344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453877" y="4607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766115" y="43938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567533" y="45981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086993" y="45263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575828" y="45096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4308452" y="42023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4520495" y="4674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499415" y="46760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779135" y="45258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430705" y="45463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604050" y="4475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295675" y="45459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575483" y="46608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4598788" y="4625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555650" y="4610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852793" y="44487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297928" y="4530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34226" y="4394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579502" y="4521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4362254" y="4547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4388923" y="45595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4158017" y="4586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451523" y="463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490269" y="4674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274425" y="45116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461179" y="46059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4560014" y="46467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4638423" y="43803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4309053" y="466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4181612" y="436258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73818" y="45617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906500" y="45825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450689" y="46754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4605402" y="45912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4559683" y="45240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4571019" y="46230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4445474" y="45762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4554748" y="4643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11859" y="45555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634612" y="4563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642414" y="4273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4295401" y="4607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442235" y="4154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4541948" y="4670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4426624" y="4606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002870" y="43740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938749" y="4223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4853309" y="4569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645123" y="43227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4848668" y="45026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632607" y="44113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4508338" y="46920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49272" y="42776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4580057" y="4615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057916" y="43424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4557622" y="46256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4196445" y="4201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4953089" y="4264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4003506" y="4482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4125152" y="4414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4576428" y="46462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4378941" y="45726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4480450" y="4679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677086" y="45424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4513747" y="4686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4209538" y="4464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974587" y="43847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12745" y="46920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941886" y="440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4416667" y="4597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4191486" y="44067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4195913" y="38955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4978826" y="42154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4209278" y="4312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4466366" y="46163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4245164" y="4503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4512522" y="46872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4101055" y="458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526387" y="41101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4674619" y="38257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4707839" y="4350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4618384" y="4428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4424977" y="45198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4513396" y="46917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4137345" y="44912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4826146" y="4097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4723434" y="45933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4698092" y="45798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4228098" y="43018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4549161" y="46785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4604150" y="44560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4455968" y="4520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372340" y="44900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4615336" y="45021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836291" y="39618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83783" y="45393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545021" y="46598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4408127" y="4558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4447880" y="46497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4304958" y="45057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4425910" y="45166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4138891" y="440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4454288" y="46471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4308184" y="4606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4450879" y="45919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4451633" y="45419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992486" y="43909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4767237" y="46334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4434580" y="45641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4455003" y="4560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4308824" y="46452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4977665" y="4399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4571023" y="45605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4796092" y="4465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654533" y="41965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4532007" y="46703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4069134" y="43426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4466933" y="46561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4405273" y="4595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4670558" y="44386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868054" y="4034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4503381" y="468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792877" y="4518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228512" y="43291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448236" y="46599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4483089" y="4645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4540838" y="4652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4808151" y="46126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567670" y="45634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4508686" y="46924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42907" y="38803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862102" y="43494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388031" y="4512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4634313" y="4535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284162" y="45234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4350715" y="42148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525495" y="4669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4267004" y="4447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4510802" y="46924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4593528" y="4608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4513548" y="46878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4724369" y="45929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4627770" y="4631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4006446" y="41451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832267" y="42630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4743689" y="40361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4237390" y="43674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4627378" y="46208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4528539" y="4680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4990316" y="46013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4558861" y="4654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4767995" y="46256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4449632" y="46244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4459981" y="4619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4186582" y="4540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4560509" y="45691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4620130" y="45373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4495695" y="46726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4905273" y="4375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5023557" y="4490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4858251" y="43730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4441622" y="45580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4935217" y="3716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4769358" y="4566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4440251" y="45345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793528" y="3836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4213843" y="41994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4656839" y="44129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4616573" y="4628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4709391" y="45957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4276480" y="43890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4595441" y="46155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5013773" y="45157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764214" y="43631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4118428" y="4428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4512783" y="46869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4571119" y="46723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4694601" y="45944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4651948" y="44879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4783283" y="45458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4525052" y="46788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4498135" y="46722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4628987" y="4628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4393688" y="4609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4390592" y="46306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5210701" y="3941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4468412" y="46233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4635093" y="45878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4546795" y="46673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4893059" y="42212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4401958" y="4642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4445864" y="460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953919" y="42201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4762967" y="45930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4411116" y="4608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4538717" y="46004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4005864" y="4272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4287676" y="45409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4388558" y="44650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4388052" y="45655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4233231" y="44577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4801964" y="38206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4554950" y="45509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4544090" y="46202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4568941" y="460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4815902" y="4350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4607541" y="44735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4548621" y="46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408296" y="43779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4040325" y="432006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4289601" y="44366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4173207" y="4436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4442558" y="4607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4230928" y="4293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4437224" y="44935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4180089" y="45760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4387753" y="4676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6532453" y="4336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4440819" y="455523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4626097" y="4392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4417103" y="45276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4590152" y="45801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4853544" y="44762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4788087" y="45035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4510073" y="469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4235630" y="4618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4680801" y="43357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231799" y="43064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4593315" y="449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23482" y="42701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886355" y="40249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293411" y="4491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415187" y="4661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366535" y="46471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506671" y="4687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4419221" y="4560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4205389" y="44539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4447155" y="46643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4631572" y="43074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4181320" y="44629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427542" y="239672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4912817" y="253635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3891013" y="262626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4932753" y="27085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120826" y="272253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5431220" y="27544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3405959" y="27848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4906087" y="279450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4751633" y="29141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3257241" y="294352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7477577" y="297764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295087" y="298058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5794244" y="298752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6171402" y="298893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3240281" y="298926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5302778" y="300561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4763166" y="30064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199698" y="30109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4079338" y="302562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153147" y="306050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461391" y="306664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052469" y="310505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6389936" y="310787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6062564" y="3129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3589481" y="312929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3823055" y="313521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5413710" y="315198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785092" y="315943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326238" y="31651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7136" y="319228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33387" y="32021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6470535" y="320985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5115108" y="321071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4170415" y="32119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383922" y="321612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4913103" y="321880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6062926" y="322492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3831071" y="323014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39145" y="32347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952569" y="32373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5195212" y="324588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4745702" y="324628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705902" y="324970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312660" y="326256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004452" y="326779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278674" y="327557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4088813" y="32803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3476095" y="328431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352335" y="328669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7713472" y="329371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797395" y="333212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5253948" y="333925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7639138" y="334034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485389" y="334145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2602077" y="33429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86848" y="334547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107400" y="334868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481089" y="335370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480534" y="33538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4690375" y="335474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783699" y="335671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10033" y="336046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738358" y="336955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701050" y="338943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5977989" y="339116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834646" y="33933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5961110" y="339502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4348552" y="339816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6518610" y="34080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4873486" y="341119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1320196" y="341604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3184945" y="342150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4790682" y="342344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4862589" y="342411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4776486" y="342499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173115" y="344034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3960316" y="34423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3306672" y="34426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010720" y="344460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1464344" y="344477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4090672" y="34482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4787917" y="34486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4912444" y="34556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3506129" y="345873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114736" y="345903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4833522" y="346262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4269684" y="346414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4959259" y="346769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5482477" y="347013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317519" y="348689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4805711" y="348696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810333" y="34876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3498146" y="349403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3897662" y="350117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3193200" y="35018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01728" y="350222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4813466" y="350716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3712267" y="350906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6324167" y="351568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6795422" y="351730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4950474" y="351843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4655478" y="351920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4890747" y="352048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3973596" y="35214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3887089" y="352958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3410786" y="353068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2227539" y="353068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4765885" y="353289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4859123" y="3535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3888450" y="353525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3967241" y="35353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3312812" y="353864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3493252" y="354219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5890398" y="354768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1706635" y="35504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3826054" y="35515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4853919" y="355345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4229498" y="355568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441213" y="355721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6677282" y="35577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4818049" y="356131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775574" y="356253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4143561" y="356374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5143490" y="35649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4674411" y="356509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616930" y="356679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7134505" y="356955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1942335" y="357183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659134" y="357386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5665122" y="357497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809017" y="357697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3553253" y="357715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6274970" y="357859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5679688" y="357941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5875085" y="35828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7713472" y="35857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3012062" y="35858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4208518" y="358664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7713472" y="35880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3669385" y="35881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3952141" y="35892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002216" y="35899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3930887" y="35903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4717224" y="359247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4971594" y="35932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3885108" y="35940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6385111" y="35955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4997139" y="359642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3196352" y="35972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3739830" y="35973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4217066" y="359822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068989" y="35984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3739403" y="359854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5433486" y="359992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315052" y="360298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6113070" y="360494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4757563" y="360633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1516251" y="360704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3747578" y="360814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4942802" y="360963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282814" y="361018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5654558" y="36104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3125099" y="361070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713472" y="361136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4732189" y="36152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5149416" y="361527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4277243" y="361535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6172494" y="361535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6851528" y="361614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5666045" y="361667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5049188" y="3618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4677807" y="361877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3388029" y="362416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3049102" y="36254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4821375" y="362589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3923136" y="36304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3421725" y="363141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1901365" y="36320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4226978" y="36352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3627208" y="363565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3006291" y="363719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4188146" y="363758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3456293" y="36378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5190380" y="36407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2427020" y="36411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4793196" y="364216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4838454" y="36460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3862051" y="364640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4086747" y="364772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5233066" y="36504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4211896" y="365203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4826640" y="36536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4201670" y="36566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4171104" y="365895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4099054" y="366038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6629665" y="366130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5595399" y="36625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3727297" y="36650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5316479" y="366513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7713472" y="366640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4912611" y="36676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3592512" y="366907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5203330" y="367057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3881108" y="367079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5834913" y="367276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4028406" y="36752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3515973" y="2971549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2605379" y="3279457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4167031" y="3284927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2734492" y="3326759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3295363" y="3353617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5891428" y="3377129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3397821" y="3388152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3443213" y="3413016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3888842" y="3478786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4007815" y="3480140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3556663" y="3524599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3272596" y="3565826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3704085" y="3582654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4972433" y="3590546"/>
            <a:ext cx="64000" cy="64000"/>
          </a:xfrm>
          <a:prstGeom prst="ellipse">
            <a:avLst/>
          </a:prstGeom>
          <a:solidFill>
            <a:srgbClr val="057A64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4694127" y="3591103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3713420" y="3598679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2546479" y="3611957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4870999" y="3632697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3845413" y="3640069"/>
            <a:ext cx="64000" cy="64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4736568" y="3649648"/>
            <a:ext cx="64000" cy="64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4777486" y="3651265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4192129" y="3658410"/>
            <a:ext cx="64000" cy="64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2403542" y="237272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2096826" y="269853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5407220" y="273045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3381959" y="276081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3233241" y="291952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7453577" y="295364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1271087" y="295658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3501973" y="295754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5770244" y="296352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6147402" y="296493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3216281" y="296526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5278778" y="298161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5175698" y="298698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5129147" y="303650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5437391" y="304264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6365936" y="308387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6038564" y="310515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3565481" y="310529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3799055" y="311121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5389710" y="312798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3761092" y="313543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3302238" y="314110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2873136" y="316828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3109387" y="317815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6446535" y="318585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2359922" y="319212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6038926" y="320092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3807071" y="320614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3415145" y="321070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2928569" y="321336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5171212" y="322188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3681902" y="322570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3288660" y="323856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2980452" y="324379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3254674" y="325157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3452095" y="326031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3328335" y="326269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2591379" y="326545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7689472" y="326971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2720492" y="331275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5229948" y="331525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7615138" y="331634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3461389" y="331745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2578077" y="331891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5457089" y="332970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3456534" y="332980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3281363" y="333961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5877428" y="336312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5953989" y="336716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5810646" y="336933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5937110" y="337102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3383821" y="337415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6494610" y="338409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1296196" y="339204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3160945" y="339750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3429213" y="339901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3282672" y="341862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1440344" y="342077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3482129" y="343473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5458477" y="344613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3293519" y="346289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2786333" y="346366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3474146" y="347003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3169200" y="347787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5677728" y="347822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3688267" y="348506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6300167" y="349168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6771422" y="349330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3386786" y="350668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2203539" y="350668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3542663" y="351059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3288812" y="351464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3469252" y="351819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5866398" y="352368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1682635" y="352640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3802054" y="352753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2417213" y="353321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6653282" y="353379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3751574" y="353853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6592930" y="354279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7110505" y="354555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1918335" y="354783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5641122" y="355097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3258596" y="355182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3529253" y="355315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6250970" y="355459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5655688" y="355541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5851085" y="355883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7689472" y="356178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2988062" y="356183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7689472" y="356403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3645385" y="356413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3690085" y="356865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6361111" y="357153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3172352" y="357322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3715830" y="357331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3715403" y="357454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5409486" y="3575924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2291052" y="357898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6089070" y="358094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1492251" y="358304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3723578" y="358414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3699420" y="358467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7258814" y="358618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5630558" y="358641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3101099" y="358670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7689472" y="358736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5125416" y="359127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6148494" y="359135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6827528" y="3592145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5642045" y="359267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2532479" y="359795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3364029" y="360016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3025102" y="360145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3397725" y="360741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1877365" y="360800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3603208" y="3611657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2982291" y="361319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3432293" y="361382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5166380" y="361679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2403020" y="3617166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3838051" y="362240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3831413" y="3626069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5209066" y="362646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6605665" y="363730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5571399" y="363859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3703297" y="3641073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5292479" y="3641132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7689472" y="3642400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3568512" y="364507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5179330" y="3646571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5810913" y="3648768"/>
            <a:ext cx="92000" cy="92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TextBox 908"/>
          <p:cNvSpPr txBox="1"/>
          <p:nvPr/>
        </p:nvSpPr>
        <p:spPr>
          <a:xfrm>
            <a:off x="1768699" y="326880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REG1A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897812" y="33164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B03219"/>
                </a:solidFill>
                <a:latin typeface="Arial"/>
              </a:rPr>
              <a:t>CNTN1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709799" y="357233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00567D"/>
                </a:solidFill>
                <a:latin typeface="Arial"/>
              </a:rPr>
              <a:t>NPTX2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6014868" y="33145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B03219"/>
                </a:solidFill>
                <a:latin typeface="Arial"/>
              </a:rPr>
              <a:t>FABP3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679293" y="288579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00567D"/>
                </a:solidFill>
                <a:latin typeface="Arial"/>
              </a:rPr>
              <a:t>GPX3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458683" y="33008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CCL11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2561141" y="333784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B03219"/>
                </a:solidFill>
                <a:latin typeface="Arial"/>
              </a:rPr>
              <a:t>CACNA1H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2435916" y="34792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B03219"/>
                </a:solidFill>
                <a:latin typeface="Arial"/>
              </a:rPr>
              <a:t>SFRP1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2606533" y="33267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B03219"/>
                </a:solidFill>
                <a:latin typeface="Arial"/>
              </a:rPr>
              <a:t>SLIT3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2719983" y="353336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PCDH7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2867405" y="355673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CCL24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2876740" y="353097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NMUR1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3052162" y="343112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PRSS23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3008733" y="364633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11456"/>
                </a:solidFill>
                <a:latin typeface="Arial"/>
              </a:rPr>
              <a:t>CX3CL1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3171135" y="34787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00567D"/>
                </a:solidFill>
                <a:latin typeface="Arial"/>
              </a:rPr>
              <a:t>SMAD7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448407" y="29638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LINC01139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7826912" y="323180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LINC01087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7826912" y="35339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FOXI3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7826912" y="357788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CT83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7591017" y="28825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SPAG17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80862" y="235113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CPLX2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1274146" y="264853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LCN15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7826912" y="365321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BOK-AS1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7752578" y="324561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SCN2A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7826912" y="35547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DNAAF4-CCPG1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4975566" y="740126"/>
            <a:ext cx="250317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Right Triangle 934"/>
          <p:cNvSpPr/>
          <p:nvPr/>
        </p:nvSpPr>
        <p:spPr>
          <a:xfrm>
            <a:off x="7448736" y="710126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TextBox 935"/>
          <p:cNvSpPr txBox="1"/>
          <p:nvPr/>
        </p:nvSpPr>
        <p:spPr>
          <a:xfrm>
            <a:off x="4975566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937" name="Connector 936"/>
          <p:cNvCxnSpPr/>
          <p:nvPr/>
        </p:nvCxnSpPr>
        <p:spPr>
          <a:xfrm flipH="1">
            <a:off x="1573823" y="740126"/>
            <a:ext cx="250317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8" name="Right Triangle 937"/>
          <p:cNvSpPr/>
          <p:nvPr/>
        </p:nvSpPr>
        <p:spPr>
          <a:xfrm rot="10800000">
            <a:off x="1543823" y="710126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1573823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940" name="Oval 939"/>
          <p:cNvSpPr/>
          <p:nvPr/>
        </p:nvSpPr>
        <p:spPr>
          <a:xfrm>
            <a:off x="1299880" y="5314096"/>
            <a:ext cx="52000" cy="52000"/>
          </a:xfrm>
          <a:prstGeom prst="ellipse">
            <a:avLst/>
          </a:prstGeom>
          <a:solidFill>
            <a:srgbClr val="057A64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TextBox 940"/>
          <p:cNvSpPr txBox="1"/>
          <p:nvPr/>
        </p:nvSpPr>
        <p:spPr>
          <a:xfrm>
            <a:off x="146304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942" name="Oval 941"/>
          <p:cNvSpPr/>
          <p:nvPr/>
        </p:nvSpPr>
        <p:spPr>
          <a:xfrm>
            <a:off x="3524920" y="5314096"/>
            <a:ext cx="52000" cy="52000"/>
          </a:xfrm>
          <a:prstGeom prst="ellipse">
            <a:avLst/>
          </a:prstGeom>
          <a:solidFill>
            <a:srgbClr val="00567D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68808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944" name="Oval 943"/>
          <p:cNvSpPr/>
          <p:nvPr/>
        </p:nvSpPr>
        <p:spPr>
          <a:xfrm>
            <a:off x="5749960" y="5314096"/>
            <a:ext cx="52000" cy="52000"/>
          </a:xfrm>
          <a:prstGeom prst="ellipse">
            <a:avLst/>
          </a:prstGeom>
          <a:solidFill>
            <a:srgbClr val="C11456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TextBox 944"/>
          <p:cNvSpPr txBox="1"/>
          <p:nvPr/>
        </p:nvSpPr>
        <p:spPr>
          <a:xfrm>
            <a:off x="591312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946" name="Oval 945"/>
          <p:cNvSpPr/>
          <p:nvPr/>
        </p:nvSpPr>
        <p:spPr>
          <a:xfrm>
            <a:off x="1299880" y="5560984"/>
            <a:ext cx="52000" cy="52000"/>
          </a:xfrm>
          <a:prstGeom prst="ellipse">
            <a:avLst/>
          </a:prstGeom>
          <a:solidFill>
            <a:srgbClr val="B03219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TextBox 946"/>
          <p:cNvSpPr txBox="1"/>
          <p:nvPr/>
        </p:nvSpPr>
        <p:spPr>
          <a:xfrm>
            <a:off x="146304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948" name="Oval 947"/>
          <p:cNvSpPr/>
          <p:nvPr/>
        </p:nvSpPr>
        <p:spPr>
          <a:xfrm>
            <a:off x="3528920" y="5564984"/>
            <a:ext cx="44000" cy="44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68808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up-good  (n = 106)</a:t>
            </a:r>
          </a:p>
        </p:txBody>
      </p:sp>
      <p:sp>
        <p:nvSpPr>
          <p:cNvPr id="950" name="Oval 949"/>
          <p:cNvSpPr/>
          <p:nvPr/>
        </p:nvSpPr>
        <p:spPr>
          <a:xfrm>
            <a:off x="5753960" y="5564984"/>
            <a:ext cx="44000" cy="44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TextBox 950"/>
          <p:cNvSpPr txBox="1"/>
          <p:nvPr/>
        </p:nvSpPr>
        <p:spPr>
          <a:xfrm>
            <a:off x="591312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up-poor  (n = 100)</a:t>
            </a:r>
          </a:p>
        </p:txBody>
      </p:sp>
      <p:sp>
        <p:nvSpPr>
          <p:cNvPr id="952" name="Oval 951"/>
          <p:cNvSpPr/>
          <p:nvPr/>
        </p:nvSpPr>
        <p:spPr>
          <a:xfrm>
            <a:off x="1295880" y="5803872"/>
            <a:ext cx="60000" cy="60000"/>
          </a:xfrm>
          <a:prstGeom prst="ellipse">
            <a:avLst/>
          </a:prstGeom>
          <a:noFill/>
          <a:ln w="1270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1463040" y="5751576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|log₂ FC| ≥ 1  (n = 132)</a:t>
            </a:r>
          </a:p>
        </p:txBody>
      </p:sp>
      <p:sp>
        <p:nvSpPr>
          <p:cNvPr id="954" name="Oval 953"/>
          <p:cNvSpPr/>
          <p:nvPr/>
        </p:nvSpPr>
        <p:spPr>
          <a:xfrm>
            <a:off x="3532920" y="5815872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3688080" y="5751576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