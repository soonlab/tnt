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54864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4608" y="54864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4816" y="548640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5024" y="548640"/>
            <a:ext cx="140208" cy="97536"/>
          </a:xfrm>
          <a:prstGeom prst="rect">
            <a:avLst/>
          </a:prstGeom>
          <a:solidFill>
            <a:srgbClr val="E8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75232" y="548640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15440" y="548640"/>
            <a:ext cx="140208" cy="97536"/>
          </a:xfrm>
          <a:prstGeom prst="rect">
            <a:avLst/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55648" y="548640"/>
            <a:ext cx="140208" cy="97536"/>
          </a:xfrm>
          <a:prstGeom prst="rect">
            <a:avLst/>
          </a:prstGeom>
          <a:solidFill>
            <a:srgbClr val="FE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5856" y="548640"/>
            <a:ext cx="140208" cy="97536"/>
          </a:xfrm>
          <a:prstGeom prst="rect">
            <a:avLst/>
          </a:prstGeom>
          <a:solidFill>
            <a:srgbClr val="E95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6064" y="548640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76272" y="548640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16480" y="548640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56688" y="548640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6896" y="548640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7104" y="548640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77312" y="548640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548640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7728" y="548640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7936" y="548640"/>
            <a:ext cx="140208" cy="97536"/>
          </a:xfrm>
          <a:prstGeom prst="rect">
            <a:avLst/>
          </a:prstGeom>
          <a:solidFill>
            <a:srgbClr val="EC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38144" y="548640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78352" y="548640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18560" y="548640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58768" y="548640"/>
            <a:ext cx="140208" cy="97536"/>
          </a:xfrm>
          <a:prstGeom prst="rect">
            <a:avLst/>
          </a:prstGeom>
          <a:solidFill>
            <a:srgbClr val="C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8976" y="548640"/>
            <a:ext cx="140208" cy="97536"/>
          </a:xfrm>
          <a:prstGeom prst="rect">
            <a:avLst/>
          </a:prstGeom>
          <a:solidFill>
            <a:srgbClr val="C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9184" y="548640"/>
            <a:ext cx="140208" cy="97536"/>
          </a:xfrm>
          <a:prstGeom prst="rect">
            <a:avLst/>
          </a:prstGeom>
          <a:solidFill>
            <a:srgbClr val="C2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392" y="548640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9600" y="548640"/>
            <a:ext cx="140208" cy="97536"/>
          </a:xfrm>
          <a:prstGeom prst="rect">
            <a:avLst/>
          </a:prstGeom>
          <a:solidFill>
            <a:srgbClr val="FC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59808" y="548640"/>
            <a:ext cx="140208" cy="97536"/>
          </a:xfrm>
          <a:prstGeom prst="rect">
            <a:avLst/>
          </a:prstGeom>
          <a:solidFill>
            <a:srgbClr val="FE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0016" y="548640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0224" y="548640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980432" y="548640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64617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4608" y="64617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94816" y="646176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35024" y="646176"/>
            <a:ext cx="140208" cy="97536"/>
          </a:xfrm>
          <a:prstGeom prst="rect">
            <a:avLst/>
          </a:prstGeom>
          <a:solidFill>
            <a:srgbClr val="E8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75232" y="646176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15440" y="646176"/>
            <a:ext cx="140208" cy="97536"/>
          </a:xfrm>
          <a:prstGeom prst="rect">
            <a:avLst/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55648" y="646176"/>
            <a:ext cx="140208" cy="97536"/>
          </a:xfrm>
          <a:prstGeom prst="rect">
            <a:avLst/>
          </a:prstGeom>
          <a:solidFill>
            <a:srgbClr val="FE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95856" y="646176"/>
            <a:ext cx="140208" cy="97536"/>
          </a:xfrm>
          <a:prstGeom prst="rect">
            <a:avLst/>
          </a:prstGeom>
          <a:solidFill>
            <a:srgbClr val="E95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36064" y="646176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176272" y="646176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16480" y="646176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56688" y="646176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96896" y="646176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7104" y="646176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77312" y="646176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17520" y="646176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57728" y="646176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97936" y="646176"/>
            <a:ext cx="140208" cy="97536"/>
          </a:xfrm>
          <a:prstGeom prst="rect">
            <a:avLst/>
          </a:prstGeom>
          <a:solidFill>
            <a:srgbClr val="EC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38144" y="646176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578352" y="646176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718560" y="646176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58768" y="646176"/>
            <a:ext cx="140208" cy="97536"/>
          </a:xfrm>
          <a:prstGeom prst="rect">
            <a:avLst/>
          </a:prstGeom>
          <a:solidFill>
            <a:srgbClr val="C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98976" y="646176"/>
            <a:ext cx="140208" cy="97536"/>
          </a:xfrm>
          <a:prstGeom prst="rect">
            <a:avLst/>
          </a:prstGeom>
          <a:solidFill>
            <a:srgbClr val="C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39184" y="646176"/>
            <a:ext cx="140208" cy="97536"/>
          </a:xfrm>
          <a:prstGeom prst="rect">
            <a:avLst/>
          </a:prstGeom>
          <a:solidFill>
            <a:srgbClr val="C2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79392" y="646176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19600" y="646176"/>
            <a:ext cx="140208" cy="97536"/>
          </a:xfrm>
          <a:prstGeom prst="rect">
            <a:avLst/>
          </a:prstGeom>
          <a:solidFill>
            <a:srgbClr val="FC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59808" y="646176"/>
            <a:ext cx="140208" cy="97536"/>
          </a:xfrm>
          <a:prstGeom prst="rect">
            <a:avLst/>
          </a:prstGeom>
          <a:solidFill>
            <a:srgbClr val="FE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00016" y="646176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40224" y="646176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80432" y="646176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43712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4608" y="743712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4816" y="74371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35024" y="743712"/>
            <a:ext cx="140208" cy="97536"/>
          </a:xfrm>
          <a:prstGeom prst="rect">
            <a:avLst/>
          </a:prstGeom>
          <a:solidFill>
            <a:srgbClr val="F5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475232" y="743712"/>
            <a:ext cx="140208" cy="97536"/>
          </a:xfrm>
          <a:prstGeom prst="rect">
            <a:avLst/>
          </a:prstGeom>
          <a:solidFill>
            <a:srgbClr val="EB6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15440" y="743712"/>
            <a:ext cx="140208" cy="97536"/>
          </a:xfrm>
          <a:prstGeom prst="rect">
            <a:avLst/>
          </a:prstGeom>
          <a:solidFill>
            <a:srgbClr val="F29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755648" y="743712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95856" y="743712"/>
            <a:ext cx="140208" cy="97536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36064" y="743712"/>
            <a:ext cx="140208" cy="97536"/>
          </a:xfrm>
          <a:prstGeom prst="rect">
            <a:avLst/>
          </a:prstGeom>
          <a:solidFill>
            <a:srgbClr val="B1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76272" y="743712"/>
            <a:ext cx="140208" cy="97536"/>
          </a:xfrm>
          <a:prstGeom prst="rect">
            <a:avLst/>
          </a:prstGeom>
          <a:solidFill>
            <a:srgbClr val="99C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316480" y="743712"/>
            <a:ext cx="140208" cy="97536"/>
          </a:xfrm>
          <a:prstGeom prst="rect">
            <a:avLst/>
          </a:prstGeom>
          <a:solidFill>
            <a:srgbClr val="FB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56688" y="743712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596896" y="743712"/>
            <a:ext cx="140208" cy="97536"/>
          </a:xfrm>
          <a:prstGeom prst="rect">
            <a:avLst/>
          </a:prstGeom>
          <a:solidFill>
            <a:srgbClr val="88B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37104" y="743712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77312" y="743712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17520" y="743712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157728" y="743712"/>
            <a:ext cx="140208" cy="97536"/>
          </a:xfrm>
          <a:prstGeom prst="rect">
            <a:avLst/>
          </a:prstGeom>
          <a:solidFill>
            <a:srgbClr val="F8C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97936" y="743712"/>
            <a:ext cx="140208" cy="97536"/>
          </a:xfrm>
          <a:prstGeom prst="rect">
            <a:avLst/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438144" y="743712"/>
            <a:ext cx="140208" cy="97536"/>
          </a:xfrm>
          <a:prstGeom prst="rect">
            <a:avLst/>
          </a:prstGeom>
          <a:solidFill>
            <a:srgbClr val="F29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578352" y="743712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718560" y="743712"/>
            <a:ext cx="140208" cy="97536"/>
          </a:xfrm>
          <a:prstGeom prst="rect">
            <a:avLst/>
          </a:prstGeom>
          <a:solidFill>
            <a:srgbClr val="F2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858768" y="743712"/>
            <a:ext cx="140208" cy="97536"/>
          </a:xfrm>
          <a:prstGeom prst="rect">
            <a:avLst/>
          </a:prstGeom>
          <a:solidFill>
            <a:srgbClr val="F4A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98976" y="743712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39184" y="743712"/>
            <a:ext cx="140208" cy="97536"/>
          </a:xfrm>
          <a:prstGeom prst="rect">
            <a:avLst/>
          </a:prstGeom>
          <a:solidFill>
            <a:srgbClr val="F6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79392" y="743712"/>
            <a:ext cx="140208" cy="97536"/>
          </a:xfrm>
          <a:prstGeom prst="rect">
            <a:avLst/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19600" y="743712"/>
            <a:ext cx="140208" cy="97536"/>
          </a:xfrm>
          <a:prstGeom prst="rect">
            <a:avLst/>
          </a:prstGeom>
          <a:solidFill>
            <a:srgbClr val="88B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59808" y="743712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00016" y="743712"/>
            <a:ext cx="140208" cy="97536"/>
          </a:xfrm>
          <a:prstGeom prst="rect">
            <a:avLst/>
          </a:prstGeom>
          <a:solidFill>
            <a:srgbClr val="C2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40224" y="743712"/>
            <a:ext cx="140208" cy="97536"/>
          </a:xfrm>
          <a:prstGeom prst="rect">
            <a:avLst/>
          </a:prstGeom>
          <a:solidFill>
            <a:srgbClr val="95C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80432" y="743712"/>
            <a:ext cx="140208" cy="97536"/>
          </a:xfrm>
          <a:prstGeom prst="rect">
            <a:avLst/>
          </a:prstGeom>
          <a:solidFill>
            <a:srgbClr val="A3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1248"/>
            <a:ext cx="140208" cy="97536"/>
          </a:xfrm>
          <a:prstGeom prst="rect">
            <a:avLst/>
          </a:prstGeom>
          <a:solidFill>
            <a:srgbClr val="E8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4608" y="841248"/>
            <a:ext cx="140208" cy="97536"/>
          </a:xfrm>
          <a:prstGeom prst="rect">
            <a:avLst/>
          </a:prstGeom>
          <a:solidFill>
            <a:srgbClr val="E8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4816" y="841248"/>
            <a:ext cx="140208" cy="97536"/>
          </a:xfrm>
          <a:prstGeom prst="rect">
            <a:avLst/>
          </a:prstGeom>
          <a:solidFill>
            <a:srgbClr val="F5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35024" y="84124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475232" y="841248"/>
            <a:ext cx="140208" cy="97536"/>
          </a:xfrm>
          <a:prstGeom prst="rect">
            <a:avLst/>
          </a:prstGeom>
          <a:solidFill>
            <a:srgbClr val="FC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15440" y="841248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755648" y="841248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895856" y="841248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036064" y="841248"/>
            <a:ext cx="140208" cy="97536"/>
          </a:xfrm>
          <a:prstGeom prst="rect">
            <a:avLst/>
          </a:prstGeom>
          <a:solidFill>
            <a:srgbClr val="BC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176272" y="841248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16480" y="841248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56688" y="841248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596896" y="841248"/>
            <a:ext cx="140208" cy="97536"/>
          </a:xfrm>
          <a:prstGeom prst="rect">
            <a:avLst/>
          </a:prstGeom>
          <a:solidFill>
            <a:srgbClr val="A9C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737104" y="841248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877312" y="841248"/>
            <a:ext cx="140208" cy="97536"/>
          </a:xfrm>
          <a:prstGeom prst="rect">
            <a:avLst/>
          </a:prstGeom>
          <a:solidFill>
            <a:srgbClr val="F9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017520" y="841248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157728" y="841248"/>
            <a:ext cx="140208" cy="97536"/>
          </a:xfrm>
          <a:prstGeom prst="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297936" y="841248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38144" y="841248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78352" y="841248"/>
            <a:ext cx="140208" cy="97536"/>
          </a:xfrm>
          <a:prstGeom prst="rect">
            <a:avLst/>
          </a:prstGeom>
          <a:solidFill>
            <a:srgbClr val="F6BE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718560" y="841248"/>
            <a:ext cx="140208" cy="97536"/>
          </a:xfrm>
          <a:prstGeom prst="rect">
            <a:avLst/>
          </a:prstGeom>
          <a:solidFill>
            <a:srgbClr val="F7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858768" y="841248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98976" y="841248"/>
            <a:ext cx="140208" cy="97536"/>
          </a:xfrm>
          <a:prstGeom prst="rect">
            <a:avLst/>
          </a:prstGeom>
          <a:solidFill>
            <a:srgbClr val="F6B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39184" y="841248"/>
            <a:ext cx="140208" cy="97536"/>
          </a:xfrm>
          <a:prstGeom prst="rect">
            <a:avLst/>
          </a:prstGeom>
          <a:solidFill>
            <a:srgbClr val="F8C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79392" y="841248"/>
            <a:ext cx="140208" cy="97536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419600" y="841248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559808" y="841248"/>
            <a:ext cx="140208" cy="97536"/>
          </a:xfrm>
          <a:prstGeom prst="rect">
            <a:avLst/>
          </a:prstGeom>
          <a:solidFill>
            <a:srgbClr val="DD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700016" y="841248"/>
            <a:ext cx="140208" cy="97536"/>
          </a:xfrm>
          <a:prstGeom prst="rect">
            <a:avLst/>
          </a:prstGeom>
          <a:solidFill>
            <a:srgbClr val="9E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840224" y="841248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980432" y="841248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938784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54608" y="938784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94816" y="938784"/>
            <a:ext cx="140208" cy="97536"/>
          </a:xfrm>
          <a:prstGeom prst="rect">
            <a:avLst/>
          </a:prstGeom>
          <a:solidFill>
            <a:srgbClr val="EB6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35024" y="938784"/>
            <a:ext cx="140208" cy="97536"/>
          </a:xfrm>
          <a:prstGeom prst="rect">
            <a:avLst/>
          </a:prstGeom>
          <a:solidFill>
            <a:srgbClr val="FC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75232" y="93878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615440" y="938784"/>
            <a:ext cx="140208" cy="97536"/>
          </a:xfrm>
          <a:prstGeom prst="rect">
            <a:avLst/>
          </a:prstGeom>
          <a:solidFill>
            <a:srgbClr val="F7C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55648" y="938784"/>
            <a:ext cx="140208" cy="97536"/>
          </a:xfrm>
          <a:prstGeom prst="rect">
            <a:avLst/>
          </a:prstGeom>
          <a:solidFill>
            <a:srgbClr val="FBE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895856" y="938784"/>
            <a:ext cx="140208" cy="97536"/>
          </a:xfrm>
          <a:prstGeom prst="rect">
            <a:avLst/>
          </a:prstGeom>
          <a:solidFill>
            <a:srgbClr val="DE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36064" y="938784"/>
            <a:ext cx="140208" cy="97536"/>
          </a:xfrm>
          <a:prstGeom prst="rect">
            <a:avLst/>
          </a:prstGeom>
          <a:solidFill>
            <a:srgbClr val="C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76272" y="938784"/>
            <a:ext cx="140208" cy="97536"/>
          </a:xfrm>
          <a:prstGeom prst="rect">
            <a:avLst/>
          </a:prstGeom>
          <a:solidFill>
            <a:srgbClr val="BD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316480" y="938784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56688" y="938784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596896" y="938784"/>
            <a:ext cx="140208" cy="97536"/>
          </a:xfrm>
          <a:prstGeom prst="rect">
            <a:avLst/>
          </a:prstGeom>
          <a:solidFill>
            <a:srgbClr val="A4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37104" y="938784"/>
            <a:ext cx="140208" cy="97536"/>
          </a:xfrm>
          <a:prstGeom prst="rect">
            <a:avLst/>
          </a:prstGeom>
          <a:solidFill>
            <a:srgbClr val="D5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877312" y="938784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017520" y="938784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157728" y="938784"/>
            <a:ext cx="140208" cy="97536"/>
          </a:xfrm>
          <a:prstGeom prst="rect">
            <a:avLst/>
          </a:prstGeom>
          <a:solidFill>
            <a:srgbClr val="F8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297936" y="938784"/>
            <a:ext cx="140208" cy="97536"/>
          </a:xfrm>
          <a:prstGeom prst="rect">
            <a:avLst/>
          </a:prstGeom>
          <a:solidFill>
            <a:srgbClr val="FA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438144" y="938784"/>
            <a:ext cx="140208" cy="97536"/>
          </a:xfrm>
          <a:prstGeom prst="rect">
            <a:avLst/>
          </a:prstGeom>
          <a:solidFill>
            <a:srgbClr val="F5B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578352" y="938784"/>
            <a:ext cx="140208" cy="97536"/>
          </a:xfrm>
          <a:prstGeom prst="rect">
            <a:avLst/>
          </a:prstGeom>
          <a:solidFill>
            <a:srgbClr val="F7C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718560" y="938784"/>
            <a:ext cx="140208" cy="97536"/>
          </a:xfrm>
          <a:prstGeom prst="rect">
            <a:avLst/>
          </a:prstGeom>
          <a:solidFill>
            <a:srgbClr val="F6B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858768" y="938784"/>
            <a:ext cx="140208" cy="97536"/>
          </a:xfrm>
          <a:prstGeom prst="rect">
            <a:avLst/>
          </a:prstGeom>
          <a:solidFill>
            <a:srgbClr val="F7C6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998976" y="938784"/>
            <a:ext cx="140208" cy="97536"/>
          </a:xfrm>
          <a:prstGeom prst="rect">
            <a:avLst/>
          </a:prstGeom>
          <a:solidFill>
            <a:srgbClr val="F8C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9184" y="938784"/>
            <a:ext cx="140208" cy="97536"/>
          </a:xfrm>
          <a:prstGeom prst="rect">
            <a:avLst/>
          </a:prstGeom>
          <a:solidFill>
            <a:srgbClr val="F9C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279392" y="938784"/>
            <a:ext cx="140208" cy="97536"/>
          </a:xfrm>
          <a:prstGeom prst="rect">
            <a:avLst/>
          </a:prstGeom>
          <a:solidFill>
            <a:srgbClr val="C5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419600" y="938784"/>
            <a:ext cx="140208" cy="97536"/>
          </a:xfrm>
          <a:prstGeom prst="rect">
            <a:avLst/>
          </a:prstGeom>
          <a:solidFill>
            <a:srgbClr val="B6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559808" y="938784"/>
            <a:ext cx="140208" cy="97536"/>
          </a:xfrm>
          <a:prstGeom prst="rect">
            <a:avLst/>
          </a:prstGeom>
          <a:solidFill>
            <a:srgbClr val="D0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00016" y="938784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840224" y="938784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980432" y="938784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14400" y="1036320"/>
            <a:ext cx="140208" cy="97536"/>
          </a:xfrm>
          <a:prstGeom prst="rect">
            <a:avLst/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54608" y="1036320"/>
            <a:ext cx="140208" cy="97536"/>
          </a:xfrm>
          <a:prstGeom prst="rect">
            <a:avLst/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94816" y="1036320"/>
            <a:ext cx="140208" cy="97536"/>
          </a:xfrm>
          <a:prstGeom prst="rect">
            <a:avLst/>
          </a:prstGeom>
          <a:solidFill>
            <a:srgbClr val="F29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335024" y="1036320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475232" y="1036320"/>
            <a:ext cx="140208" cy="97536"/>
          </a:xfrm>
          <a:prstGeom prst="rect">
            <a:avLst/>
          </a:prstGeom>
          <a:solidFill>
            <a:srgbClr val="F7C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615440" y="103632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755648" y="1036320"/>
            <a:ext cx="140208" cy="97536"/>
          </a:xfrm>
          <a:prstGeom prst="rect">
            <a:avLst/>
          </a:prstGeom>
          <a:solidFill>
            <a:srgbClr val="F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895856" y="1036320"/>
            <a:ext cx="140208" cy="97536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36064" y="1036320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176272" y="1036320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316480" y="1036320"/>
            <a:ext cx="140208" cy="97536"/>
          </a:xfrm>
          <a:prstGeom prst="rect">
            <a:avLst/>
          </a:prstGeom>
          <a:solidFill>
            <a:srgbClr val="F9D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456688" y="1036320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596896" y="1036320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737104" y="1036320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77312" y="1036320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17520" y="1036320"/>
            <a:ext cx="140208" cy="97536"/>
          </a:xfrm>
          <a:prstGeom prst="rect">
            <a:avLst/>
          </a:prstGeom>
          <a:solidFill>
            <a:srgbClr val="E0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157728" y="1036320"/>
            <a:ext cx="140208" cy="97536"/>
          </a:xfrm>
          <a:prstGeom prst="rect">
            <a:avLst/>
          </a:prstGeom>
          <a:solidFill>
            <a:srgbClr val="F8C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297936" y="1036320"/>
            <a:ext cx="140208" cy="97536"/>
          </a:xfrm>
          <a:prstGeom prst="rect">
            <a:avLst/>
          </a:prstGeom>
          <a:solidFill>
            <a:srgbClr val="FE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38144" y="1036320"/>
            <a:ext cx="140208" cy="97536"/>
          </a:xfrm>
          <a:prstGeom prst="rect">
            <a:avLst/>
          </a:prstGeom>
          <a:solidFill>
            <a:srgbClr val="F4A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78352" y="1036320"/>
            <a:ext cx="140208" cy="97536"/>
          </a:xfrm>
          <a:prstGeom prst="rect">
            <a:avLst/>
          </a:prstGeom>
          <a:solidFill>
            <a:srgbClr val="F5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718560" y="1036320"/>
            <a:ext cx="140208" cy="97536"/>
          </a:xfrm>
          <a:prstGeom prst="rect">
            <a:avLst/>
          </a:prstGeom>
          <a:solidFill>
            <a:srgbClr val="F4A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58768" y="1036320"/>
            <a:ext cx="140208" cy="97536"/>
          </a:xfrm>
          <a:prstGeom prst="rect">
            <a:avLst/>
          </a:prstGeom>
          <a:solidFill>
            <a:srgbClr val="F6B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998976" y="1036320"/>
            <a:ext cx="140208" cy="97536"/>
          </a:xfrm>
          <a:prstGeom prst="rect">
            <a:avLst/>
          </a:prstGeom>
          <a:solidFill>
            <a:srgbClr val="F7C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9184" y="1036320"/>
            <a:ext cx="140208" cy="97536"/>
          </a:xfrm>
          <a:prstGeom prst="rect">
            <a:avLst/>
          </a:prstGeom>
          <a:solidFill>
            <a:srgbClr val="F7C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279392" y="1036320"/>
            <a:ext cx="140208" cy="97536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419600" y="1036320"/>
            <a:ext cx="140208" cy="97536"/>
          </a:xfrm>
          <a:prstGeom prst="rect">
            <a:avLst/>
          </a:prstGeom>
          <a:solidFill>
            <a:srgbClr val="BFD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559808" y="1036320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700016" y="1036320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840224" y="1036320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980432" y="1036320"/>
            <a:ext cx="140208" cy="97536"/>
          </a:xfrm>
          <a:prstGeom prst="rect">
            <a:avLst/>
          </a:prstGeom>
          <a:solidFill>
            <a:srgbClr val="F1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14400" y="1133856"/>
            <a:ext cx="140208" cy="97536"/>
          </a:xfrm>
          <a:prstGeom prst="rect">
            <a:avLst/>
          </a:prstGeom>
          <a:solidFill>
            <a:srgbClr val="FE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054608" y="1133856"/>
            <a:ext cx="140208" cy="97536"/>
          </a:xfrm>
          <a:prstGeom prst="rect">
            <a:avLst/>
          </a:prstGeom>
          <a:solidFill>
            <a:srgbClr val="FE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94816" y="1133856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335024" y="1133856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475232" y="1133856"/>
            <a:ext cx="140208" cy="97536"/>
          </a:xfrm>
          <a:prstGeom prst="rect">
            <a:avLst/>
          </a:prstGeom>
          <a:solidFill>
            <a:srgbClr val="FBE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615440" y="1133856"/>
            <a:ext cx="140208" cy="97536"/>
          </a:xfrm>
          <a:prstGeom prst="rect">
            <a:avLst/>
          </a:prstGeom>
          <a:solidFill>
            <a:srgbClr val="F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755648" y="113385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895856" y="1133856"/>
            <a:ext cx="140208" cy="97536"/>
          </a:xfrm>
          <a:prstGeom prst="rect">
            <a:avLst/>
          </a:prstGeom>
          <a:solidFill>
            <a:srgbClr val="F6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036064" y="1133856"/>
            <a:ext cx="140208" cy="97536"/>
          </a:xfrm>
          <a:prstGeom prst="rect">
            <a:avLst/>
          </a:prstGeom>
          <a:solidFill>
            <a:srgbClr val="E8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176272" y="1133856"/>
            <a:ext cx="140208" cy="97536"/>
          </a:xfrm>
          <a:prstGeom prst="rect">
            <a:avLst/>
          </a:prstGeom>
          <a:solidFill>
            <a:srgbClr val="DF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316480" y="1133856"/>
            <a:ext cx="140208" cy="97536"/>
          </a:xfrm>
          <a:prstGeom prst="rect">
            <a:avLst/>
          </a:prstGeom>
          <a:solidFill>
            <a:srgbClr val="F8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456688" y="1133856"/>
            <a:ext cx="140208" cy="97536"/>
          </a:xfrm>
          <a:prstGeom prst="rect">
            <a:avLst/>
          </a:prstGeom>
          <a:solidFill>
            <a:srgbClr val="F9D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596896" y="1133856"/>
            <a:ext cx="140208" cy="97536"/>
          </a:xfrm>
          <a:prstGeom prst="rect">
            <a:avLst/>
          </a:prstGeom>
          <a:solidFill>
            <a:srgbClr val="F0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737104" y="1133856"/>
            <a:ext cx="140208" cy="97536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877312" y="1133856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017520" y="1133856"/>
            <a:ext cx="140208" cy="97536"/>
          </a:xfrm>
          <a:prstGeom prst="rect">
            <a:avLst/>
          </a:prstGeom>
          <a:solidFill>
            <a:srgbClr val="F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7728" y="1133856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297936" y="1133856"/>
            <a:ext cx="140208" cy="97536"/>
          </a:xfrm>
          <a:prstGeom prst="rect">
            <a:avLst/>
          </a:prstGeom>
          <a:solidFill>
            <a:srgbClr val="FD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438144" y="1133856"/>
            <a:ext cx="140208" cy="97536"/>
          </a:xfrm>
          <a:prstGeom prst="rect">
            <a:avLst/>
          </a:prstGeom>
          <a:solidFill>
            <a:srgbClr val="E3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578352" y="1133856"/>
            <a:ext cx="140208" cy="97536"/>
          </a:xfrm>
          <a:prstGeom prst="rect">
            <a:avLst/>
          </a:prstGeom>
          <a:solidFill>
            <a:srgbClr val="D1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718560" y="1133856"/>
            <a:ext cx="140208" cy="97536"/>
          </a:xfrm>
          <a:prstGeom prst="rect">
            <a:avLst/>
          </a:prstGeom>
          <a:solidFill>
            <a:srgbClr val="DA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858768" y="1133856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998976" y="1133856"/>
            <a:ext cx="140208" cy="97536"/>
          </a:xfrm>
          <a:prstGeom prst="rect">
            <a:avLst/>
          </a:prstGeom>
          <a:solidFill>
            <a:srgbClr val="C4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139184" y="1133856"/>
            <a:ext cx="140208" cy="97536"/>
          </a:xfrm>
          <a:prstGeom prst="rect">
            <a:avLst/>
          </a:prstGeom>
          <a:solidFill>
            <a:srgbClr val="D2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279392" y="1133856"/>
            <a:ext cx="140208" cy="97536"/>
          </a:xfrm>
          <a:prstGeom prst="rect">
            <a:avLst/>
          </a:prstGeom>
          <a:solidFill>
            <a:srgbClr val="FC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419600" y="1133856"/>
            <a:ext cx="140208" cy="97536"/>
          </a:xfrm>
          <a:prstGeom prst="rect">
            <a:avLst/>
          </a:prstGeom>
          <a:solidFill>
            <a:srgbClr val="FB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559808" y="1133856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700016" y="1133856"/>
            <a:ext cx="140208" cy="97536"/>
          </a:xfrm>
          <a:prstGeom prst="rect">
            <a:avLst/>
          </a:prstGeom>
          <a:solidFill>
            <a:srgbClr val="FD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840224" y="1133856"/>
            <a:ext cx="140208" cy="97536"/>
          </a:xfrm>
          <a:prstGeom prst="rect">
            <a:avLst/>
          </a:prstGeom>
          <a:solidFill>
            <a:srgbClr val="F1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980432" y="1133856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914400" y="1231392"/>
            <a:ext cx="140208" cy="97536"/>
          </a:xfrm>
          <a:prstGeom prst="rect">
            <a:avLst/>
          </a:prstGeom>
          <a:solidFill>
            <a:srgbClr val="E95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54608" y="1231392"/>
            <a:ext cx="140208" cy="97536"/>
          </a:xfrm>
          <a:prstGeom prst="rect">
            <a:avLst/>
          </a:prstGeom>
          <a:solidFill>
            <a:srgbClr val="E95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194816" y="1231392"/>
            <a:ext cx="140208" cy="97536"/>
          </a:xfrm>
          <a:prstGeom prst="rect">
            <a:avLst/>
          </a:prstGeom>
          <a:solidFill>
            <a:srgbClr val="E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335024" y="1231392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475232" y="1231392"/>
            <a:ext cx="140208" cy="97536"/>
          </a:xfrm>
          <a:prstGeom prst="rect">
            <a:avLst/>
          </a:prstGeom>
          <a:solidFill>
            <a:srgbClr val="DE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615440" y="1231392"/>
            <a:ext cx="140208" cy="97536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755648" y="1231392"/>
            <a:ext cx="140208" cy="97536"/>
          </a:xfrm>
          <a:prstGeom prst="rect">
            <a:avLst/>
          </a:prstGeom>
          <a:solidFill>
            <a:srgbClr val="F6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895856" y="123139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036064" y="1231392"/>
            <a:ext cx="140208" cy="97536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176272" y="1231392"/>
            <a:ext cx="140208" cy="97536"/>
          </a:xfrm>
          <a:prstGeom prst="rect">
            <a:avLst/>
          </a:prstGeom>
          <a:solidFill>
            <a:srgbClr val="F9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2316480" y="1231392"/>
            <a:ext cx="140208" cy="97536"/>
          </a:xfrm>
          <a:prstGeom prst="rect">
            <a:avLst/>
          </a:prstGeom>
          <a:solidFill>
            <a:srgbClr val="FB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456688" y="1231392"/>
            <a:ext cx="140208" cy="97536"/>
          </a:xfrm>
          <a:prstGeom prst="rect">
            <a:avLst/>
          </a:prstGeom>
          <a:solidFill>
            <a:srgbClr val="FBE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596896" y="1231392"/>
            <a:ext cx="140208" cy="97536"/>
          </a:xfrm>
          <a:prstGeom prst="rect">
            <a:avLst/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737104" y="1231392"/>
            <a:ext cx="140208" cy="97536"/>
          </a:xfrm>
          <a:prstGeom prst="rect">
            <a:avLst/>
          </a:prstGeom>
          <a:solidFill>
            <a:srgbClr val="FC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877312" y="1231392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017520" y="1231392"/>
            <a:ext cx="140208" cy="97536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3157728" y="1231392"/>
            <a:ext cx="140208" cy="97536"/>
          </a:xfrm>
          <a:prstGeom prst="rect">
            <a:avLst/>
          </a:prstGeom>
          <a:solidFill>
            <a:srgbClr val="FE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3297936" y="1231392"/>
            <a:ext cx="140208" cy="97536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438144" y="1231392"/>
            <a:ext cx="140208" cy="97536"/>
          </a:xfrm>
          <a:prstGeom prst="rect">
            <a:avLst/>
          </a:prstGeom>
          <a:solidFill>
            <a:srgbClr val="EA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578352" y="1231392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718560" y="1231392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858768" y="1231392"/>
            <a:ext cx="140208" cy="97536"/>
          </a:xfrm>
          <a:prstGeom prst="rect">
            <a:avLst/>
          </a:prstGeom>
          <a:solidFill>
            <a:srgbClr val="DF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98976" y="1231392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139184" y="1231392"/>
            <a:ext cx="140208" cy="97536"/>
          </a:xfrm>
          <a:prstGeom prst="rect">
            <a:avLst/>
          </a:prstGeom>
          <a:solidFill>
            <a:srgbClr val="D4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279392" y="1231392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419600" y="1231392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559808" y="1231392"/>
            <a:ext cx="140208" cy="97536"/>
          </a:xfrm>
          <a:prstGeom prst="rect">
            <a:avLst/>
          </a:prstGeom>
          <a:solidFill>
            <a:srgbClr val="F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700016" y="1231392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4840224" y="1231392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4980432" y="1231392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914400" y="1328928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054608" y="1328928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94816" y="1328928"/>
            <a:ext cx="140208" cy="97536"/>
          </a:xfrm>
          <a:prstGeom prst="rect">
            <a:avLst/>
          </a:prstGeom>
          <a:solidFill>
            <a:srgbClr val="B1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335024" y="1328928"/>
            <a:ext cx="140208" cy="97536"/>
          </a:xfrm>
          <a:prstGeom prst="rect">
            <a:avLst/>
          </a:prstGeom>
          <a:solidFill>
            <a:srgbClr val="BC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475232" y="1328928"/>
            <a:ext cx="140208" cy="97536"/>
          </a:xfrm>
          <a:prstGeom prst="rect">
            <a:avLst/>
          </a:prstGeom>
          <a:solidFill>
            <a:srgbClr val="C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615440" y="1328928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755648" y="1328928"/>
            <a:ext cx="140208" cy="97536"/>
          </a:xfrm>
          <a:prstGeom prst="rect">
            <a:avLst/>
          </a:prstGeom>
          <a:solidFill>
            <a:srgbClr val="E8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895856" y="1328928"/>
            <a:ext cx="140208" cy="97536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036064" y="132892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76272" y="1328928"/>
            <a:ext cx="140208" cy="97536"/>
          </a:xfrm>
          <a:prstGeom prst="rect">
            <a:avLst/>
          </a:prstGeom>
          <a:solidFill>
            <a:srgbClr val="F3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316480" y="1328928"/>
            <a:ext cx="140208" cy="97536"/>
          </a:xfrm>
          <a:prstGeom prst="rect">
            <a:avLst/>
          </a:prstGeom>
          <a:solidFill>
            <a:srgbClr val="F8CB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56688" y="1328928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596896" y="1328928"/>
            <a:ext cx="140208" cy="97536"/>
          </a:xfrm>
          <a:prstGeom prst="rect">
            <a:avLst/>
          </a:prstGeom>
          <a:solidFill>
            <a:srgbClr val="EE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37104" y="1328928"/>
            <a:ext cx="140208" cy="97536"/>
          </a:xfrm>
          <a:prstGeom prst="rect">
            <a:avLst/>
          </a:prstGeom>
          <a:solidFill>
            <a:srgbClr val="EE7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877312" y="1328928"/>
            <a:ext cx="140208" cy="97536"/>
          </a:xfrm>
          <a:prstGeom prst="rect">
            <a:avLst/>
          </a:prstGeom>
          <a:solidFill>
            <a:srgbClr val="F7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017520" y="1328928"/>
            <a:ext cx="140208" cy="97536"/>
          </a:xfrm>
          <a:prstGeom prst="rect">
            <a:avLst/>
          </a:prstGeom>
          <a:solidFill>
            <a:srgbClr val="F6B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157728" y="1328928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297936" y="1328928"/>
            <a:ext cx="140208" cy="97536"/>
          </a:xfrm>
          <a:prstGeom prst="rect">
            <a:avLst/>
          </a:prstGeom>
          <a:solidFill>
            <a:srgbClr val="FE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438144" y="1328928"/>
            <a:ext cx="140208" cy="97536"/>
          </a:xfrm>
          <a:prstGeom prst="rect">
            <a:avLst/>
          </a:prstGeom>
          <a:solidFill>
            <a:srgbClr val="D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3578352" y="1328928"/>
            <a:ext cx="140208" cy="97536"/>
          </a:xfrm>
          <a:prstGeom prst="rect">
            <a:avLst/>
          </a:prstGeom>
          <a:solidFill>
            <a:srgbClr val="D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3718560" y="1328928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858768" y="1328928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3998976" y="1328928"/>
            <a:ext cx="140208" cy="97536"/>
          </a:xfrm>
          <a:prstGeom prst="rect">
            <a:avLst/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139184" y="1328928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4279392" y="1328928"/>
            <a:ext cx="140208" cy="97536"/>
          </a:xfrm>
          <a:prstGeom prst="rect">
            <a:avLst/>
          </a:prstGeom>
          <a:solidFill>
            <a:srgbClr val="F8C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419600" y="1328928"/>
            <a:ext cx="140208" cy="97536"/>
          </a:xfrm>
          <a:prstGeom prst="rect">
            <a:avLst/>
          </a:prstGeom>
          <a:solidFill>
            <a:srgbClr val="F7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59808" y="1328928"/>
            <a:ext cx="140208" cy="97536"/>
          </a:xfrm>
          <a:prstGeom prst="rect">
            <a:avLst/>
          </a:prstGeom>
          <a:solidFill>
            <a:srgbClr val="F6B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4700016" y="1328928"/>
            <a:ext cx="140208" cy="97536"/>
          </a:xfrm>
          <a:prstGeom prst="rect">
            <a:avLst/>
          </a:prstGeom>
          <a:solidFill>
            <a:srgbClr val="EA5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4840224" y="1328928"/>
            <a:ext cx="140208" cy="97536"/>
          </a:xfrm>
          <a:prstGeom prst="rect">
            <a:avLst/>
          </a:prstGeom>
          <a:solidFill>
            <a:srgbClr val="E957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980432" y="1328928"/>
            <a:ext cx="140208" cy="97536"/>
          </a:xfrm>
          <a:prstGeom prst="rect">
            <a:avLst/>
          </a:prstGeom>
          <a:solidFill>
            <a:srgbClr val="EC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14400" y="1426464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054608" y="1426464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194816" y="1426464"/>
            <a:ext cx="140208" cy="97536"/>
          </a:xfrm>
          <a:prstGeom prst="rect">
            <a:avLst/>
          </a:prstGeom>
          <a:solidFill>
            <a:srgbClr val="99C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335024" y="1426464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475232" y="1426464"/>
            <a:ext cx="140208" cy="97536"/>
          </a:xfrm>
          <a:prstGeom prst="rect">
            <a:avLst/>
          </a:prstGeom>
          <a:solidFill>
            <a:srgbClr val="BD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615440" y="1426464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755648" y="1426464"/>
            <a:ext cx="140208" cy="97536"/>
          </a:xfrm>
          <a:prstGeom prst="rect">
            <a:avLst/>
          </a:prstGeom>
          <a:solidFill>
            <a:srgbClr val="DF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895856" y="1426464"/>
            <a:ext cx="140208" cy="97536"/>
          </a:xfrm>
          <a:prstGeom prst="rect">
            <a:avLst/>
          </a:prstGeom>
          <a:solidFill>
            <a:srgbClr val="F9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036064" y="1426464"/>
            <a:ext cx="140208" cy="97536"/>
          </a:xfrm>
          <a:prstGeom prst="rect">
            <a:avLst/>
          </a:prstGeom>
          <a:solidFill>
            <a:srgbClr val="F3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176272" y="142646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2316480" y="1426464"/>
            <a:ext cx="140208" cy="97536"/>
          </a:xfrm>
          <a:prstGeom prst="rect">
            <a:avLst/>
          </a:prstGeom>
          <a:solidFill>
            <a:srgbClr val="F5B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2456688" y="1426464"/>
            <a:ext cx="140208" cy="97536"/>
          </a:xfrm>
          <a:prstGeom prst="rect">
            <a:avLst/>
          </a:prstGeom>
          <a:solidFill>
            <a:srgbClr val="F19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596896" y="1426464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737104" y="1426464"/>
            <a:ext cx="140208" cy="97536"/>
          </a:xfrm>
          <a:prstGeom prst="rect">
            <a:avLst/>
          </a:prstGeom>
          <a:solidFill>
            <a:srgbClr val="EC6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877312" y="1426464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3017520" y="1426464"/>
            <a:ext cx="140208" cy="97536"/>
          </a:xfrm>
          <a:prstGeom prst="rect">
            <a:avLst/>
          </a:prstGeom>
          <a:solidFill>
            <a:srgbClr val="F3A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3157728" y="1426464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3297936" y="1426464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438144" y="1426464"/>
            <a:ext cx="140208" cy="97536"/>
          </a:xfrm>
          <a:prstGeom prst="rect">
            <a:avLst/>
          </a:prstGeom>
          <a:solidFill>
            <a:srgbClr val="9BC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578352" y="1426464"/>
            <a:ext cx="140208" cy="97536"/>
          </a:xfrm>
          <a:prstGeom prst="rect">
            <a:avLst/>
          </a:prstGeom>
          <a:solidFill>
            <a:srgbClr val="9D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718560" y="1426464"/>
            <a:ext cx="140208" cy="97536"/>
          </a:xfrm>
          <a:prstGeom prst="rect">
            <a:avLst/>
          </a:prstGeom>
          <a:solidFill>
            <a:srgbClr val="9BC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858768" y="1426464"/>
            <a:ext cx="140208" cy="97536"/>
          </a:xfrm>
          <a:prstGeom prst="rect">
            <a:avLst/>
          </a:prstGeom>
          <a:solidFill>
            <a:srgbClr val="A9C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998976" y="1426464"/>
            <a:ext cx="140208" cy="97536"/>
          </a:xfrm>
          <a:prstGeom prst="rect">
            <a:avLst/>
          </a:prstGeom>
          <a:solidFill>
            <a:srgbClr val="ABC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4139184" y="1426464"/>
            <a:ext cx="140208" cy="97536"/>
          </a:xfrm>
          <a:prstGeom prst="rect">
            <a:avLst/>
          </a:prstGeom>
          <a:solidFill>
            <a:srgbClr val="A7C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279392" y="1426464"/>
            <a:ext cx="140208" cy="97536"/>
          </a:xfrm>
          <a:prstGeom prst="rect">
            <a:avLst/>
          </a:prstGeom>
          <a:solidFill>
            <a:srgbClr val="F4A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419600" y="1426464"/>
            <a:ext cx="140208" cy="97536"/>
          </a:xfrm>
          <a:prstGeom prst="rect">
            <a:avLst/>
          </a:prstGeom>
          <a:solidFill>
            <a:srgbClr val="F0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559808" y="1426464"/>
            <a:ext cx="140208" cy="97536"/>
          </a:xfrm>
          <a:prstGeom prst="rect">
            <a:avLst/>
          </a:prstGeom>
          <a:solidFill>
            <a:srgbClr val="F3A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700016" y="1426464"/>
            <a:ext cx="140208" cy="97536"/>
          </a:xfrm>
          <a:prstGeom prst="rect">
            <a:avLst/>
          </a:prstGeom>
          <a:solidFill>
            <a:srgbClr val="F298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840224" y="1426464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980432" y="1426464"/>
            <a:ext cx="140208" cy="97536"/>
          </a:xfrm>
          <a:prstGeom prst="rect">
            <a:avLst/>
          </a:prstGeom>
          <a:solidFill>
            <a:srgbClr val="F5B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914400" y="1524000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054608" y="1524000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194816" y="1524000"/>
            <a:ext cx="140208" cy="97536"/>
          </a:xfrm>
          <a:prstGeom prst="rect">
            <a:avLst/>
          </a:prstGeom>
          <a:solidFill>
            <a:srgbClr val="FB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335024" y="1524000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475232" y="1524000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615440" y="1524000"/>
            <a:ext cx="140208" cy="97536"/>
          </a:xfrm>
          <a:prstGeom prst="rect">
            <a:avLst/>
          </a:prstGeom>
          <a:solidFill>
            <a:srgbClr val="F9D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755648" y="1524000"/>
            <a:ext cx="140208" cy="97536"/>
          </a:xfrm>
          <a:prstGeom prst="rect">
            <a:avLst/>
          </a:prstGeom>
          <a:solidFill>
            <a:srgbClr val="F8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895856" y="1524000"/>
            <a:ext cx="140208" cy="97536"/>
          </a:xfrm>
          <a:prstGeom prst="rect">
            <a:avLst/>
          </a:prstGeom>
          <a:solidFill>
            <a:srgbClr val="FB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036064" y="1524000"/>
            <a:ext cx="140208" cy="97536"/>
          </a:xfrm>
          <a:prstGeom prst="rect">
            <a:avLst/>
          </a:prstGeom>
          <a:solidFill>
            <a:srgbClr val="F8CB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176272" y="1524000"/>
            <a:ext cx="140208" cy="97536"/>
          </a:xfrm>
          <a:prstGeom prst="rect">
            <a:avLst/>
          </a:prstGeom>
          <a:solidFill>
            <a:srgbClr val="F5B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316480" y="152400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456688" y="1524000"/>
            <a:ext cx="140208" cy="97536"/>
          </a:xfrm>
          <a:prstGeom prst="rect">
            <a:avLst/>
          </a:prstGeom>
          <a:solidFill>
            <a:srgbClr val="EB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596896" y="1524000"/>
            <a:ext cx="140208" cy="97536"/>
          </a:xfrm>
          <a:prstGeom prst="rect">
            <a:avLst/>
          </a:prstGeom>
          <a:solidFill>
            <a:srgbClr val="F9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2737104" y="1524000"/>
            <a:ext cx="140208" cy="97536"/>
          </a:xfrm>
          <a:prstGeom prst="rect">
            <a:avLst/>
          </a:prstGeom>
          <a:solidFill>
            <a:srgbClr val="EF80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877312" y="1524000"/>
            <a:ext cx="140208" cy="97536"/>
          </a:xfrm>
          <a:prstGeom prst="rect">
            <a:avLst/>
          </a:prstGeom>
          <a:solidFill>
            <a:srgbClr val="F9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017520" y="1524000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157728" y="1524000"/>
            <a:ext cx="140208" cy="97536"/>
          </a:xfrm>
          <a:prstGeom prst="rect">
            <a:avLst/>
          </a:prstGeom>
          <a:solidFill>
            <a:srgbClr val="EF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297936" y="1524000"/>
            <a:ext cx="140208" cy="97536"/>
          </a:xfrm>
          <a:prstGeom prst="rect">
            <a:avLst/>
          </a:prstGeom>
          <a:solidFill>
            <a:srgbClr val="F4A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438144" y="1524000"/>
            <a:ext cx="140208" cy="97536"/>
          </a:xfrm>
          <a:prstGeom prst="rect">
            <a:avLst/>
          </a:prstGeom>
          <a:solidFill>
            <a:srgbClr val="FADA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578352" y="1524000"/>
            <a:ext cx="140208" cy="97536"/>
          </a:xfrm>
          <a:prstGeom prst="rect">
            <a:avLst/>
          </a:prstGeom>
          <a:solidFill>
            <a:srgbClr val="FBE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718560" y="1524000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858768" y="1524000"/>
            <a:ext cx="140208" cy="97536"/>
          </a:xfrm>
          <a:prstGeom prst="rect">
            <a:avLst/>
          </a:prstGeom>
          <a:solidFill>
            <a:srgbClr val="F9D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3998976" y="1524000"/>
            <a:ext cx="140208" cy="97536"/>
          </a:xfrm>
          <a:prstGeom prst="rect">
            <a:avLst/>
          </a:prstGeom>
          <a:solidFill>
            <a:srgbClr val="F9D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139184" y="1524000"/>
            <a:ext cx="140208" cy="97536"/>
          </a:xfrm>
          <a:prstGeom prst="rect">
            <a:avLst/>
          </a:prstGeom>
          <a:solidFill>
            <a:srgbClr val="FBE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279392" y="1524000"/>
            <a:ext cx="140208" cy="97536"/>
          </a:xfrm>
          <a:prstGeom prst="rect">
            <a:avLst/>
          </a:prstGeom>
          <a:solidFill>
            <a:srgbClr val="F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419600" y="1524000"/>
            <a:ext cx="140208" cy="97536"/>
          </a:xfrm>
          <a:prstGeom prst="rect">
            <a:avLst/>
          </a:prstGeom>
          <a:solidFill>
            <a:srgbClr val="FD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559808" y="1524000"/>
            <a:ext cx="140208" cy="97536"/>
          </a:xfrm>
          <a:prstGeom prst="rect">
            <a:avLst/>
          </a:prstGeom>
          <a:solidFill>
            <a:srgbClr val="FD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700016" y="1524000"/>
            <a:ext cx="140208" cy="97536"/>
          </a:xfrm>
          <a:prstGeom prst="rect">
            <a:avLst/>
          </a:prstGeom>
          <a:solidFill>
            <a:srgbClr val="F5B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840224" y="1524000"/>
            <a:ext cx="140208" cy="97536"/>
          </a:xfrm>
          <a:prstGeom prst="rect">
            <a:avLst/>
          </a:prstGeom>
          <a:solidFill>
            <a:srgbClr val="FE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4980432" y="1524000"/>
            <a:ext cx="140208" cy="97536"/>
          </a:xfrm>
          <a:prstGeom prst="rect">
            <a:avLst/>
          </a:prstGeom>
          <a:solidFill>
            <a:srgbClr val="E3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914400" y="1621536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54608" y="1621536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94816" y="1621536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335024" y="1621536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475232" y="1621536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615440" y="1621536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755648" y="1621536"/>
            <a:ext cx="140208" cy="97536"/>
          </a:xfrm>
          <a:prstGeom prst="rect">
            <a:avLst/>
          </a:prstGeom>
          <a:solidFill>
            <a:srgbClr val="F9D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895856" y="1621536"/>
            <a:ext cx="140208" cy="97536"/>
          </a:xfrm>
          <a:prstGeom prst="rect">
            <a:avLst/>
          </a:prstGeom>
          <a:solidFill>
            <a:srgbClr val="FBE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2036064" y="1621536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2176272" y="1621536"/>
            <a:ext cx="140208" cy="97536"/>
          </a:xfrm>
          <a:prstGeom prst="rect">
            <a:avLst/>
          </a:prstGeom>
          <a:solidFill>
            <a:srgbClr val="F19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2316480" y="1621536"/>
            <a:ext cx="140208" cy="97536"/>
          </a:xfrm>
          <a:prstGeom prst="rect">
            <a:avLst/>
          </a:prstGeom>
          <a:solidFill>
            <a:srgbClr val="EB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2456688" y="162153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596896" y="1621536"/>
            <a:ext cx="140208" cy="97536"/>
          </a:xfrm>
          <a:prstGeom prst="rect">
            <a:avLst/>
          </a:prstGeom>
          <a:solidFill>
            <a:srgbClr val="F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2737104" y="1621536"/>
            <a:ext cx="140208" cy="97536"/>
          </a:xfrm>
          <a:prstGeom prst="rect">
            <a:avLst/>
          </a:prstGeom>
          <a:solidFill>
            <a:srgbClr val="EA5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2877312" y="1621536"/>
            <a:ext cx="140208" cy="97536"/>
          </a:xfrm>
          <a:prstGeom prst="rect">
            <a:avLst/>
          </a:prstGeom>
          <a:solidFill>
            <a:srgbClr val="F9D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3017520" y="1621536"/>
            <a:ext cx="140208" cy="97536"/>
          </a:xfrm>
          <a:prstGeom prst="rect">
            <a:avLst/>
          </a:prstGeom>
          <a:solidFill>
            <a:srgbClr val="FB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3157728" y="1621536"/>
            <a:ext cx="140208" cy="97536"/>
          </a:xfrm>
          <a:prstGeom prst="rect">
            <a:avLst/>
          </a:prstGeom>
          <a:solidFill>
            <a:srgbClr val="F6BB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297936" y="1621536"/>
            <a:ext cx="140208" cy="97536"/>
          </a:xfrm>
          <a:prstGeom prst="rect">
            <a:avLst/>
          </a:prstGeom>
          <a:solidFill>
            <a:srgbClr val="F8C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3438144" y="1621536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3578352" y="1621536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718560" y="1621536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3858768" y="1621536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3998976" y="1621536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4139184" y="1621536"/>
            <a:ext cx="140208" cy="97536"/>
          </a:xfrm>
          <a:prstGeom prst="rect">
            <a:avLst/>
          </a:prstGeom>
          <a:solidFill>
            <a:srgbClr val="DC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4279392" y="1621536"/>
            <a:ext cx="140208" cy="97536"/>
          </a:xfrm>
          <a:prstGeom prst="rect">
            <a:avLst/>
          </a:prstGeom>
          <a:solidFill>
            <a:srgbClr val="FBE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419600" y="1621536"/>
            <a:ext cx="140208" cy="97536"/>
          </a:xfrm>
          <a:prstGeom prst="rect">
            <a:avLst/>
          </a:prstGeom>
          <a:solidFill>
            <a:srgbClr val="F9D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559808" y="1621536"/>
            <a:ext cx="140208" cy="97536"/>
          </a:xfrm>
          <a:prstGeom prst="rect">
            <a:avLst/>
          </a:prstGeom>
          <a:solidFill>
            <a:srgbClr val="F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700016" y="1621536"/>
            <a:ext cx="140208" cy="97536"/>
          </a:xfrm>
          <a:prstGeom prst="rect">
            <a:avLst/>
          </a:prstGeom>
          <a:solidFill>
            <a:srgbClr val="F08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840224" y="1621536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4980432" y="1621536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14400" y="1719072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1054608" y="1719072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194816" y="1719072"/>
            <a:ext cx="140208" cy="97536"/>
          </a:xfrm>
          <a:prstGeom prst="rect">
            <a:avLst/>
          </a:prstGeom>
          <a:solidFill>
            <a:srgbClr val="88B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335024" y="1719072"/>
            <a:ext cx="140208" cy="97536"/>
          </a:xfrm>
          <a:prstGeom prst="rect">
            <a:avLst/>
          </a:prstGeom>
          <a:solidFill>
            <a:srgbClr val="A9C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475232" y="1719072"/>
            <a:ext cx="140208" cy="97536"/>
          </a:xfrm>
          <a:prstGeom prst="rect">
            <a:avLst/>
          </a:prstGeom>
          <a:solidFill>
            <a:srgbClr val="A4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615440" y="1719072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755648" y="1719072"/>
            <a:ext cx="140208" cy="97536"/>
          </a:xfrm>
          <a:prstGeom prst="rect">
            <a:avLst/>
          </a:prstGeom>
          <a:solidFill>
            <a:srgbClr val="F0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895856" y="1719072"/>
            <a:ext cx="140208" cy="97536"/>
          </a:xfrm>
          <a:prstGeom prst="rect">
            <a:avLst/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036064" y="1719072"/>
            <a:ext cx="140208" cy="97536"/>
          </a:xfrm>
          <a:prstGeom prst="rect">
            <a:avLst/>
          </a:prstGeom>
          <a:solidFill>
            <a:srgbClr val="EE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176272" y="1719072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6480" y="1719072"/>
            <a:ext cx="140208" cy="97536"/>
          </a:xfrm>
          <a:prstGeom prst="rect">
            <a:avLst/>
          </a:prstGeom>
          <a:solidFill>
            <a:srgbClr val="F9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456688" y="1719072"/>
            <a:ext cx="140208" cy="97536"/>
          </a:xfrm>
          <a:prstGeom prst="rect">
            <a:avLst/>
          </a:prstGeom>
          <a:solidFill>
            <a:srgbClr val="F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596896" y="171907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737104" y="1719072"/>
            <a:ext cx="140208" cy="97536"/>
          </a:xfrm>
          <a:prstGeom prst="rect">
            <a:avLst/>
          </a:prstGeom>
          <a:solidFill>
            <a:srgbClr val="F29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877312" y="1719072"/>
            <a:ext cx="140208" cy="97536"/>
          </a:xfrm>
          <a:prstGeom prst="rect">
            <a:avLst/>
          </a:prstGeom>
          <a:solidFill>
            <a:srgbClr val="F29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3017520" y="1719072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3157728" y="1719072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3297936" y="1719072"/>
            <a:ext cx="140208" cy="97536"/>
          </a:xfrm>
          <a:prstGeom prst="rect">
            <a:avLst/>
          </a:prstGeom>
          <a:solidFill>
            <a:srgbClr val="C5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3438144" y="1719072"/>
            <a:ext cx="140208" cy="97536"/>
          </a:xfrm>
          <a:prstGeom prst="rect">
            <a:avLst/>
          </a:prstGeom>
          <a:solidFill>
            <a:srgbClr val="A4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3578352" y="1719072"/>
            <a:ext cx="140208" cy="97536"/>
          </a:xfrm>
          <a:prstGeom prst="rect">
            <a:avLst/>
          </a:prstGeom>
          <a:solidFill>
            <a:srgbClr val="A1C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3718560" y="1719072"/>
            <a:ext cx="140208" cy="97536"/>
          </a:xfrm>
          <a:prstGeom prst="rect">
            <a:avLst/>
          </a:prstGeom>
          <a:solidFill>
            <a:srgbClr val="9F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3858768" y="1719072"/>
            <a:ext cx="140208" cy="97536"/>
          </a:xfrm>
          <a:prstGeom prst="rect">
            <a:avLst/>
          </a:prstGeom>
          <a:solidFill>
            <a:srgbClr val="AF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3998976" y="1719072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4139184" y="1719072"/>
            <a:ext cx="140208" cy="97536"/>
          </a:xfrm>
          <a:prstGeom prst="rect">
            <a:avLst/>
          </a:prstGeom>
          <a:solidFill>
            <a:srgbClr val="BBD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4279392" y="1719072"/>
            <a:ext cx="140208" cy="97536"/>
          </a:xfrm>
          <a:prstGeom prst="rect">
            <a:avLst/>
          </a:prstGeom>
          <a:solidFill>
            <a:srgbClr val="F08C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419600" y="1719072"/>
            <a:ext cx="140208" cy="97536"/>
          </a:xfrm>
          <a:prstGeom prst="rect">
            <a:avLst/>
          </a:prstGeom>
          <a:solidFill>
            <a:srgbClr val="EE7C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4559808" y="1719072"/>
            <a:ext cx="140208" cy="97536"/>
          </a:xfrm>
          <a:prstGeom prst="rect">
            <a:avLst/>
          </a:prstGeom>
          <a:solidFill>
            <a:srgbClr val="EE7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4700016" y="1719072"/>
            <a:ext cx="140208" cy="97536"/>
          </a:xfrm>
          <a:prstGeom prst="rect">
            <a:avLst/>
          </a:prstGeom>
          <a:solidFill>
            <a:srgbClr val="F0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4840224" y="1719072"/>
            <a:ext cx="140208" cy="97536"/>
          </a:xfrm>
          <a:prstGeom prst="rect">
            <a:avLst/>
          </a:prstGeom>
          <a:solidFill>
            <a:srgbClr val="EE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4980432" y="1719072"/>
            <a:ext cx="140208" cy="97536"/>
          </a:xfrm>
          <a:prstGeom prst="rect">
            <a:avLst/>
          </a:prstGeom>
          <a:solidFill>
            <a:srgbClr val="ED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914400" y="1816608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54608" y="1816608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194816" y="1816608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335024" y="1816608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475232" y="1816608"/>
            <a:ext cx="140208" cy="97536"/>
          </a:xfrm>
          <a:prstGeom prst="rect">
            <a:avLst/>
          </a:prstGeom>
          <a:solidFill>
            <a:srgbClr val="D5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615440" y="1816608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755648" y="1816608"/>
            <a:ext cx="140208" cy="97536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895856" y="1816608"/>
            <a:ext cx="140208" cy="97536"/>
          </a:xfrm>
          <a:prstGeom prst="rect">
            <a:avLst/>
          </a:prstGeom>
          <a:solidFill>
            <a:srgbClr val="FC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2036064" y="1816608"/>
            <a:ext cx="140208" cy="97536"/>
          </a:xfrm>
          <a:prstGeom prst="rect">
            <a:avLst/>
          </a:prstGeom>
          <a:solidFill>
            <a:srgbClr val="EE7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2176272" y="1816608"/>
            <a:ext cx="140208" cy="97536"/>
          </a:xfrm>
          <a:prstGeom prst="rect">
            <a:avLst/>
          </a:prstGeom>
          <a:solidFill>
            <a:srgbClr val="EC6E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2316480" y="1816608"/>
            <a:ext cx="140208" cy="97536"/>
          </a:xfrm>
          <a:prstGeom prst="rect">
            <a:avLst/>
          </a:prstGeom>
          <a:solidFill>
            <a:srgbClr val="EF80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2456688" y="1816608"/>
            <a:ext cx="140208" cy="97536"/>
          </a:xfrm>
          <a:prstGeom prst="rect">
            <a:avLst/>
          </a:prstGeom>
          <a:solidFill>
            <a:srgbClr val="EA5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2596896" y="1816608"/>
            <a:ext cx="140208" cy="97536"/>
          </a:xfrm>
          <a:prstGeom prst="rect">
            <a:avLst/>
          </a:prstGeom>
          <a:solidFill>
            <a:srgbClr val="F29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737104" y="181660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877312" y="1816608"/>
            <a:ext cx="140208" cy="97536"/>
          </a:xfrm>
          <a:prstGeom prst="rect">
            <a:avLst/>
          </a:prstGeom>
          <a:solidFill>
            <a:srgbClr val="F4A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3017520" y="1816608"/>
            <a:ext cx="140208" cy="97536"/>
          </a:xfrm>
          <a:prstGeom prst="rect">
            <a:avLst/>
          </a:prstGeom>
          <a:solidFill>
            <a:srgbClr val="F5B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3157728" y="1816608"/>
            <a:ext cx="140208" cy="97536"/>
          </a:xfrm>
          <a:prstGeom prst="rect">
            <a:avLst/>
          </a:prstGeom>
          <a:solidFill>
            <a:srgbClr val="F6B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297936" y="1816608"/>
            <a:ext cx="140208" cy="97536"/>
          </a:xfrm>
          <a:prstGeom prst="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3438144" y="1816608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3578352" y="1816608"/>
            <a:ext cx="140208" cy="97536"/>
          </a:xfrm>
          <a:prstGeom prst="rect">
            <a:avLst/>
          </a:prstGeom>
          <a:solidFill>
            <a:srgbClr val="CF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3718560" y="1816608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3858768" y="1816608"/>
            <a:ext cx="140208" cy="97536"/>
          </a:xfrm>
          <a:prstGeom prst="rect">
            <a:avLst/>
          </a:prstGeom>
          <a:solidFill>
            <a:srgbClr val="D9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3998976" y="1816608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4139184" y="1816608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4279392" y="1816608"/>
            <a:ext cx="140208" cy="97536"/>
          </a:xfrm>
          <a:prstGeom prst="rect">
            <a:avLst/>
          </a:prstGeom>
          <a:solidFill>
            <a:srgbClr val="F6B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4419600" y="1816608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4559808" y="1816608"/>
            <a:ext cx="140208" cy="97536"/>
          </a:xfrm>
          <a:prstGeom prst="rect">
            <a:avLst/>
          </a:prstGeom>
          <a:solidFill>
            <a:srgbClr val="F6B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4700016" y="1816608"/>
            <a:ext cx="140208" cy="97536"/>
          </a:xfrm>
          <a:prstGeom prst="rect">
            <a:avLst/>
          </a:prstGeom>
          <a:solidFill>
            <a:srgbClr val="EB67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4840224" y="1816608"/>
            <a:ext cx="140208" cy="97536"/>
          </a:xfrm>
          <a:prstGeom prst="rect">
            <a:avLst/>
          </a:prstGeom>
          <a:solidFill>
            <a:srgbClr val="F4A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4980432" y="1816608"/>
            <a:ext cx="140208" cy="97536"/>
          </a:xfrm>
          <a:prstGeom prst="rect">
            <a:avLst/>
          </a:prstGeom>
          <a:solidFill>
            <a:srgbClr val="F7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914400" y="1914144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1054608" y="1914144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1194816" y="1914144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1335024" y="1914144"/>
            <a:ext cx="140208" cy="97536"/>
          </a:xfrm>
          <a:prstGeom prst="rect">
            <a:avLst/>
          </a:prstGeom>
          <a:solidFill>
            <a:srgbClr val="F9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1475232" y="1914144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1615440" y="1914144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1755648" y="1914144"/>
            <a:ext cx="140208" cy="97536"/>
          </a:xfrm>
          <a:prstGeom prst="rect">
            <a:avLst/>
          </a:prstGeom>
          <a:solidFill>
            <a:srgbClr val="FD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1895856" y="1914144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2036064" y="1914144"/>
            <a:ext cx="140208" cy="97536"/>
          </a:xfrm>
          <a:prstGeom prst="rect">
            <a:avLst/>
          </a:prstGeom>
          <a:solidFill>
            <a:srgbClr val="F7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176272" y="1914144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2316480" y="1914144"/>
            <a:ext cx="140208" cy="97536"/>
          </a:xfrm>
          <a:prstGeom prst="rect">
            <a:avLst/>
          </a:prstGeom>
          <a:solidFill>
            <a:srgbClr val="F9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2456688" y="1914144"/>
            <a:ext cx="140208" cy="97536"/>
          </a:xfrm>
          <a:prstGeom prst="rect">
            <a:avLst/>
          </a:prstGeom>
          <a:solidFill>
            <a:srgbClr val="F9D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596896" y="1914144"/>
            <a:ext cx="140208" cy="97536"/>
          </a:xfrm>
          <a:prstGeom prst="rect">
            <a:avLst/>
          </a:prstGeom>
          <a:solidFill>
            <a:srgbClr val="F29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737104" y="1914144"/>
            <a:ext cx="140208" cy="97536"/>
          </a:xfrm>
          <a:prstGeom prst="rect">
            <a:avLst/>
          </a:prstGeom>
          <a:solidFill>
            <a:srgbClr val="F4A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877312" y="191414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3017520" y="1914144"/>
            <a:ext cx="140208" cy="97536"/>
          </a:xfrm>
          <a:prstGeom prst="rect">
            <a:avLst/>
          </a:prstGeom>
          <a:solidFill>
            <a:srgbClr val="E84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3157728" y="1914144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3297936" y="1914144"/>
            <a:ext cx="140208" cy="97536"/>
          </a:xfrm>
          <a:prstGeom prst="rect">
            <a:avLst/>
          </a:prstGeom>
          <a:solidFill>
            <a:srgbClr val="E1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3438144" y="1914144"/>
            <a:ext cx="140208" cy="97536"/>
          </a:xfrm>
          <a:prstGeom prst="rect">
            <a:avLst/>
          </a:prstGeom>
          <a:solidFill>
            <a:srgbClr val="D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3578352" y="1914144"/>
            <a:ext cx="140208" cy="97536"/>
          </a:xfrm>
          <a:prstGeom prst="rect">
            <a:avLst/>
          </a:prstGeom>
          <a:solidFill>
            <a:srgbClr val="E1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3718560" y="1914144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3858768" y="1914144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3998976" y="1914144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4139184" y="1914144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4279392" y="1914144"/>
            <a:ext cx="140208" cy="97536"/>
          </a:xfrm>
          <a:prstGeom prst="rect">
            <a:avLst/>
          </a:prstGeom>
          <a:solidFill>
            <a:srgbClr val="E74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4419600" y="1914144"/>
            <a:ext cx="140208" cy="97536"/>
          </a:xfrm>
          <a:prstGeom prst="rect">
            <a:avLst/>
          </a:prstGeom>
          <a:solidFill>
            <a:srgbClr val="F19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4559808" y="1914144"/>
            <a:ext cx="140208" cy="97536"/>
          </a:xfrm>
          <a:prstGeom prst="rect">
            <a:avLst/>
          </a:prstGeom>
          <a:solidFill>
            <a:srgbClr val="EE8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4700016" y="1914144"/>
            <a:ext cx="140208" cy="97536"/>
          </a:xfrm>
          <a:prstGeom prst="rect">
            <a:avLst/>
          </a:prstGeom>
          <a:solidFill>
            <a:srgbClr val="FAD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4840224" y="1914144"/>
            <a:ext cx="140208" cy="97536"/>
          </a:xfrm>
          <a:prstGeom prst="rect">
            <a:avLst/>
          </a:prstGeom>
          <a:solidFill>
            <a:srgbClr val="FB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4980432" y="1914144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914400" y="2011680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1054608" y="2011680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1194816" y="2011680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1335024" y="2011680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1475232" y="2011680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1615440" y="2011680"/>
            <a:ext cx="140208" cy="97536"/>
          </a:xfrm>
          <a:prstGeom prst="rect">
            <a:avLst/>
          </a:prstGeom>
          <a:solidFill>
            <a:srgbClr val="E0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1755648" y="2011680"/>
            <a:ext cx="140208" cy="97536"/>
          </a:xfrm>
          <a:prstGeom prst="rect">
            <a:avLst/>
          </a:prstGeom>
          <a:solidFill>
            <a:srgbClr val="FD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1895856" y="2011680"/>
            <a:ext cx="140208" cy="97536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2036064" y="2011680"/>
            <a:ext cx="140208" cy="97536"/>
          </a:xfrm>
          <a:prstGeom prst="rect">
            <a:avLst/>
          </a:prstGeom>
          <a:solidFill>
            <a:srgbClr val="F6B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2176272" y="2011680"/>
            <a:ext cx="140208" cy="97536"/>
          </a:xfrm>
          <a:prstGeom prst="rect">
            <a:avLst/>
          </a:prstGeom>
          <a:solidFill>
            <a:srgbClr val="F3A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316480" y="2011680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2456688" y="2011680"/>
            <a:ext cx="140208" cy="97536"/>
          </a:xfrm>
          <a:prstGeom prst="rect">
            <a:avLst/>
          </a:prstGeom>
          <a:solidFill>
            <a:srgbClr val="FB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2596896" y="2011680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2737104" y="2011680"/>
            <a:ext cx="140208" cy="97536"/>
          </a:xfrm>
          <a:prstGeom prst="rect">
            <a:avLst/>
          </a:prstGeom>
          <a:solidFill>
            <a:srgbClr val="F5B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877312" y="2011680"/>
            <a:ext cx="140208" cy="97536"/>
          </a:xfrm>
          <a:prstGeom prst="rect">
            <a:avLst/>
          </a:prstGeom>
          <a:solidFill>
            <a:srgbClr val="E84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3017520" y="201168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3157728" y="2011680"/>
            <a:ext cx="140208" cy="97536"/>
          </a:xfrm>
          <a:prstGeom prst="rect">
            <a:avLst/>
          </a:prstGeom>
          <a:solidFill>
            <a:srgbClr val="F8C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3297936" y="2011680"/>
            <a:ext cx="140208" cy="97536"/>
          </a:xfrm>
          <a:prstGeom prst="rect">
            <a:avLst/>
          </a:prstGeom>
          <a:solidFill>
            <a:srgbClr val="EB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3438144" y="2011680"/>
            <a:ext cx="140208" cy="97536"/>
          </a:xfrm>
          <a:prstGeom prst="rect">
            <a:avLst/>
          </a:prstGeom>
          <a:solidFill>
            <a:srgbClr val="D1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3578352" y="2011680"/>
            <a:ext cx="140208" cy="97536"/>
          </a:xfrm>
          <a:prstGeom prst="rect">
            <a:avLst/>
          </a:prstGeom>
          <a:solidFill>
            <a:srgbClr val="CF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3718560" y="2011680"/>
            <a:ext cx="140208" cy="97536"/>
          </a:xfrm>
          <a:prstGeom prst="rect">
            <a:avLst/>
          </a:prstGeom>
          <a:solidFill>
            <a:srgbClr val="CF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3858768" y="2011680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3998976" y="2011680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4139184" y="2011680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4279392" y="2011680"/>
            <a:ext cx="140208" cy="97536"/>
          </a:xfrm>
          <a:prstGeom prst="rect">
            <a:avLst/>
          </a:prstGeom>
          <a:solidFill>
            <a:srgbClr val="E7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4419600" y="2011680"/>
            <a:ext cx="140208" cy="97536"/>
          </a:xfrm>
          <a:prstGeom prst="rect">
            <a:avLst/>
          </a:prstGeom>
          <a:solidFill>
            <a:srgbClr val="F19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4559808" y="2011680"/>
            <a:ext cx="140208" cy="97536"/>
          </a:xfrm>
          <a:prstGeom prst="rect">
            <a:avLst/>
          </a:prstGeom>
          <a:solidFill>
            <a:srgbClr val="EC6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4700016" y="2011680"/>
            <a:ext cx="140208" cy="97536"/>
          </a:xfrm>
          <a:prstGeom prst="rect">
            <a:avLst/>
          </a:prstGeom>
          <a:solidFill>
            <a:srgbClr val="FA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4840224" y="2011680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4980432" y="2011680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914400" y="2109216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1054608" y="2109216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1194816" y="2109216"/>
            <a:ext cx="140208" cy="97536"/>
          </a:xfrm>
          <a:prstGeom prst="rect">
            <a:avLst/>
          </a:prstGeom>
          <a:solidFill>
            <a:srgbClr val="F8C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1335024" y="2109216"/>
            <a:ext cx="140208" cy="97536"/>
          </a:xfrm>
          <a:prstGeom prst="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1475232" y="2109216"/>
            <a:ext cx="140208" cy="97536"/>
          </a:xfrm>
          <a:prstGeom prst="rect">
            <a:avLst/>
          </a:prstGeom>
          <a:solidFill>
            <a:srgbClr val="F8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1615440" y="2109216"/>
            <a:ext cx="140208" cy="97536"/>
          </a:xfrm>
          <a:prstGeom prst="rect">
            <a:avLst/>
          </a:prstGeom>
          <a:solidFill>
            <a:srgbClr val="F8C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755648" y="2109216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895856" y="2109216"/>
            <a:ext cx="140208" cy="97536"/>
          </a:xfrm>
          <a:prstGeom prst="rect">
            <a:avLst/>
          </a:prstGeom>
          <a:solidFill>
            <a:srgbClr val="FE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2036064" y="2109216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2176272" y="2109216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2316480" y="2109216"/>
            <a:ext cx="140208" cy="97536"/>
          </a:xfrm>
          <a:prstGeom prst="rect">
            <a:avLst/>
          </a:prstGeom>
          <a:solidFill>
            <a:srgbClr val="EF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2456688" y="2109216"/>
            <a:ext cx="140208" cy="97536"/>
          </a:xfrm>
          <a:prstGeom prst="rect">
            <a:avLst/>
          </a:prstGeom>
          <a:solidFill>
            <a:srgbClr val="F6BB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596896" y="2109216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737104" y="2109216"/>
            <a:ext cx="140208" cy="97536"/>
          </a:xfrm>
          <a:prstGeom prst="rect">
            <a:avLst/>
          </a:prstGeom>
          <a:solidFill>
            <a:srgbClr val="F6B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877312" y="2109216"/>
            <a:ext cx="140208" cy="97536"/>
          </a:xfrm>
          <a:prstGeom prst="rect">
            <a:avLst/>
          </a:prstGeom>
          <a:solidFill>
            <a:srgbClr val="F9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3017520" y="2109216"/>
            <a:ext cx="140208" cy="97536"/>
          </a:xfrm>
          <a:prstGeom prst="rect">
            <a:avLst/>
          </a:prstGeom>
          <a:solidFill>
            <a:srgbClr val="F8C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3157728" y="210921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3297936" y="2109216"/>
            <a:ext cx="140208" cy="97536"/>
          </a:xfrm>
          <a:prstGeom prst="rect">
            <a:avLst/>
          </a:prstGeom>
          <a:solidFill>
            <a:srgbClr val="F29C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3438144" y="2109216"/>
            <a:ext cx="140208" cy="97536"/>
          </a:xfrm>
          <a:prstGeom prst="rect">
            <a:avLst/>
          </a:prstGeom>
          <a:solidFill>
            <a:srgbClr val="F3A0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3578352" y="2109216"/>
            <a:ext cx="140208" cy="97536"/>
          </a:xfrm>
          <a:prstGeom prst="rect">
            <a:avLst/>
          </a:prstGeom>
          <a:solidFill>
            <a:srgbClr val="F3A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3718560" y="2109216"/>
            <a:ext cx="140208" cy="97536"/>
          </a:xfrm>
          <a:prstGeom prst="rect">
            <a:avLst/>
          </a:prstGeom>
          <a:solidFill>
            <a:srgbClr val="F3A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3858768" y="2109216"/>
            <a:ext cx="140208" cy="97536"/>
          </a:xfrm>
          <a:prstGeom prst="rect">
            <a:avLst/>
          </a:prstGeom>
          <a:solidFill>
            <a:srgbClr val="F29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3998976" y="2109216"/>
            <a:ext cx="140208" cy="97536"/>
          </a:xfrm>
          <a:prstGeom prst="rect">
            <a:avLst/>
          </a:prstGeom>
          <a:solidFill>
            <a:srgbClr val="F19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4139184" y="2109216"/>
            <a:ext cx="140208" cy="97536"/>
          </a:xfrm>
          <a:prstGeom prst="rect">
            <a:avLst/>
          </a:prstGeom>
          <a:solidFill>
            <a:srgbClr val="F19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4279392" y="2109216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4419600" y="2109216"/>
            <a:ext cx="140208" cy="97536"/>
          </a:xfrm>
          <a:prstGeom prst="rect">
            <a:avLst/>
          </a:prstGeom>
          <a:solidFill>
            <a:srgbClr val="D4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4559808" y="2109216"/>
            <a:ext cx="140208" cy="97536"/>
          </a:xfrm>
          <a:prstGeom prst="rect">
            <a:avLst/>
          </a:prstGeom>
          <a:solidFill>
            <a:srgbClr val="FBE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4700016" y="2109216"/>
            <a:ext cx="140208" cy="97536"/>
          </a:xfrm>
          <a:prstGeom prst="rect">
            <a:avLst/>
          </a:prstGeom>
          <a:solidFill>
            <a:srgbClr val="F9D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4840224" y="2109216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4980432" y="2109216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914400" y="2206752"/>
            <a:ext cx="140208" cy="97536"/>
          </a:xfrm>
          <a:prstGeom prst="rect">
            <a:avLst/>
          </a:prstGeom>
          <a:solidFill>
            <a:srgbClr val="EC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1054608" y="2206752"/>
            <a:ext cx="140208" cy="97536"/>
          </a:xfrm>
          <a:prstGeom prst="rect">
            <a:avLst/>
          </a:prstGeom>
          <a:solidFill>
            <a:srgbClr val="EC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194816" y="2206752"/>
            <a:ext cx="140208" cy="97536"/>
          </a:xfrm>
          <a:prstGeom prst="rect">
            <a:avLst/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335024" y="2206752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475232" y="2206752"/>
            <a:ext cx="140208" cy="97536"/>
          </a:xfrm>
          <a:prstGeom prst="rect">
            <a:avLst/>
          </a:prstGeom>
          <a:solidFill>
            <a:srgbClr val="FA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615440" y="2206752"/>
            <a:ext cx="140208" cy="97536"/>
          </a:xfrm>
          <a:prstGeom prst="rect">
            <a:avLst/>
          </a:prstGeom>
          <a:solidFill>
            <a:srgbClr val="FE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1755648" y="2206752"/>
            <a:ext cx="140208" cy="97536"/>
          </a:xfrm>
          <a:prstGeom prst="rect">
            <a:avLst/>
          </a:prstGeom>
          <a:solidFill>
            <a:srgbClr val="FD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1895856" y="2206752"/>
            <a:ext cx="140208" cy="97536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2036064" y="2206752"/>
            <a:ext cx="140208" cy="97536"/>
          </a:xfrm>
          <a:prstGeom prst="rect">
            <a:avLst/>
          </a:prstGeom>
          <a:solidFill>
            <a:srgbClr val="FE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2176272" y="2206752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2316480" y="2206752"/>
            <a:ext cx="140208" cy="97536"/>
          </a:xfrm>
          <a:prstGeom prst="rect">
            <a:avLst/>
          </a:prstGeom>
          <a:solidFill>
            <a:srgbClr val="F4A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2456688" y="2206752"/>
            <a:ext cx="140208" cy="97536"/>
          </a:xfrm>
          <a:prstGeom prst="rect">
            <a:avLst/>
          </a:prstGeom>
          <a:solidFill>
            <a:srgbClr val="F8C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596896" y="2206752"/>
            <a:ext cx="140208" cy="97536"/>
          </a:xfrm>
          <a:prstGeom prst="rect">
            <a:avLst/>
          </a:prstGeom>
          <a:solidFill>
            <a:srgbClr val="C5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737104" y="2206752"/>
            <a:ext cx="140208" cy="97536"/>
          </a:xfrm>
          <a:prstGeom prst="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877312" y="2206752"/>
            <a:ext cx="140208" cy="97536"/>
          </a:xfrm>
          <a:prstGeom prst="rect">
            <a:avLst/>
          </a:prstGeom>
          <a:solidFill>
            <a:srgbClr val="E1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3017520" y="2206752"/>
            <a:ext cx="140208" cy="97536"/>
          </a:xfrm>
          <a:prstGeom prst="rect">
            <a:avLst/>
          </a:prstGeom>
          <a:solidFill>
            <a:srgbClr val="EB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3157728" y="2206752"/>
            <a:ext cx="140208" cy="97536"/>
          </a:xfrm>
          <a:prstGeom prst="rect">
            <a:avLst/>
          </a:prstGeom>
          <a:solidFill>
            <a:srgbClr val="F29C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3297936" y="220675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3438144" y="2206752"/>
            <a:ext cx="140208" cy="97536"/>
          </a:xfrm>
          <a:prstGeom prst="rect">
            <a:avLst/>
          </a:prstGeom>
          <a:solidFill>
            <a:srgbClr val="F192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3578352" y="2206752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3718560" y="2206752"/>
            <a:ext cx="140208" cy="97536"/>
          </a:xfrm>
          <a:prstGeom prst="rect">
            <a:avLst/>
          </a:prstGeom>
          <a:solidFill>
            <a:srgbClr val="F298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3858768" y="2206752"/>
            <a:ext cx="140208" cy="97536"/>
          </a:xfrm>
          <a:prstGeom prst="rect">
            <a:avLst/>
          </a:prstGeom>
          <a:solidFill>
            <a:srgbClr val="F4A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3998976" y="2206752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4139184" y="2206752"/>
            <a:ext cx="140208" cy="97536"/>
          </a:xfrm>
          <a:prstGeom prst="rect">
            <a:avLst/>
          </a:prstGeom>
          <a:solidFill>
            <a:srgbClr val="F19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4279392" y="2206752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4419600" y="2206752"/>
            <a:ext cx="140208" cy="97536"/>
          </a:xfrm>
          <a:prstGeom prst="rect">
            <a:avLst/>
          </a:prstGeom>
          <a:solidFill>
            <a:srgbClr val="BB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4559808" y="2206752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4700016" y="2206752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4840224" y="2206752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4980432" y="2206752"/>
            <a:ext cx="140208" cy="97536"/>
          </a:xfrm>
          <a:prstGeom prst="rect">
            <a:avLst/>
          </a:prstGeom>
          <a:solidFill>
            <a:srgbClr val="DC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914400" y="2304288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1054608" y="2304288"/>
            <a:ext cx="140208" cy="97536"/>
          </a:xfrm>
          <a:prstGeom prst="rect">
            <a:avLst/>
          </a:prstGeom>
          <a:solidFill>
            <a:srgbClr val="D4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1194816" y="2304288"/>
            <a:ext cx="140208" cy="97536"/>
          </a:xfrm>
          <a:prstGeom prst="rect">
            <a:avLst/>
          </a:prstGeom>
          <a:solidFill>
            <a:srgbClr val="F29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335024" y="2304288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475232" y="2304288"/>
            <a:ext cx="140208" cy="97536"/>
          </a:xfrm>
          <a:prstGeom prst="rect">
            <a:avLst/>
          </a:prstGeom>
          <a:solidFill>
            <a:srgbClr val="F5B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615440" y="2304288"/>
            <a:ext cx="140208" cy="97536"/>
          </a:xfrm>
          <a:prstGeom prst="rect">
            <a:avLst/>
          </a:prstGeom>
          <a:solidFill>
            <a:srgbClr val="F4A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755648" y="2304288"/>
            <a:ext cx="140208" cy="97536"/>
          </a:xfrm>
          <a:prstGeom prst="rect">
            <a:avLst/>
          </a:prstGeom>
          <a:solidFill>
            <a:srgbClr val="E3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895856" y="2304288"/>
            <a:ext cx="140208" cy="97536"/>
          </a:xfrm>
          <a:prstGeom prst="rect">
            <a:avLst/>
          </a:prstGeom>
          <a:solidFill>
            <a:srgbClr val="EA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2036064" y="2304288"/>
            <a:ext cx="140208" cy="97536"/>
          </a:xfrm>
          <a:prstGeom prst="rect">
            <a:avLst/>
          </a:prstGeom>
          <a:solidFill>
            <a:srgbClr val="D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2176272" y="2304288"/>
            <a:ext cx="140208" cy="97536"/>
          </a:xfrm>
          <a:prstGeom prst="rect">
            <a:avLst/>
          </a:prstGeom>
          <a:solidFill>
            <a:srgbClr val="9BC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2316480" y="2304288"/>
            <a:ext cx="140208" cy="97536"/>
          </a:xfrm>
          <a:prstGeom prst="rect">
            <a:avLst/>
          </a:prstGeom>
          <a:solidFill>
            <a:srgbClr val="FADA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2456688" y="2304288"/>
            <a:ext cx="140208" cy="97536"/>
          </a:xfrm>
          <a:prstGeom prst="rect">
            <a:avLst/>
          </a:prstGeom>
          <a:solidFill>
            <a:srgbClr val="F5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596896" y="2304288"/>
            <a:ext cx="140208" cy="97536"/>
          </a:xfrm>
          <a:prstGeom prst="rect">
            <a:avLst/>
          </a:prstGeom>
          <a:solidFill>
            <a:srgbClr val="A4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737104" y="2304288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877312" y="2304288"/>
            <a:ext cx="140208" cy="97536"/>
          </a:xfrm>
          <a:prstGeom prst="rect">
            <a:avLst/>
          </a:prstGeom>
          <a:solidFill>
            <a:srgbClr val="D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3017520" y="2304288"/>
            <a:ext cx="140208" cy="97536"/>
          </a:xfrm>
          <a:prstGeom prst="rect">
            <a:avLst/>
          </a:prstGeom>
          <a:solidFill>
            <a:srgbClr val="D1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3157728" y="2304288"/>
            <a:ext cx="140208" cy="97536"/>
          </a:xfrm>
          <a:prstGeom prst="rect">
            <a:avLst/>
          </a:prstGeom>
          <a:solidFill>
            <a:srgbClr val="F3A0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3297936" y="2304288"/>
            <a:ext cx="140208" cy="97536"/>
          </a:xfrm>
          <a:prstGeom prst="rect">
            <a:avLst/>
          </a:prstGeom>
          <a:solidFill>
            <a:srgbClr val="F192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3438144" y="230428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3578352" y="2304288"/>
            <a:ext cx="140208" cy="97536"/>
          </a:xfrm>
          <a:prstGeom prst="rect">
            <a:avLst/>
          </a:prstGeom>
          <a:solidFill>
            <a:srgbClr val="E7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3718560" y="2304288"/>
            <a:ext cx="140208" cy="97536"/>
          </a:xfrm>
          <a:prstGeom prst="rect">
            <a:avLst/>
          </a:prstGeom>
          <a:solidFill>
            <a:srgbClr val="E6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3858768" y="2304288"/>
            <a:ext cx="140208" cy="97536"/>
          </a:xfrm>
          <a:prstGeom prst="rect">
            <a:avLst/>
          </a:prstGeom>
          <a:solidFill>
            <a:srgbClr val="E8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3998976" y="2304288"/>
            <a:ext cx="140208" cy="97536"/>
          </a:xfrm>
          <a:prstGeom prst="rect">
            <a:avLst/>
          </a:prstGeom>
          <a:solidFill>
            <a:srgbClr val="E8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4139184" y="2304288"/>
            <a:ext cx="140208" cy="97536"/>
          </a:xfrm>
          <a:prstGeom prst="rect">
            <a:avLst/>
          </a:prstGeom>
          <a:solidFill>
            <a:srgbClr val="E84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4279392" y="2304288"/>
            <a:ext cx="140208" cy="97536"/>
          </a:xfrm>
          <a:prstGeom prst="rect">
            <a:avLst/>
          </a:prstGeom>
          <a:solidFill>
            <a:srgbClr val="BC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4419600" y="2304288"/>
            <a:ext cx="140208" cy="97536"/>
          </a:xfrm>
          <a:prstGeom prst="rect">
            <a:avLst/>
          </a:prstGeom>
          <a:solidFill>
            <a:srgbClr val="69A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4559808" y="2304288"/>
            <a:ext cx="140208" cy="97536"/>
          </a:xfrm>
          <a:prstGeom prst="rect">
            <a:avLst/>
          </a:prstGeom>
          <a:solidFill>
            <a:srgbClr val="A7C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4700016" y="2304288"/>
            <a:ext cx="140208" cy="97536"/>
          </a:xfrm>
          <a:prstGeom prst="rect">
            <a:avLst/>
          </a:prstGeom>
          <a:solidFill>
            <a:srgbClr val="CA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4840224" y="2304288"/>
            <a:ext cx="140208" cy="97536"/>
          </a:xfrm>
          <a:prstGeom prst="rect">
            <a:avLst/>
          </a:prstGeom>
          <a:solidFill>
            <a:srgbClr val="B4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4980432" y="2304288"/>
            <a:ext cx="140208" cy="97536"/>
          </a:xfrm>
          <a:prstGeom prst="rect">
            <a:avLst/>
          </a:prstGeom>
          <a:solidFill>
            <a:srgbClr val="D9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914400" y="2401824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1054608" y="2401824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1194816" y="2401824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335024" y="2401824"/>
            <a:ext cx="140208" cy="97536"/>
          </a:xfrm>
          <a:prstGeom prst="rect">
            <a:avLst/>
          </a:prstGeom>
          <a:solidFill>
            <a:srgbClr val="F6BE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475232" y="2401824"/>
            <a:ext cx="140208" cy="97536"/>
          </a:xfrm>
          <a:prstGeom prst="rect">
            <a:avLst/>
          </a:prstGeom>
          <a:solidFill>
            <a:srgbClr val="F7C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615440" y="2401824"/>
            <a:ext cx="140208" cy="97536"/>
          </a:xfrm>
          <a:prstGeom prst="rect">
            <a:avLst/>
          </a:prstGeom>
          <a:solidFill>
            <a:srgbClr val="F5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755648" y="2401824"/>
            <a:ext cx="140208" cy="97536"/>
          </a:xfrm>
          <a:prstGeom prst="rect">
            <a:avLst/>
          </a:prstGeom>
          <a:solidFill>
            <a:srgbClr val="D1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895856" y="2401824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2036064" y="2401824"/>
            <a:ext cx="140208" cy="97536"/>
          </a:xfrm>
          <a:prstGeom prst="rect">
            <a:avLst/>
          </a:prstGeom>
          <a:solidFill>
            <a:srgbClr val="D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176272" y="2401824"/>
            <a:ext cx="140208" cy="97536"/>
          </a:xfrm>
          <a:prstGeom prst="rect">
            <a:avLst/>
          </a:prstGeom>
          <a:solidFill>
            <a:srgbClr val="9D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2316480" y="2401824"/>
            <a:ext cx="140208" cy="97536"/>
          </a:xfrm>
          <a:prstGeom prst="rect">
            <a:avLst/>
          </a:prstGeom>
          <a:solidFill>
            <a:srgbClr val="FBE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2456688" y="2401824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596896" y="2401824"/>
            <a:ext cx="140208" cy="97536"/>
          </a:xfrm>
          <a:prstGeom prst="rect">
            <a:avLst/>
          </a:prstGeom>
          <a:solidFill>
            <a:srgbClr val="A1C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737104" y="2401824"/>
            <a:ext cx="140208" cy="97536"/>
          </a:xfrm>
          <a:prstGeom prst="rect">
            <a:avLst/>
          </a:prstGeom>
          <a:solidFill>
            <a:srgbClr val="CF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877312" y="2401824"/>
            <a:ext cx="140208" cy="97536"/>
          </a:xfrm>
          <a:prstGeom prst="rect">
            <a:avLst/>
          </a:prstGeom>
          <a:solidFill>
            <a:srgbClr val="E1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3017520" y="2401824"/>
            <a:ext cx="140208" cy="97536"/>
          </a:xfrm>
          <a:prstGeom prst="rect">
            <a:avLst/>
          </a:prstGeom>
          <a:solidFill>
            <a:srgbClr val="CF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3157728" y="2401824"/>
            <a:ext cx="140208" cy="97536"/>
          </a:xfrm>
          <a:prstGeom prst="rect">
            <a:avLst/>
          </a:prstGeom>
          <a:solidFill>
            <a:srgbClr val="F3A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3297936" y="2401824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3438144" y="2401824"/>
            <a:ext cx="140208" cy="97536"/>
          </a:xfrm>
          <a:prstGeom prst="rect">
            <a:avLst/>
          </a:prstGeom>
          <a:solidFill>
            <a:srgbClr val="E7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3578352" y="240182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3718560" y="2401824"/>
            <a:ext cx="140208" cy="97536"/>
          </a:xfrm>
          <a:prstGeom prst="rect">
            <a:avLst/>
          </a:prstGeom>
          <a:solidFill>
            <a:srgbClr val="E7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3858768" y="2401824"/>
            <a:ext cx="140208" cy="97536"/>
          </a:xfrm>
          <a:prstGeom prst="rect">
            <a:avLst/>
          </a:prstGeom>
          <a:solidFill>
            <a:srgbClr val="E6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3998976" y="2401824"/>
            <a:ext cx="140208" cy="97536"/>
          </a:xfrm>
          <a:prstGeom prst="rect">
            <a:avLst/>
          </a:prstGeom>
          <a:solidFill>
            <a:srgbClr val="E6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4139184" y="2401824"/>
            <a:ext cx="140208" cy="97536"/>
          </a:xfrm>
          <a:prstGeom prst="rect">
            <a:avLst/>
          </a:prstGeom>
          <a:solidFill>
            <a:srgbClr val="E84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4279392" y="2401824"/>
            <a:ext cx="140208" cy="97536"/>
          </a:xfrm>
          <a:prstGeom prst="rect">
            <a:avLst/>
          </a:prstGeom>
          <a:solidFill>
            <a:srgbClr val="BBD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4419600" y="2401824"/>
            <a:ext cx="140208" cy="97536"/>
          </a:xfrm>
          <a:prstGeom prst="rect">
            <a:avLst/>
          </a:prstGeom>
          <a:solidFill>
            <a:srgbClr val="6BA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4559808" y="2401824"/>
            <a:ext cx="140208" cy="97536"/>
          </a:xfrm>
          <a:prstGeom prst="rect">
            <a:avLst/>
          </a:prstGeom>
          <a:solidFill>
            <a:srgbClr val="9E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4700016" y="2401824"/>
            <a:ext cx="140208" cy="97536"/>
          </a:xfrm>
          <a:prstGeom prst="rect">
            <a:avLst/>
          </a:prstGeom>
          <a:solidFill>
            <a:srgbClr val="BFD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4840224" y="2401824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4980432" y="2401824"/>
            <a:ext cx="140208" cy="97536"/>
          </a:xfrm>
          <a:prstGeom prst="rect">
            <a:avLst/>
          </a:prstGeom>
          <a:solidFill>
            <a:srgbClr val="D9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914400" y="2499360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1054608" y="2499360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194816" y="2499360"/>
            <a:ext cx="140208" cy="97536"/>
          </a:xfrm>
          <a:prstGeom prst="rect">
            <a:avLst/>
          </a:prstGeom>
          <a:solidFill>
            <a:srgbClr val="F2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335024" y="2499360"/>
            <a:ext cx="140208" cy="97536"/>
          </a:xfrm>
          <a:prstGeom prst="rect">
            <a:avLst/>
          </a:prstGeom>
          <a:solidFill>
            <a:srgbClr val="F7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475232" y="2499360"/>
            <a:ext cx="140208" cy="97536"/>
          </a:xfrm>
          <a:prstGeom prst="rect">
            <a:avLst/>
          </a:prstGeom>
          <a:solidFill>
            <a:srgbClr val="F6B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615440" y="2499360"/>
            <a:ext cx="140208" cy="97536"/>
          </a:xfrm>
          <a:prstGeom prst="rect">
            <a:avLst/>
          </a:prstGeom>
          <a:solidFill>
            <a:srgbClr val="F4A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755648" y="2499360"/>
            <a:ext cx="140208" cy="97536"/>
          </a:xfrm>
          <a:prstGeom prst="rect">
            <a:avLst/>
          </a:prstGeom>
          <a:solidFill>
            <a:srgbClr val="DA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895856" y="2499360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2036064" y="2499360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2176272" y="2499360"/>
            <a:ext cx="140208" cy="97536"/>
          </a:xfrm>
          <a:prstGeom prst="rect">
            <a:avLst/>
          </a:prstGeom>
          <a:solidFill>
            <a:srgbClr val="9BC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2316480" y="2499360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2456688" y="2499360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596896" y="2499360"/>
            <a:ext cx="140208" cy="97536"/>
          </a:xfrm>
          <a:prstGeom prst="rect">
            <a:avLst/>
          </a:prstGeom>
          <a:solidFill>
            <a:srgbClr val="9F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737104" y="2499360"/>
            <a:ext cx="140208" cy="97536"/>
          </a:xfrm>
          <a:prstGeom prst="rect">
            <a:avLst/>
          </a:prstGeom>
          <a:solidFill>
            <a:srgbClr val="CDE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877312" y="2499360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3017520" y="2499360"/>
            <a:ext cx="140208" cy="97536"/>
          </a:xfrm>
          <a:prstGeom prst="rect">
            <a:avLst/>
          </a:prstGeom>
          <a:solidFill>
            <a:srgbClr val="CF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3157728" y="2499360"/>
            <a:ext cx="140208" cy="97536"/>
          </a:xfrm>
          <a:prstGeom prst="rect">
            <a:avLst/>
          </a:prstGeom>
          <a:solidFill>
            <a:srgbClr val="F3A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3297936" y="2499360"/>
            <a:ext cx="140208" cy="97536"/>
          </a:xfrm>
          <a:prstGeom prst="rect">
            <a:avLst/>
          </a:prstGeom>
          <a:solidFill>
            <a:srgbClr val="F298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3438144" y="2499360"/>
            <a:ext cx="140208" cy="97536"/>
          </a:xfrm>
          <a:prstGeom prst="rect">
            <a:avLst/>
          </a:prstGeom>
          <a:solidFill>
            <a:srgbClr val="E6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3578352" y="2499360"/>
            <a:ext cx="140208" cy="97536"/>
          </a:xfrm>
          <a:prstGeom prst="rect">
            <a:avLst/>
          </a:prstGeom>
          <a:solidFill>
            <a:srgbClr val="E7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3718560" y="249936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3858768" y="2499360"/>
            <a:ext cx="140208" cy="97536"/>
          </a:xfrm>
          <a:prstGeom prst="rect">
            <a:avLst/>
          </a:prstGeom>
          <a:solidFill>
            <a:srgbClr val="E74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3998976" y="2499360"/>
            <a:ext cx="140208" cy="97536"/>
          </a:xfrm>
          <a:prstGeom prst="rect">
            <a:avLst/>
          </a:prstGeom>
          <a:solidFill>
            <a:srgbClr val="E7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4139184" y="2499360"/>
            <a:ext cx="140208" cy="97536"/>
          </a:xfrm>
          <a:prstGeom prst="rect">
            <a:avLst/>
          </a:prstGeom>
          <a:solidFill>
            <a:srgbClr val="E7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4279392" y="2499360"/>
            <a:ext cx="140208" cy="97536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4419600" y="2499360"/>
            <a:ext cx="140208" cy="97536"/>
          </a:xfrm>
          <a:prstGeom prst="rect">
            <a:avLst/>
          </a:prstGeom>
          <a:solidFill>
            <a:srgbClr val="64A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4559808" y="2499360"/>
            <a:ext cx="140208" cy="97536"/>
          </a:xfrm>
          <a:prstGeom prst="rect">
            <a:avLst/>
          </a:prstGeom>
          <a:solidFill>
            <a:srgbClr val="A2C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4700016" y="2499360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4840224" y="2499360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4980432" y="2499360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914400" y="2596896"/>
            <a:ext cx="140208" cy="97536"/>
          </a:xfrm>
          <a:prstGeom prst="rect">
            <a:avLst/>
          </a:prstGeom>
          <a:solidFill>
            <a:srgbClr val="C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1054608" y="2596896"/>
            <a:ext cx="140208" cy="97536"/>
          </a:xfrm>
          <a:prstGeom prst="rect">
            <a:avLst/>
          </a:prstGeom>
          <a:solidFill>
            <a:srgbClr val="C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1194816" y="2596896"/>
            <a:ext cx="140208" cy="97536"/>
          </a:xfrm>
          <a:prstGeom prst="rect">
            <a:avLst/>
          </a:prstGeom>
          <a:solidFill>
            <a:srgbClr val="F4A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1335024" y="2596896"/>
            <a:ext cx="140208" cy="97536"/>
          </a:xfrm>
          <a:prstGeom prst="rect">
            <a:avLst/>
          </a:prstGeom>
          <a:solidFill>
            <a:srgbClr val="F6B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1475232" y="2596896"/>
            <a:ext cx="140208" cy="97536"/>
          </a:xfrm>
          <a:prstGeom prst="rect">
            <a:avLst/>
          </a:prstGeom>
          <a:solidFill>
            <a:srgbClr val="F7C6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1615440" y="2596896"/>
            <a:ext cx="140208" cy="97536"/>
          </a:xfrm>
          <a:prstGeom prst="rect">
            <a:avLst/>
          </a:prstGeom>
          <a:solidFill>
            <a:srgbClr val="F6B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1755648" y="2596896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1895856" y="2596896"/>
            <a:ext cx="140208" cy="97536"/>
          </a:xfrm>
          <a:prstGeom prst="rect">
            <a:avLst/>
          </a:prstGeom>
          <a:solidFill>
            <a:srgbClr val="DF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2036064" y="2596896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2176272" y="2596896"/>
            <a:ext cx="140208" cy="97536"/>
          </a:xfrm>
          <a:prstGeom prst="rect">
            <a:avLst/>
          </a:prstGeom>
          <a:solidFill>
            <a:srgbClr val="A9C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2316480" y="2596896"/>
            <a:ext cx="140208" cy="97536"/>
          </a:xfrm>
          <a:prstGeom prst="rect">
            <a:avLst/>
          </a:prstGeom>
          <a:solidFill>
            <a:srgbClr val="F9D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2456688" y="2596896"/>
            <a:ext cx="140208" cy="97536"/>
          </a:xfrm>
          <a:prstGeom prst="rect">
            <a:avLst/>
          </a:prstGeom>
          <a:solidFill>
            <a:srgbClr val="E9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2596896" y="2596896"/>
            <a:ext cx="140208" cy="97536"/>
          </a:xfrm>
          <a:prstGeom prst="rect">
            <a:avLst/>
          </a:prstGeom>
          <a:solidFill>
            <a:srgbClr val="AF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2737104" y="2596896"/>
            <a:ext cx="140208" cy="97536"/>
          </a:xfrm>
          <a:prstGeom prst="rect">
            <a:avLst/>
          </a:prstGeom>
          <a:solidFill>
            <a:srgbClr val="D9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2877312" y="2596896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3017520" y="2596896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3157728" y="2596896"/>
            <a:ext cx="140208" cy="97536"/>
          </a:xfrm>
          <a:prstGeom prst="rect">
            <a:avLst/>
          </a:prstGeom>
          <a:solidFill>
            <a:srgbClr val="F29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3297936" y="2596896"/>
            <a:ext cx="140208" cy="97536"/>
          </a:xfrm>
          <a:prstGeom prst="rect">
            <a:avLst/>
          </a:prstGeom>
          <a:solidFill>
            <a:srgbClr val="F4A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3438144" y="2596896"/>
            <a:ext cx="140208" cy="97536"/>
          </a:xfrm>
          <a:prstGeom prst="rect">
            <a:avLst/>
          </a:prstGeom>
          <a:solidFill>
            <a:srgbClr val="E8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3578352" y="2596896"/>
            <a:ext cx="140208" cy="97536"/>
          </a:xfrm>
          <a:prstGeom prst="rect">
            <a:avLst/>
          </a:prstGeom>
          <a:solidFill>
            <a:srgbClr val="E6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3718560" y="2596896"/>
            <a:ext cx="140208" cy="97536"/>
          </a:xfrm>
          <a:prstGeom prst="rect">
            <a:avLst/>
          </a:prstGeom>
          <a:solidFill>
            <a:srgbClr val="E74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3858768" y="259689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3998976" y="2596896"/>
            <a:ext cx="140208" cy="97536"/>
          </a:xfrm>
          <a:prstGeom prst="rect">
            <a:avLst/>
          </a:prstGeom>
          <a:solidFill>
            <a:srgbClr val="E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4139184" y="2596896"/>
            <a:ext cx="140208" cy="97536"/>
          </a:xfrm>
          <a:prstGeom prst="rect">
            <a:avLst/>
          </a:prstGeom>
          <a:solidFill>
            <a:srgbClr val="E84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4279392" y="2596896"/>
            <a:ext cx="140208" cy="97536"/>
          </a:xfrm>
          <a:prstGeom prst="rect">
            <a:avLst/>
          </a:prstGeom>
          <a:solidFill>
            <a:srgbClr val="CB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4419600" y="2596896"/>
            <a:ext cx="140208" cy="97536"/>
          </a:xfrm>
          <a:prstGeom prst="rect">
            <a:avLst/>
          </a:prstGeom>
          <a:solidFill>
            <a:srgbClr val="71A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4559808" y="2596896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4700016" y="2596896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4840224" y="2596896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4980432" y="2596896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914400" y="2694432"/>
            <a:ext cx="140208" cy="97536"/>
          </a:xfrm>
          <a:prstGeom prst="rect">
            <a:avLst/>
          </a:prstGeom>
          <a:solidFill>
            <a:srgbClr val="C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1054608" y="2694432"/>
            <a:ext cx="140208" cy="97536"/>
          </a:xfrm>
          <a:prstGeom prst="rect">
            <a:avLst/>
          </a:prstGeom>
          <a:solidFill>
            <a:srgbClr val="C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1194816" y="2694432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1335024" y="2694432"/>
            <a:ext cx="140208" cy="97536"/>
          </a:xfrm>
          <a:prstGeom prst="rect">
            <a:avLst/>
          </a:prstGeom>
          <a:solidFill>
            <a:srgbClr val="F6B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1475232" y="2694432"/>
            <a:ext cx="140208" cy="97536"/>
          </a:xfrm>
          <a:prstGeom prst="rect">
            <a:avLst/>
          </a:prstGeom>
          <a:solidFill>
            <a:srgbClr val="F8C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615440" y="2694432"/>
            <a:ext cx="140208" cy="97536"/>
          </a:xfrm>
          <a:prstGeom prst="rect">
            <a:avLst/>
          </a:prstGeom>
          <a:solidFill>
            <a:srgbClr val="F7C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1755648" y="2694432"/>
            <a:ext cx="140208" cy="97536"/>
          </a:xfrm>
          <a:prstGeom prst="rect">
            <a:avLst/>
          </a:prstGeom>
          <a:solidFill>
            <a:srgbClr val="C4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1895856" y="2694432"/>
            <a:ext cx="140208" cy="97536"/>
          </a:xfrm>
          <a:prstGeom prst="rect">
            <a:avLst/>
          </a:prstGeom>
          <a:solidFill>
            <a:srgbClr val="E1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2036064" y="2694432"/>
            <a:ext cx="140208" cy="97536"/>
          </a:xfrm>
          <a:prstGeom prst="rect">
            <a:avLst/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2176272" y="2694432"/>
            <a:ext cx="140208" cy="97536"/>
          </a:xfrm>
          <a:prstGeom prst="rect">
            <a:avLst/>
          </a:prstGeom>
          <a:solidFill>
            <a:srgbClr val="ABC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2316480" y="2694432"/>
            <a:ext cx="140208" cy="97536"/>
          </a:xfrm>
          <a:prstGeom prst="rect">
            <a:avLst/>
          </a:prstGeom>
          <a:solidFill>
            <a:srgbClr val="F9D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2456688" y="2694432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2596896" y="2694432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2737104" y="2694432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2877312" y="2694432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3017520" y="2694432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3157728" y="2694432"/>
            <a:ext cx="140208" cy="97536"/>
          </a:xfrm>
          <a:prstGeom prst="rect">
            <a:avLst/>
          </a:prstGeom>
          <a:solidFill>
            <a:srgbClr val="F19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3297936" y="2694432"/>
            <a:ext cx="140208" cy="97536"/>
          </a:xfrm>
          <a:prstGeom prst="rect">
            <a:avLst/>
          </a:prstGeom>
          <a:solidFill>
            <a:srgbClr val="F3A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3438144" y="2694432"/>
            <a:ext cx="140208" cy="97536"/>
          </a:xfrm>
          <a:prstGeom prst="rect">
            <a:avLst/>
          </a:prstGeom>
          <a:solidFill>
            <a:srgbClr val="E8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3578352" y="2694432"/>
            <a:ext cx="140208" cy="97536"/>
          </a:xfrm>
          <a:prstGeom prst="rect">
            <a:avLst/>
          </a:prstGeom>
          <a:solidFill>
            <a:srgbClr val="E64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3718560" y="2694432"/>
            <a:ext cx="140208" cy="97536"/>
          </a:xfrm>
          <a:prstGeom prst="rect">
            <a:avLst/>
          </a:prstGeom>
          <a:solidFill>
            <a:srgbClr val="E7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3858768" y="2694432"/>
            <a:ext cx="140208" cy="97536"/>
          </a:xfrm>
          <a:prstGeom prst="rect">
            <a:avLst/>
          </a:prstGeom>
          <a:solidFill>
            <a:srgbClr val="E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3998976" y="269443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4139184" y="2694432"/>
            <a:ext cx="140208" cy="97536"/>
          </a:xfrm>
          <a:prstGeom prst="rect">
            <a:avLst/>
          </a:prstGeom>
          <a:solidFill>
            <a:srgbClr val="E84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4279392" y="2694432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4419600" y="2694432"/>
            <a:ext cx="140208" cy="97536"/>
          </a:xfrm>
          <a:prstGeom prst="rect">
            <a:avLst/>
          </a:prstGeom>
          <a:solidFill>
            <a:srgbClr val="77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4559808" y="2694432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4700016" y="2694432"/>
            <a:ext cx="140208" cy="97536"/>
          </a:xfrm>
          <a:prstGeom prst="rect">
            <a:avLst/>
          </a:prstGeom>
          <a:solidFill>
            <a:srgbClr val="C7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4840224" y="2694432"/>
            <a:ext cx="140208" cy="97536"/>
          </a:xfrm>
          <a:prstGeom prst="rect">
            <a:avLst/>
          </a:prstGeom>
          <a:solidFill>
            <a:srgbClr val="C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4980432" y="2694432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914400" y="2791968"/>
            <a:ext cx="140208" cy="97536"/>
          </a:xfrm>
          <a:prstGeom prst="rect">
            <a:avLst/>
          </a:prstGeom>
          <a:solidFill>
            <a:srgbClr val="C2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1054608" y="2791968"/>
            <a:ext cx="140208" cy="97536"/>
          </a:xfrm>
          <a:prstGeom prst="rect">
            <a:avLst/>
          </a:prstGeom>
          <a:solidFill>
            <a:srgbClr val="C2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1194816" y="2791968"/>
            <a:ext cx="140208" cy="97536"/>
          </a:xfrm>
          <a:prstGeom prst="rect">
            <a:avLst/>
          </a:prstGeom>
          <a:solidFill>
            <a:srgbClr val="F6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1335024" y="2791968"/>
            <a:ext cx="140208" cy="97536"/>
          </a:xfrm>
          <a:prstGeom prst="rect">
            <a:avLst/>
          </a:prstGeom>
          <a:solidFill>
            <a:srgbClr val="F8C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Rectangle 696"/>
          <p:cNvSpPr/>
          <p:nvPr/>
        </p:nvSpPr>
        <p:spPr>
          <a:xfrm>
            <a:off x="1475232" y="2791968"/>
            <a:ext cx="140208" cy="97536"/>
          </a:xfrm>
          <a:prstGeom prst="rect">
            <a:avLst/>
          </a:prstGeom>
          <a:solidFill>
            <a:srgbClr val="F9C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Rectangle 697"/>
          <p:cNvSpPr/>
          <p:nvPr/>
        </p:nvSpPr>
        <p:spPr>
          <a:xfrm>
            <a:off x="1615440" y="2791968"/>
            <a:ext cx="140208" cy="97536"/>
          </a:xfrm>
          <a:prstGeom prst="rect">
            <a:avLst/>
          </a:prstGeom>
          <a:solidFill>
            <a:srgbClr val="F7C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Rectangle 698"/>
          <p:cNvSpPr/>
          <p:nvPr/>
        </p:nvSpPr>
        <p:spPr>
          <a:xfrm>
            <a:off x="1755648" y="2791968"/>
            <a:ext cx="140208" cy="97536"/>
          </a:xfrm>
          <a:prstGeom prst="rect">
            <a:avLst/>
          </a:prstGeom>
          <a:solidFill>
            <a:srgbClr val="D2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Rectangle 699"/>
          <p:cNvSpPr/>
          <p:nvPr/>
        </p:nvSpPr>
        <p:spPr>
          <a:xfrm>
            <a:off x="1895856" y="2791968"/>
            <a:ext cx="140208" cy="97536"/>
          </a:xfrm>
          <a:prstGeom prst="rect">
            <a:avLst/>
          </a:prstGeom>
          <a:solidFill>
            <a:srgbClr val="D4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Rectangle 700"/>
          <p:cNvSpPr/>
          <p:nvPr/>
        </p:nvSpPr>
        <p:spPr>
          <a:xfrm>
            <a:off x="2036064" y="2791968"/>
            <a:ext cx="140208" cy="97536"/>
          </a:xfrm>
          <a:prstGeom prst="rect">
            <a:avLst/>
          </a:prstGeom>
          <a:solidFill>
            <a:srgbClr val="E6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2176272" y="2791968"/>
            <a:ext cx="140208" cy="97536"/>
          </a:xfrm>
          <a:prstGeom prst="rect">
            <a:avLst/>
          </a:prstGeom>
          <a:solidFill>
            <a:srgbClr val="A7C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2316480" y="2791968"/>
            <a:ext cx="140208" cy="97536"/>
          </a:xfrm>
          <a:prstGeom prst="rect">
            <a:avLst/>
          </a:prstGeom>
          <a:solidFill>
            <a:srgbClr val="FBE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2456688" y="2791968"/>
            <a:ext cx="140208" cy="97536"/>
          </a:xfrm>
          <a:prstGeom prst="rect">
            <a:avLst/>
          </a:prstGeom>
          <a:solidFill>
            <a:srgbClr val="DC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2596896" y="2791968"/>
            <a:ext cx="140208" cy="97536"/>
          </a:xfrm>
          <a:prstGeom prst="rect">
            <a:avLst/>
          </a:prstGeom>
          <a:solidFill>
            <a:srgbClr val="BBD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2737104" y="2791968"/>
            <a:ext cx="140208" cy="97536"/>
          </a:xfrm>
          <a:prstGeom prst="rect">
            <a:avLst/>
          </a:prstGeom>
          <a:solidFill>
            <a:srgbClr val="D7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2877312" y="2791968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3017520" y="2791968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3157728" y="2791968"/>
            <a:ext cx="140208" cy="97536"/>
          </a:xfrm>
          <a:prstGeom prst="rect">
            <a:avLst/>
          </a:prstGeom>
          <a:solidFill>
            <a:srgbClr val="F19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3297936" y="2791968"/>
            <a:ext cx="140208" cy="97536"/>
          </a:xfrm>
          <a:prstGeom prst="rect">
            <a:avLst/>
          </a:prstGeom>
          <a:solidFill>
            <a:srgbClr val="F19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3438144" y="2791968"/>
            <a:ext cx="140208" cy="97536"/>
          </a:xfrm>
          <a:prstGeom prst="rect">
            <a:avLst/>
          </a:prstGeom>
          <a:solidFill>
            <a:srgbClr val="E84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3578352" y="2791968"/>
            <a:ext cx="140208" cy="97536"/>
          </a:xfrm>
          <a:prstGeom prst="rect">
            <a:avLst/>
          </a:prstGeom>
          <a:solidFill>
            <a:srgbClr val="E84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3718560" y="2791968"/>
            <a:ext cx="140208" cy="97536"/>
          </a:xfrm>
          <a:prstGeom prst="rect">
            <a:avLst/>
          </a:prstGeom>
          <a:solidFill>
            <a:srgbClr val="E7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3858768" y="2791968"/>
            <a:ext cx="140208" cy="97536"/>
          </a:xfrm>
          <a:prstGeom prst="rect">
            <a:avLst/>
          </a:prstGeom>
          <a:solidFill>
            <a:srgbClr val="E84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3998976" y="2791968"/>
            <a:ext cx="140208" cy="97536"/>
          </a:xfrm>
          <a:prstGeom prst="rect">
            <a:avLst/>
          </a:prstGeom>
          <a:solidFill>
            <a:srgbClr val="E84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4139184" y="279196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4279392" y="2791968"/>
            <a:ext cx="140208" cy="97536"/>
          </a:xfrm>
          <a:prstGeom prst="rect">
            <a:avLst/>
          </a:prstGeom>
          <a:solidFill>
            <a:srgbClr val="DD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4419600" y="2791968"/>
            <a:ext cx="140208" cy="97536"/>
          </a:xfrm>
          <a:prstGeom prst="rect">
            <a:avLst/>
          </a:prstGeom>
          <a:solidFill>
            <a:srgbClr val="85B8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4559808" y="2791968"/>
            <a:ext cx="140208" cy="97536"/>
          </a:xfrm>
          <a:prstGeom prst="rect">
            <a:avLst/>
          </a:prstGeom>
          <a:solidFill>
            <a:srgbClr val="BE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4700016" y="2791968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4840224" y="2791968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4980432" y="2791968"/>
            <a:ext cx="140208" cy="97536"/>
          </a:xfrm>
          <a:prstGeom prst="rect">
            <a:avLst/>
          </a:prstGeom>
          <a:solidFill>
            <a:srgbClr val="D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914400" y="2889504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1054608" y="2889504"/>
            <a:ext cx="140208" cy="97536"/>
          </a:xfrm>
          <a:prstGeom prst="rect">
            <a:avLst/>
          </a:prstGeom>
          <a:solidFill>
            <a:srgbClr val="F4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194816" y="2889504"/>
            <a:ext cx="140208" cy="97536"/>
          </a:xfrm>
          <a:prstGeom prst="rect">
            <a:avLst/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335024" y="2889504"/>
            <a:ext cx="140208" cy="97536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475232" y="2889504"/>
            <a:ext cx="140208" cy="97536"/>
          </a:xfrm>
          <a:prstGeom prst="rect">
            <a:avLst/>
          </a:prstGeom>
          <a:solidFill>
            <a:srgbClr val="C5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615440" y="2889504"/>
            <a:ext cx="140208" cy="97536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755648" y="2889504"/>
            <a:ext cx="140208" cy="97536"/>
          </a:xfrm>
          <a:prstGeom prst="rect">
            <a:avLst/>
          </a:prstGeom>
          <a:solidFill>
            <a:srgbClr val="FC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895856" y="2889504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2036064" y="2889504"/>
            <a:ext cx="140208" cy="97536"/>
          </a:xfrm>
          <a:prstGeom prst="rect">
            <a:avLst/>
          </a:prstGeom>
          <a:solidFill>
            <a:srgbClr val="F8C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2176272" y="2889504"/>
            <a:ext cx="140208" cy="97536"/>
          </a:xfrm>
          <a:prstGeom prst="rect">
            <a:avLst/>
          </a:prstGeom>
          <a:solidFill>
            <a:srgbClr val="F4A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ectangle 732"/>
          <p:cNvSpPr/>
          <p:nvPr/>
        </p:nvSpPr>
        <p:spPr>
          <a:xfrm>
            <a:off x="2316480" y="2889504"/>
            <a:ext cx="140208" cy="97536"/>
          </a:xfrm>
          <a:prstGeom prst="rect">
            <a:avLst/>
          </a:prstGeom>
          <a:solidFill>
            <a:srgbClr val="F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ectangle 733"/>
          <p:cNvSpPr/>
          <p:nvPr/>
        </p:nvSpPr>
        <p:spPr>
          <a:xfrm>
            <a:off x="2456688" y="2889504"/>
            <a:ext cx="140208" cy="97536"/>
          </a:xfrm>
          <a:prstGeom prst="rect">
            <a:avLst/>
          </a:prstGeom>
          <a:solidFill>
            <a:srgbClr val="FBE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ectangle 734"/>
          <p:cNvSpPr/>
          <p:nvPr/>
        </p:nvSpPr>
        <p:spPr>
          <a:xfrm>
            <a:off x="2596896" y="2889504"/>
            <a:ext cx="140208" cy="97536"/>
          </a:xfrm>
          <a:prstGeom prst="rect">
            <a:avLst/>
          </a:prstGeom>
          <a:solidFill>
            <a:srgbClr val="F08C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ectangle 735"/>
          <p:cNvSpPr/>
          <p:nvPr/>
        </p:nvSpPr>
        <p:spPr>
          <a:xfrm>
            <a:off x="2737104" y="2889504"/>
            <a:ext cx="140208" cy="97536"/>
          </a:xfrm>
          <a:prstGeom prst="rect">
            <a:avLst/>
          </a:prstGeom>
          <a:solidFill>
            <a:srgbClr val="F6B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ectangle 736"/>
          <p:cNvSpPr/>
          <p:nvPr/>
        </p:nvSpPr>
        <p:spPr>
          <a:xfrm>
            <a:off x="2877312" y="2889504"/>
            <a:ext cx="140208" cy="97536"/>
          </a:xfrm>
          <a:prstGeom prst="rect">
            <a:avLst/>
          </a:prstGeom>
          <a:solidFill>
            <a:srgbClr val="E74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ectangle 737"/>
          <p:cNvSpPr/>
          <p:nvPr/>
        </p:nvSpPr>
        <p:spPr>
          <a:xfrm>
            <a:off x="3017520" y="2889504"/>
            <a:ext cx="140208" cy="97536"/>
          </a:xfrm>
          <a:prstGeom prst="rect">
            <a:avLst/>
          </a:prstGeom>
          <a:solidFill>
            <a:srgbClr val="E7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ectangle 738"/>
          <p:cNvSpPr/>
          <p:nvPr/>
        </p:nvSpPr>
        <p:spPr>
          <a:xfrm>
            <a:off x="3157728" y="2889504"/>
            <a:ext cx="140208" cy="97536"/>
          </a:xfrm>
          <a:prstGeom prst="rect">
            <a:avLst/>
          </a:prstGeom>
          <a:solidFill>
            <a:srgbClr val="F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ectangle 739"/>
          <p:cNvSpPr/>
          <p:nvPr/>
        </p:nvSpPr>
        <p:spPr>
          <a:xfrm>
            <a:off x="3297936" y="2889504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ectangle 740"/>
          <p:cNvSpPr/>
          <p:nvPr/>
        </p:nvSpPr>
        <p:spPr>
          <a:xfrm>
            <a:off x="3438144" y="2889504"/>
            <a:ext cx="140208" cy="97536"/>
          </a:xfrm>
          <a:prstGeom prst="rect">
            <a:avLst/>
          </a:prstGeom>
          <a:solidFill>
            <a:srgbClr val="BC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ectangle 741"/>
          <p:cNvSpPr/>
          <p:nvPr/>
        </p:nvSpPr>
        <p:spPr>
          <a:xfrm>
            <a:off x="3578352" y="2889504"/>
            <a:ext cx="140208" cy="97536"/>
          </a:xfrm>
          <a:prstGeom prst="rect">
            <a:avLst/>
          </a:prstGeom>
          <a:solidFill>
            <a:srgbClr val="BBD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ectangle 742"/>
          <p:cNvSpPr/>
          <p:nvPr/>
        </p:nvSpPr>
        <p:spPr>
          <a:xfrm>
            <a:off x="3718560" y="2889504"/>
            <a:ext cx="140208" cy="97536"/>
          </a:xfrm>
          <a:prstGeom prst="rect">
            <a:avLst/>
          </a:prstGeom>
          <a:solidFill>
            <a:srgbClr val="B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ectangle 743"/>
          <p:cNvSpPr/>
          <p:nvPr/>
        </p:nvSpPr>
        <p:spPr>
          <a:xfrm>
            <a:off x="3858768" y="2889504"/>
            <a:ext cx="140208" cy="97536"/>
          </a:xfrm>
          <a:prstGeom prst="rect">
            <a:avLst/>
          </a:prstGeom>
          <a:solidFill>
            <a:srgbClr val="CB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ectangle 744"/>
          <p:cNvSpPr/>
          <p:nvPr/>
        </p:nvSpPr>
        <p:spPr>
          <a:xfrm>
            <a:off x="3998976" y="2889504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ectangle 745"/>
          <p:cNvSpPr/>
          <p:nvPr/>
        </p:nvSpPr>
        <p:spPr>
          <a:xfrm>
            <a:off x="4139184" y="2889504"/>
            <a:ext cx="140208" cy="97536"/>
          </a:xfrm>
          <a:prstGeom prst="rect">
            <a:avLst/>
          </a:prstGeom>
          <a:solidFill>
            <a:srgbClr val="DD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ectangle 746"/>
          <p:cNvSpPr/>
          <p:nvPr/>
        </p:nvSpPr>
        <p:spPr>
          <a:xfrm>
            <a:off x="4279392" y="288950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ectangle 747"/>
          <p:cNvSpPr/>
          <p:nvPr/>
        </p:nvSpPr>
        <p:spPr>
          <a:xfrm>
            <a:off x="4419600" y="2889504"/>
            <a:ext cx="140208" cy="97536"/>
          </a:xfrm>
          <a:prstGeom prst="rect">
            <a:avLst/>
          </a:prstGeom>
          <a:solidFill>
            <a:srgbClr val="EF80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ectangle 748"/>
          <p:cNvSpPr/>
          <p:nvPr/>
        </p:nvSpPr>
        <p:spPr>
          <a:xfrm>
            <a:off x="4559808" y="2889504"/>
            <a:ext cx="140208" cy="97536"/>
          </a:xfrm>
          <a:prstGeom prst="rect">
            <a:avLst/>
          </a:prstGeom>
          <a:solidFill>
            <a:srgbClr val="EB6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ectangle 749"/>
          <p:cNvSpPr/>
          <p:nvPr/>
        </p:nvSpPr>
        <p:spPr>
          <a:xfrm>
            <a:off x="4700016" y="2889504"/>
            <a:ext cx="140208" cy="97536"/>
          </a:xfrm>
          <a:prstGeom prst="rect">
            <a:avLst/>
          </a:prstGeom>
          <a:solidFill>
            <a:srgbClr val="FA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ectangle 750"/>
          <p:cNvSpPr/>
          <p:nvPr/>
        </p:nvSpPr>
        <p:spPr>
          <a:xfrm>
            <a:off x="4840224" y="2889504"/>
            <a:ext cx="140208" cy="97536"/>
          </a:xfrm>
          <a:prstGeom prst="rect">
            <a:avLst/>
          </a:prstGeom>
          <a:solidFill>
            <a:srgbClr val="F9D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ectangle 751"/>
          <p:cNvSpPr/>
          <p:nvPr/>
        </p:nvSpPr>
        <p:spPr>
          <a:xfrm>
            <a:off x="4980432" y="2889504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ectangle 752"/>
          <p:cNvSpPr/>
          <p:nvPr/>
        </p:nvSpPr>
        <p:spPr>
          <a:xfrm>
            <a:off x="914400" y="2987040"/>
            <a:ext cx="140208" cy="97536"/>
          </a:xfrm>
          <a:prstGeom prst="rect">
            <a:avLst/>
          </a:prstGeom>
          <a:solidFill>
            <a:srgbClr val="FC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ectangle 753"/>
          <p:cNvSpPr/>
          <p:nvPr/>
        </p:nvSpPr>
        <p:spPr>
          <a:xfrm>
            <a:off x="1054608" y="2987040"/>
            <a:ext cx="140208" cy="97536"/>
          </a:xfrm>
          <a:prstGeom prst="rect">
            <a:avLst/>
          </a:prstGeom>
          <a:solidFill>
            <a:srgbClr val="FC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ectangle 754"/>
          <p:cNvSpPr/>
          <p:nvPr/>
        </p:nvSpPr>
        <p:spPr>
          <a:xfrm>
            <a:off x="1194816" y="2987040"/>
            <a:ext cx="140208" cy="97536"/>
          </a:xfrm>
          <a:prstGeom prst="rect">
            <a:avLst/>
          </a:prstGeom>
          <a:solidFill>
            <a:srgbClr val="88B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ectangle 755"/>
          <p:cNvSpPr/>
          <p:nvPr/>
        </p:nvSpPr>
        <p:spPr>
          <a:xfrm>
            <a:off x="1335024" y="2987040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ectangle 756"/>
          <p:cNvSpPr/>
          <p:nvPr/>
        </p:nvSpPr>
        <p:spPr>
          <a:xfrm>
            <a:off x="1475232" y="2987040"/>
            <a:ext cx="140208" cy="97536"/>
          </a:xfrm>
          <a:prstGeom prst="rect">
            <a:avLst/>
          </a:prstGeom>
          <a:solidFill>
            <a:srgbClr val="B6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ectangle 757"/>
          <p:cNvSpPr/>
          <p:nvPr/>
        </p:nvSpPr>
        <p:spPr>
          <a:xfrm>
            <a:off x="1615440" y="2987040"/>
            <a:ext cx="140208" cy="97536"/>
          </a:xfrm>
          <a:prstGeom prst="rect">
            <a:avLst/>
          </a:prstGeom>
          <a:solidFill>
            <a:srgbClr val="BFD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ectangle 758"/>
          <p:cNvSpPr/>
          <p:nvPr/>
        </p:nvSpPr>
        <p:spPr>
          <a:xfrm>
            <a:off x="1755648" y="2987040"/>
            <a:ext cx="140208" cy="97536"/>
          </a:xfrm>
          <a:prstGeom prst="rect">
            <a:avLst/>
          </a:prstGeom>
          <a:solidFill>
            <a:srgbClr val="FB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ectangle 759"/>
          <p:cNvSpPr/>
          <p:nvPr/>
        </p:nvSpPr>
        <p:spPr>
          <a:xfrm>
            <a:off x="1895856" y="2987040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ectangle 760"/>
          <p:cNvSpPr/>
          <p:nvPr/>
        </p:nvSpPr>
        <p:spPr>
          <a:xfrm>
            <a:off x="2036064" y="2987040"/>
            <a:ext cx="140208" cy="97536"/>
          </a:xfrm>
          <a:prstGeom prst="rect">
            <a:avLst/>
          </a:prstGeom>
          <a:solidFill>
            <a:srgbClr val="F7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ectangle 761"/>
          <p:cNvSpPr/>
          <p:nvPr/>
        </p:nvSpPr>
        <p:spPr>
          <a:xfrm>
            <a:off x="2176272" y="2987040"/>
            <a:ext cx="140208" cy="97536"/>
          </a:xfrm>
          <a:prstGeom prst="rect">
            <a:avLst/>
          </a:prstGeom>
          <a:solidFill>
            <a:srgbClr val="F0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ectangle 762"/>
          <p:cNvSpPr/>
          <p:nvPr/>
        </p:nvSpPr>
        <p:spPr>
          <a:xfrm>
            <a:off x="2316480" y="2987040"/>
            <a:ext cx="140208" cy="97536"/>
          </a:xfrm>
          <a:prstGeom prst="rect">
            <a:avLst/>
          </a:prstGeom>
          <a:solidFill>
            <a:srgbClr val="FD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ectangle 763"/>
          <p:cNvSpPr/>
          <p:nvPr/>
        </p:nvSpPr>
        <p:spPr>
          <a:xfrm>
            <a:off x="2456688" y="2987040"/>
            <a:ext cx="140208" cy="97536"/>
          </a:xfrm>
          <a:prstGeom prst="rect">
            <a:avLst/>
          </a:prstGeom>
          <a:solidFill>
            <a:srgbClr val="F9D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ectangle 764"/>
          <p:cNvSpPr/>
          <p:nvPr/>
        </p:nvSpPr>
        <p:spPr>
          <a:xfrm>
            <a:off x="2596896" y="2987040"/>
            <a:ext cx="140208" cy="97536"/>
          </a:xfrm>
          <a:prstGeom prst="rect">
            <a:avLst/>
          </a:prstGeom>
          <a:solidFill>
            <a:srgbClr val="EE7C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ectangle 765"/>
          <p:cNvSpPr/>
          <p:nvPr/>
        </p:nvSpPr>
        <p:spPr>
          <a:xfrm>
            <a:off x="2737104" y="2987040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ectangle 766"/>
          <p:cNvSpPr/>
          <p:nvPr/>
        </p:nvSpPr>
        <p:spPr>
          <a:xfrm>
            <a:off x="2877312" y="2987040"/>
            <a:ext cx="140208" cy="97536"/>
          </a:xfrm>
          <a:prstGeom prst="rect">
            <a:avLst/>
          </a:prstGeom>
          <a:solidFill>
            <a:srgbClr val="F19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ectangle 767"/>
          <p:cNvSpPr/>
          <p:nvPr/>
        </p:nvSpPr>
        <p:spPr>
          <a:xfrm>
            <a:off x="3017520" y="2987040"/>
            <a:ext cx="140208" cy="97536"/>
          </a:xfrm>
          <a:prstGeom prst="rect">
            <a:avLst/>
          </a:prstGeom>
          <a:solidFill>
            <a:srgbClr val="F19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ectangle 768"/>
          <p:cNvSpPr/>
          <p:nvPr/>
        </p:nvSpPr>
        <p:spPr>
          <a:xfrm>
            <a:off x="3157728" y="2987040"/>
            <a:ext cx="140208" cy="97536"/>
          </a:xfrm>
          <a:prstGeom prst="rect">
            <a:avLst/>
          </a:prstGeom>
          <a:solidFill>
            <a:srgbClr val="D4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ectangle 769"/>
          <p:cNvSpPr/>
          <p:nvPr/>
        </p:nvSpPr>
        <p:spPr>
          <a:xfrm>
            <a:off x="3297936" y="2987040"/>
            <a:ext cx="140208" cy="97536"/>
          </a:xfrm>
          <a:prstGeom prst="rect">
            <a:avLst/>
          </a:prstGeom>
          <a:solidFill>
            <a:srgbClr val="BB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ectangle 770"/>
          <p:cNvSpPr/>
          <p:nvPr/>
        </p:nvSpPr>
        <p:spPr>
          <a:xfrm>
            <a:off x="3438144" y="2987040"/>
            <a:ext cx="140208" cy="97536"/>
          </a:xfrm>
          <a:prstGeom prst="rect">
            <a:avLst/>
          </a:prstGeom>
          <a:solidFill>
            <a:srgbClr val="69A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ectangle 771"/>
          <p:cNvSpPr/>
          <p:nvPr/>
        </p:nvSpPr>
        <p:spPr>
          <a:xfrm>
            <a:off x="3578352" y="2987040"/>
            <a:ext cx="140208" cy="97536"/>
          </a:xfrm>
          <a:prstGeom prst="rect">
            <a:avLst/>
          </a:prstGeom>
          <a:solidFill>
            <a:srgbClr val="6BA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ectangle 772"/>
          <p:cNvSpPr/>
          <p:nvPr/>
        </p:nvSpPr>
        <p:spPr>
          <a:xfrm>
            <a:off x="3718560" y="2987040"/>
            <a:ext cx="140208" cy="97536"/>
          </a:xfrm>
          <a:prstGeom prst="rect">
            <a:avLst/>
          </a:prstGeom>
          <a:solidFill>
            <a:srgbClr val="64A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ectangle 773"/>
          <p:cNvSpPr/>
          <p:nvPr/>
        </p:nvSpPr>
        <p:spPr>
          <a:xfrm>
            <a:off x="3858768" y="2987040"/>
            <a:ext cx="140208" cy="97536"/>
          </a:xfrm>
          <a:prstGeom prst="rect">
            <a:avLst/>
          </a:prstGeom>
          <a:solidFill>
            <a:srgbClr val="71A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ectangle 774"/>
          <p:cNvSpPr/>
          <p:nvPr/>
        </p:nvSpPr>
        <p:spPr>
          <a:xfrm>
            <a:off x="3998976" y="2987040"/>
            <a:ext cx="140208" cy="97536"/>
          </a:xfrm>
          <a:prstGeom prst="rect">
            <a:avLst/>
          </a:prstGeom>
          <a:solidFill>
            <a:srgbClr val="77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ectangle 775"/>
          <p:cNvSpPr/>
          <p:nvPr/>
        </p:nvSpPr>
        <p:spPr>
          <a:xfrm>
            <a:off x="4139184" y="2987040"/>
            <a:ext cx="140208" cy="97536"/>
          </a:xfrm>
          <a:prstGeom prst="rect">
            <a:avLst/>
          </a:prstGeom>
          <a:solidFill>
            <a:srgbClr val="85B8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4279392" y="2987040"/>
            <a:ext cx="140208" cy="97536"/>
          </a:xfrm>
          <a:prstGeom prst="rect">
            <a:avLst/>
          </a:prstGeom>
          <a:solidFill>
            <a:srgbClr val="EF80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4419600" y="2987040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ectangle 778"/>
          <p:cNvSpPr/>
          <p:nvPr/>
        </p:nvSpPr>
        <p:spPr>
          <a:xfrm>
            <a:off x="4559808" y="2987040"/>
            <a:ext cx="140208" cy="97536"/>
          </a:xfrm>
          <a:prstGeom prst="rect">
            <a:avLst/>
          </a:prstGeom>
          <a:solidFill>
            <a:srgbClr val="EF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ectangle 779"/>
          <p:cNvSpPr/>
          <p:nvPr/>
        </p:nvSpPr>
        <p:spPr>
          <a:xfrm>
            <a:off x="4700016" y="2987040"/>
            <a:ext cx="140208" cy="97536"/>
          </a:xfrm>
          <a:prstGeom prst="rect">
            <a:avLst/>
          </a:prstGeom>
          <a:solidFill>
            <a:srgbClr val="F5B5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ectangle 780"/>
          <p:cNvSpPr/>
          <p:nvPr/>
        </p:nvSpPr>
        <p:spPr>
          <a:xfrm>
            <a:off x="4840224" y="2987040"/>
            <a:ext cx="140208" cy="97536"/>
          </a:xfrm>
          <a:prstGeom prst="rect">
            <a:avLst/>
          </a:prstGeom>
          <a:solidFill>
            <a:srgbClr val="F5B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ectangle 781"/>
          <p:cNvSpPr/>
          <p:nvPr/>
        </p:nvSpPr>
        <p:spPr>
          <a:xfrm>
            <a:off x="4980432" y="2987040"/>
            <a:ext cx="140208" cy="97536"/>
          </a:xfrm>
          <a:prstGeom prst="rect">
            <a:avLst/>
          </a:prstGeom>
          <a:solidFill>
            <a:srgbClr val="F8C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ectangle 782"/>
          <p:cNvSpPr/>
          <p:nvPr/>
        </p:nvSpPr>
        <p:spPr>
          <a:xfrm>
            <a:off x="914400" y="3084576"/>
            <a:ext cx="140208" cy="97536"/>
          </a:xfrm>
          <a:prstGeom prst="rect">
            <a:avLst/>
          </a:prstGeom>
          <a:solidFill>
            <a:srgbClr val="FE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ectangle 783"/>
          <p:cNvSpPr/>
          <p:nvPr/>
        </p:nvSpPr>
        <p:spPr>
          <a:xfrm>
            <a:off x="1054608" y="3084576"/>
            <a:ext cx="140208" cy="97536"/>
          </a:xfrm>
          <a:prstGeom prst="rect">
            <a:avLst/>
          </a:prstGeom>
          <a:solidFill>
            <a:srgbClr val="FE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ectangle 784"/>
          <p:cNvSpPr/>
          <p:nvPr/>
        </p:nvSpPr>
        <p:spPr>
          <a:xfrm>
            <a:off x="1194816" y="3084576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ectangle 785"/>
          <p:cNvSpPr/>
          <p:nvPr/>
        </p:nvSpPr>
        <p:spPr>
          <a:xfrm>
            <a:off x="1335024" y="3084576"/>
            <a:ext cx="140208" cy="97536"/>
          </a:xfrm>
          <a:prstGeom prst="rect">
            <a:avLst/>
          </a:prstGeom>
          <a:solidFill>
            <a:srgbClr val="DD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ectangle 786"/>
          <p:cNvSpPr/>
          <p:nvPr/>
        </p:nvSpPr>
        <p:spPr>
          <a:xfrm>
            <a:off x="1475232" y="3084576"/>
            <a:ext cx="140208" cy="97536"/>
          </a:xfrm>
          <a:prstGeom prst="rect">
            <a:avLst/>
          </a:prstGeom>
          <a:solidFill>
            <a:srgbClr val="D0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ectangle 787"/>
          <p:cNvSpPr/>
          <p:nvPr/>
        </p:nvSpPr>
        <p:spPr>
          <a:xfrm>
            <a:off x="1615440" y="3084576"/>
            <a:ext cx="140208" cy="97536"/>
          </a:xfrm>
          <a:prstGeom prst="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ectangle 788"/>
          <p:cNvSpPr/>
          <p:nvPr/>
        </p:nvSpPr>
        <p:spPr>
          <a:xfrm>
            <a:off x="1755648" y="3084576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895856" y="3084576"/>
            <a:ext cx="140208" cy="97536"/>
          </a:xfrm>
          <a:prstGeom prst="rect">
            <a:avLst/>
          </a:prstGeom>
          <a:solidFill>
            <a:srgbClr val="F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ectangle 790"/>
          <p:cNvSpPr/>
          <p:nvPr/>
        </p:nvSpPr>
        <p:spPr>
          <a:xfrm>
            <a:off x="2036064" y="3084576"/>
            <a:ext cx="140208" cy="97536"/>
          </a:xfrm>
          <a:prstGeom prst="rect">
            <a:avLst/>
          </a:prstGeom>
          <a:solidFill>
            <a:srgbClr val="F6B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ectangle 791"/>
          <p:cNvSpPr/>
          <p:nvPr/>
        </p:nvSpPr>
        <p:spPr>
          <a:xfrm>
            <a:off x="2176272" y="3084576"/>
            <a:ext cx="140208" cy="97536"/>
          </a:xfrm>
          <a:prstGeom prst="rect">
            <a:avLst/>
          </a:prstGeom>
          <a:solidFill>
            <a:srgbClr val="F3A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ectangle 792"/>
          <p:cNvSpPr/>
          <p:nvPr/>
        </p:nvSpPr>
        <p:spPr>
          <a:xfrm>
            <a:off x="2316480" y="3084576"/>
            <a:ext cx="140208" cy="97536"/>
          </a:xfrm>
          <a:prstGeom prst="rect">
            <a:avLst/>
          </a:prstGeom>
          <a:solidFill>
            <a:srgbClr val="FD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ectangle 793"/>
          <p:cNvSpPr/>
          <p:nvPr/>
        </p:nvSpPr>
        <p:spPr>
          <a:xfrm>
            <a:off x="2456688" y="3084576"/>
            <a:ext cx="140208" cy="97536"/>
          </a:xfrm>
          <a:prstGeom prst="rect">
            <a:avLst/>
          </a:prstGeom>
          <a:solidFill>
            <a:srgbClr val="F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ectangle 794"/>
          <p:cNvSpPr/>
          <p:nvPr/>
        </p:nvSpPr>
        <p:spPr>
          <a:xfrm>
            <a:off x="2596896" y="3084576"/>
            <a:ext cx="140208" cy="97536"/>
          </a:xfrm>
          <a:prstGeom prst="rect">
            <a:avLst/>
          </a:prstGeom>
          <a:solidFill>
            <a:srgbClr val="EE7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ectangle 795"/>
          <p:cNvSpPr/>
          <p:nvPr/>
        </p:nvSpPr>
        <p:spPr>
          <a:xfrm>
            <a:off x="2737104" y="3084576"/>
            <a:ext cx="140208" cy="97536"/>
          </a:xfrm>
          <a:prstGeom prst="rect">
            <a:avLst/>
          </a:prstGeom>
          <a:solidFill>
            <a:srgbClr val="F6B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ectangle 796"/>
          <p:cNvSpPr/>
          <p:nvPr/>
        </p:nvSpPr>
        <p:spPr>
          <a:xfrm>
            <a:off x="2877312" y="3084576"/>
            <a:ext cx="140208" cy="97536"/>
          </a:xfrm>
          <a:prstGeom prst="rect">
            <a:avLst/>
          </a:prstGeom>
          <a:solidFill>
            <a:srgbClr val="EE8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ectangle 797"/>
          <p:cNvSpPr/>
          <p:nvPr/>
        </p:nvSpPr>
        <p:spPr>
          <a:xfrm>
            <a:off x="3017520" y="3084576"/>
            <a:ext cx="140208" cy="97536"/>
          </a:xfrm>
          <a:prstGeom prst="rect">
            <a:avLst/>
          </a:prstGeom>
          <a:solidFill>
            <a:srgbClr val="EC6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ectangle 798"/>
          <p:cNvSpPr/>
          <p:nvPr/>
        </p:nvSpPr>
        <p:spPr>
          <a:xfrm>
            <a:off x="3157728" y="3084576"/>
            <a:ext cx="140208" cy="97536"/>
          </a:xfrm>
          <a:prstGeom prst="rect">
            <a:avLst/>
          </a:prstGeom>
          <a:solidFill>
            <a:srgbClr val="FBE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ectangle 799"/>
          <p:cNvSpPr/>
          <p:nvPr/>
        </p:nvSpPr>
        <p:spPr>
          <a:xfrm>
            <a:off x="3297936" y="3084576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ectangle 800"/>
          <p:cNvSpPr/>
          <p:nvPr/>
        </p:nvSpPr>
        <p:spPr>
          <a:xfrm>
            <a:off x="3438144" y="3084576"/>
            <a:ext cx="140208" cy="97536"/>
          </a:xfrm>
          <a:prstGeom prst="rect">
            <a:avLst/>
          </a:prstGeom>
          <a:solidFill>
            <a:srgbClr val="A7C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ectangle 801"/>
          <p:cNvSpPr/>
          <p:nvPr/>
        </p:nvSpPr>
        <p:spPr>
          <a:xfrm>
            <a:off x="3578352" y="3084576"/>
            <a:ext cx="140208" cy="97536"/>
          </a:xfrm>
          <a:prstGeom prst="rect">
            <a:avLst/>
          </a:prstGeom>
          <a:solidFill>
            <a:srgbClr val="9E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ectangle 802"/>
          <p:cNvSpPr/>
          <p:nvPr/>
        </p:nvSpPr>
        <p:spPr>
          <a:xfrm>
            <a:off x="3718560" y="3084576"/>
            <a:ext cx="140208" cy="97536"/>
          </a:xfrm>
          <a:prstGeom prst="rect">
            <a:avLst/>
          </a:prstGeom>
          <a:solidFill>
            <a:srgbClr val="A2C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ectangle 803"/>
          <p:cNvSpPr/>
          <p:nvPr/>
        </p:nvSpPr>
        <p:spPr>
          <a:xfrm>
            <a:off x="3858768" y="3084576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ectangle 804"/>
          <p:cNvSpPr/>
          <p:nvPr/>
        </p:nvSpPr>
        <p:spPr>
          <a:xfrm>
            <a:off x="3998976" y="3084576"/>
            <a:ext cx="140208" cy="97536"/>
          </a:xfrm>
          <a:prstGeom prst="rect">
            <a:avLst/>
          </a:prstGeom>
          <a:solidFill>
            <a:srgbClr val="B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ectangle 805"/>
          <p:cNvSpPr/>
          <p:nvPr/>
        </p:nvSpPr>
        <p:spPr>
          <a:xfrm>
            <a:off x="4139184" y="3084576"/>
            <a:ext cx="140208" cy="97536"/>
          </a:xfrm>
          <a:prstGeom prst="rect">
            <a:avLst/>
          </a:prstGeom>
          <a:solidFill>
            <a:srgbClr val="BE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ectangle 806"/>
          <p:cNvSpPr/>
          <p:nvPr/>
        </p:nvSpPr>
        <p:spPr>
          <a:xfrm>
            <a:off x="4279392" y="3084576"/>
            <a:ext cx="140208" cy="97536"/>
          </a:xfrm>
          <a:prstGeom prst="rect">
            <a:avLst/>
          </a:prstGeom>
          <a:solidFill>
            <a:srgbClr val="EB6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ectangle 807"/>
          <p:cNvSpPr/>
          <p:nvPr/>
        </p:nvSpPr>
        <p:spPr>
          <a:xfrm>
            <a:off x="4419600" y="3084576"/>
            <a:ext cx="140208" cy="97536"/>
          </a:xfrm>
          <a:prstGeom prst="rect">
            <a:avLst/>
          </a:prstGeom>
          <a:solidFill>
            <a:srgbClr val="EF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ectangle 808"/>
          <p:cNvSpPr/>
          <p:nvPr/>
        </p:nvSpPr>
        <p:spPr>
          <a:xfrm>
            <a:off x="4559808" y="3084576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ectangle 809"/>
          <p:cNvSpPr/>
          <p:nvPr/>
        </p:nvSpPr>
        <p:spPr>
          <a:xfrm>
            <a:off x="4700016" y="3084576"/>
            <a:ext cx="140208" cy="97536"/>
          </a:xfrm>
          <a:prstGeom prst="rect">
            <a:avLst/>
          </a:prstGeom>
          <a:solidFill>
            <a:srgbClr val="F8C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ectangle 810"/>
          <p:cNvSpPr/>
          <p:nvPr/>
        </p:nvSpPr>
        <p:spPr>
          <a:xfrm>
            <a:off x="4840224" y="3084576"/>
            <a:ext cx="140208" cy="97536"/>
          </a:xfrm>
          <a:prstGeom prst="rect">
            <a:avLst/>
          </a:prstGeom>
          <a:solidFill>
            <a:srgbClr val="F7C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Rectangle 811"/>
          <p:cNvSpPr/>
          <p:nvPr/>
        </p:nvSpPr>
        <p:spPr>
          <a:xfrm>
            <a:off x="4980432" y="3084576"/>
            <a:ext cx="140208" cy="97536"/>
          </a:xfrm>
          <a:prstGeom prst="rect">
            <a:avLst/>
          </a:prstGeom>
          <a:solidFill>
            <a:srgbClr val="F8CB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Rectangle 812"/>
          <p:cNvSpPr/>
          <p:nvPr/>
        </p:nvSpPr>
        <p:spPr>
          <a:xfrm>
            <a:off x="914400" y="3182112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Rectangle 813"/>
          <p:cNvSpPr/>
          <p:nvPr/>
        </p:nvSpPr>
        <p:spPr>
          <a:xfrm>
            <a:off x="1054608" y="3182112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Rectangle 814"/>
          <p:cNvSpPr/>
          <p:nvPr/>
        </p:nvSpPr>
        <p:spPr>
          <a:xfrm>
            <a:off x="1194816" y="3182112"/>
            <a:ext cx="140208" cy="97536"/>
          </a:xfrm>
          <a:prstGeom prst="rect">
            <a:avLst/>
          </a:prstGeom>
          <a:solidFill>
            <a:srgbClr val="C2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Rectangle 815"/>
          <p:cNvSpPr/>
          <p:nvPr/>
        </p:nvSpPr>
        <p:spPr>
          <a:xfrm>
            <a:off x="1335024" y="3182112"/>
            <a:ext cx="140208" cy="97536"/>
          </a:xfrm>
          <a:prstGeom prst="rect">
            <a:avLst/>
          </a:prstGeom>
          <a:solidFill>
            <a:srgbClr val="9EC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Rectangle 816"/>
          <p:cNvSpPr/>
          <p:nvPr/>
        </p:nvSpPr>
        <p:spPr>
          <a:xfrm>
            <a:off x="1475232" y="3182112"/>
            <a:ext cx="140208" cy="97536"/>
          </a:xfrm>
          <a:prstGeom prst="rect">
            <a:avLst/>
          </a:prstGeom>
          <a:solidFill>
            <a:srgbClr val="CC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Rectangle 817"/>
          <p:cNvSpPr/>
          <p:nvPr/>
        </p:nvSpPr>
        <p:spPr>
          <a:xfrm>
            <a:off x="1615440" y="3182112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Rectangle 818"/>
          <p:cNvSpPr/>
          <p:nvPr/>
        </p:nvSpPr>
        <p:spPr>
          <a:xfrm>
            <a:off x="1755648" y="3182112"/>
            <a:ext cx="140208" cy="97536"/>
          </a:xfrm>
          <a:prstGeom prst="rect">
            <a:avLst/>
          </a:prstGeom>
          <a:solidFill>
            <a:srgbClr val="FD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Rectangle 819"/>
          <p:cNvSpPr/>
          <p:nvPr/>
        </p:nvSpPr>
        <p:spPr>
          <a:xfrm>
            <a:off x="1895856" y="3182112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Rectangle 820"/>
          <p:cNvSpPr/>
          <p:nvPr/>
        </p:nvSpPr>
        <p:spPr>
          <a:xfrm>
            <a:off x="2036064" y="3182112"/>
            <a:ext cx="140208" cy="97536"/>
          </a:xfrm>
          <a:prstGeom prst="rect">
            <a:avLst/>
          </a:prstGeom>
          <a:solidFill>
            <a:srgbClr val="EA5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Rectangle 821"/>
          <p:cNvSpPr/>
          <p:nvPr/>
        </p:nvSpPr>
        <p:spPr>
          <a:xfrm>
            <a:off x="2176272" y="3182112"/>
            <a:ext cx="140208" cy="97536"/>
          </a:xfrm>
          <a:prstGeom prst="rect">
            <a:avLst/>
          </a:prstGeom>
          <a:solidFill>
            <a:srgbClr val="F298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Rectangle 822"/>
          <p:cNvSpPr/>
          <p:nvPr/>
        </p:nvSpPr>
        <p:spPr>
          <a:xfrm>
            <a:off x="2316480" y="3182112"/>
            <a:ext cx="140208" cy="97536"/>
          </a:xfrm>
          <a:prstGeom prst="rect">
            <a:avLst/>
          </a:prstGeom>
          <a:solidFill>
            <a:srgbClr val="F5B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Rectangle 823"/>
          <p:cNvSpPr/>
          <p:nvPr/>
        </p:nvSpPr>
        <p:spPr>
          <a:xfrm>
            <a:off x="2456688" y="3182112"/>
            <a:ext cx="140208" cy="97536"/>
          </a:xfrm>
          <a:prstGeom prst="rect">
            <a:avLst/>
          </a:prstGeom>
          <a:solidFill>
            <a:srgbClr val="F08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Rectangle 824"/>
          <p:cNvSpPr/>
          <p:nvPr/>
        </p:nvSpPr>
        <p:spPr>
          <a:xfrm>
            <a:off x="2596896" y="3182112"/>
            <a:ext cx="140208" cy="97536"/>
          </a:xfrm>
          <a:prstGeom prst="rect">
            <a:avLst/>
          </a:prstGeom>
          <a:solidFill>
            <a:srgbClr val="F0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Rectangle 825"/>
          <p:cNvSpPr/>
          <p:nvPr/>
        </p:nvSpPr>
        <p:spPr>
          <a:xfrm>
            <a:off x="2737104" y="3182112"/>
            <a:ext cx="140208" cy="97536"/>
          </a:xfrm>
          <a:prstGeom prst="rect">
            <a:avLst/>
          </a:prstGeom>
          <a:solidFill>
            <a:srgbClr val="EB67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Rectangle 826"/>
          <p:cNvSpPr/>
          <p:nvPr/>
        </p:nvSpPr>
        <p:spPr>
          <a:xfrm>
            <a:off x="2877312" y="3182112"/>
            <a:ext cx="140208" cy="97536"/>
          </a:xfrm>
          <a:prstGeom prst="rect">
            <a:avLst/>
          </a:prstGeom>
          <a:solidFill>
            <a:srgbClr val="FAD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Rectangle 827"/>
          <p:cNvSpPr/>
          <p:nvPr/>
        </p:nvSpPr>
        <p:spPr>
          <a:xfrm>
            <a:off x="3017520" y="3182112"/>
            <a:ext cx="140208" cy="97536"/>
          </a:xfrm>
          <a:prstGeom prst="rect">
            <a:avLst/>
          </a:prstGeom>
          <a:solidFill>
            <a:srgbClr val="FA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Rectangle 828"/>
          <p:cNvSpPr/>
          <p:nvPr/>
        </p:nvSpPr>
        <p:spPr>
          <a:xfrm>
            <a:off x="3157728" y="3182112"/>
            <a:ext cx="140208" cy="97536"/>
          </a:xfrm>
          <a:prstGeom prst="rect">
            <a:avLst/>
          </a:prstGeom>
          <a:solidFill>
            <a:srgbClr val="F9D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Rectangle 829"/>
          <p:cNvSpPr/>
          <p:nvPr/>
        </p:nvSpPr>
        <p:spPr>
          <a:xfrm>
            <a:off x="3297936" y="3182112"/>
            <a:ext cx="140208" cy="97536"/>
          </a:xfrm>
          <a:prstGeom prst="rect">
            <a:avLst/>
          </a:prstGeom>
          <a:solidFill>
            <a:srgbClr val="FE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Rectangle 830"/>
          <p:cNvSpPr/>
          <p:nvPr/>
        </p:nvSpPr>
        <p:spPr>
          <a:xfrm>
            <a:off x="3438144" y="3182112"/>
            <a:ext cx="140208" cy="97536"/>
          </a:xfrm>
          <a:prstGeom prst="rect">
            <a:avLst/>
          </a:prstGeom>
          <a:solidFill>
            <a:srgbClr val="CA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Rectangle 831"/>
          <p:cNvSpPr/>
          <p:nvPr/>
        </p:nvSpPr>
        <p:spPr>
          <a:xfrm>
            <a:off x="3578352" y="3182112"/>
            <a:ext cx="140208" cy="97536"/>
          </a:xfrm>
          <a:prstGeom prst="rect">
            <a:avLst/>
          </a:prstGeom>
          <a:solidFill>
            <a:srgbClr val="BFD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Rectangle 832"/>
          <p:cNvSpPr/>
          <p:nvPr/>
        </p:nvSpPr>
        <p:spPr>
          <a:xfrm>
            <a:off x="3718560" y="3182112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Rectangle 833"/>
          <p:cNvSpPr/>
          <p:nvPr/>
        </p:nvSpPr>
        <p:spPr>
          <a:xfrm>
            <a:off x="3858768" y="3182112"/>
            <a:ext cx="140208" cy="97536"/>
          </a:xfrm>
          <a:prstGeom prst="rect">
            <a:avLst/>
          </a:prstGeom>
          <a:solidFill>
            <a:srgbClr val="CE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Rectangle 834"/>
          <p:cNvSpPr/>
          <p:nvPr/>
        </p:nvSpPr>
        <p:spPr>
          <a:xfrm>
            <a:off x="3998976" y="3182112"/>
            <a:ext cx="140208" cy="97536"/>
          </a:xfrm>
          <a:prstGeom prst="rect">
            <a:avLst/>
          </a:prstGeom>
          <a:solidFill>
            <a:srgbClr val="C7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Rectangle 835"/>
          <p:cNvSpPr/>
          <p:nvPr/>
        </p:nvSpPr>
        <p:spPr>
          <a:xfrm>
            <a:off x="4139184" y="3182112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Rectangle 836"/>
          <p:cNvSpPr/>
          <p:nvPr/>
        </p:nvSpPr>
        <p:spPr>
          <a:xfrm>
            <a:off x="4279392" y="3182112"/>
            <a:ext cx="140208" cy="97536"/>
          </a:xfrm>
          <a:prstGeom prst="rect">
            <a:avLst/>
          </a:prstGeom>
          <a:solidFill>
            <a:srgbClr val="FA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Rectangle 837"/>
          <p:cNvSpPr/>
          <p:nvPr/>
        </p:nvSpPr>
        <p:spPr>
          <a:xfrm>
            <a:off x="4419600" y="3182112"/>
            <a:ext cx="140208" cy="97536"/>
          </a:xfrm>
          <a:prstGeom prst="rect">
            <a:avLst/>
          </a:prstGeom>
          <a:solidFill>
            <a:srgbClr val="F5B5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Rectangle 838"/>
          <p:cNvSpPr/>
          <p:nvPr/>
        </p:nvSpPr>
        <p:spPr>
          <a:xfrm>
            <a:off x="4559808" y="3182112"/>
            <a:ext cx="140208" cy="97536"/>
          </a:xfrm>
          <a:prstGeom prst="rect">
            <a:avLst/>
          </a:prstGeom>
          <a:solidFill>
            <a:srgbClr val="F8C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Rectangle 839"/>
          <p:cNvSpPr/>
          <p:nvPr/>
        </p:nvSpPr>
        <p:spPr>
          <a:xfrm>
            <a:off x="4700016" y="3182112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Rectangle 840"/>
          <p:cNvSpPr/>
          <p:nvPr/>
        </p:nvSpPr>
        <p:spPr>
          <a:xfrm>
            <a:off x="4840224" y="3182112"/>
            <a:ext cx="140208" cy="97536"/>
          </a:xfrm>
          <a:prstGeom prst="rect">
            <a:avLst/>
          </a:prstGeom>
          <a:solidFill>
            <a:srgbClr val="EC6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Rectangle 841"/>
          <p:cNvSpPr/>
          <p:nvPr/>
        </p:nvSpPr>
        <p:spPr>
          <a:xfrm>
            <a:off x="4980432" y="3182112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Rectangle 842"/>
          <p:cNvSpPr/>
          <p:nvPr/>
        </p:nvSpPr>
        <p:spPr>
          <a:xfrm>
            <a:off x="914400" y="3279648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Rectangle 843"/>
          <p:cNvSpPr/>
          <p:nvPr/>
        </p:nvSpPr>
        <p:spPr>
          <a:xfrm>
            <a:off x="1054608" y="3279648"/>
            <a:ext cx="140208" cy="97536"/>
          </a:xfrm>
          <a:prstGeom prst="rect">
            <a:avLst/>
          </a:prstGeom>
          <a:solidFill>
            <a:srgbClr val="FD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Rectangle 844"/>
          <p:cNvSpPr/>
          <p:nvPr/>
        </p:nvSpPr>
        <p:spPr>
          <a:xfrm>
            <a:off x="1194816" y="3279648"/>
            <a:ext cx="140208" cy="97536"/>
          </a:xfrm>
          <a:prstGeom prst="rect">
            <a:avLst/>
          </a:prstGeom>
          <a:solidFill>
            <a:srgbClr val="95C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Rectangle 845"/>
          <p:cNvSpPr/>
          <p:nvPr/>
        </p:nvSpPr>
        <p:spPr>
          <a:xfrm>
            <a:off x="1335024" y="3279648"/>
            <a:ext cx="140208" cy="97536"/>
          </a:xfrm>
          <a:prstGeom prst="rect">
            <a:avLst/>
          </a:prstGeom>
          <a:solidFill>
            <a:srgbClr val="BE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Rectangle 846"/>
          <p:cNvSpPr/>
          <p:nvPr/>
        </p:nvSpPr>
        <p:spPr>
          <a:xfrm>
            <a:off x="1475232" y="3279648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Rectangle 847"/>
          <p:cNvSpPr/>
          <p:nvPr/>
        </p:nvSpPr>
        <p:spPr>
          <a:xfrm>
            <a:off x="1615440" y="3279648"/>
            <a:ext cx="140208" cy="97536"/>
          </a:xfrm>
          <a:prstGeom prst="rect">
            <a:avLst/>
          </a:prstGeom>
          <a:solidFill>
            <a:srgbClr val="D3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Rectangle 848"/>
          <p:cNvSpPr/>
          <p:nvPr/>
        </p:nvSpPr>
        <p:spPr>
          <a:xfrm>
            <a:off x="1755648" y="3279648"/>
            <a:ext cx="140208" cy="97536"/>
          </a:xfrm>
          <a:prstGeom prst="rect">
            <a:avLst/>
          </a:prstGeom>
          <a:solidFill>
            <a:srgbClr val="F1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Rectangle 849"/>
          <p:cNvSpPr/>
          <p:nvPr/>
        </p:nvSpPr>
        <p:spPr>
          <a:xfrm>
            <a:off x="1895856" y="3279648"/>
            <a:ext cx="140208" cy="97536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Rectangle 850"/>
          <p:cNvSpPr/>
          <p:nvPr/>
        </p:nvSpPr>
        <p:spPr>
          <a:xfrm>
            <a:off x="2036064" y="3279648"/>
            <a:ext cx="140208" cy="97536"/>
          </a:xfrm>
          <a:prstGeom prst="rect">
            <a:avLst/>
          </a:prstGeom>
          <a:solidFill>
            <a:srgbClr val="E957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Rectangle 851"/>
          <p:cNvSpPr/>
          <p:nvPr/>
        </p:nvSpPr>
        <p:spPr>
          <a:xfrm>
            <a:off x="2176272" y="3279648"/>
            <a:ext cx="140208" cy="97536"/>
          </a:xfrm>
          <a:prstGeom prst="rect">
            <a:avLst/>
          </a:prstGeom>
          <a:solidFill>
            <a:srgbClr val="F4A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Rectangle 852"/>
          <p:cNvSpPr/>
          <p:nvPr/>
        </p:nvSpPr>
        <p:spPr>
          <a:xfrm>
            <a:off x="2316480" y="3279648"/>
            <a:ext cx="140208" cy="97536"/>
          </a:xfrm>
          <a:prstGeom prst="rect">
            <a:avLst/>
          </a:prstGeom>
          <a:solidFill>
            <a:srgbClr val="FE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Rectangle 853"/>
          <p:cNvSpPr/>
          <p:nvPr/>
        </p:nvSpPr>
        <p:spPr>
          <a:xfrm>
            <a:off x="2456688" y="3279648"/>
            <a:ext cx="140208" cy="97536"/>
          </a:xfrm>
          <a:prstGeom prst="rect">
            <a:avLst/>
          </a:prstGeom>
          <a:solidFill>
            <a:srgbClr val="FA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Rectangle 854"/>
          <p:cNvSpPr/>
          <p:nvPr/>
        </p:nvSpPr>
        <p:spPr>
          <a:xfrm>
            <a:off x="2596896" y="3279648"/>
            <a:ext cx="140208" cy="97536"/>
          </a:xfrm>
          <a:prstGeom prst="rect">
            <a:avLst/>
          </a:prstGeom>
          <a:solidFill>
            <a:srgbClr val="EE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Rectangle 855"/>
          <p:cNvSpPr/>
          <p:nvPr/>
        </p:nvSpPr>
        <p:spPr>
          <a:xfrm>
            <a:off x="2737104" y="3279648"/>
            <a:ext cx="140208" cy="97536"/>
          </a:xfrm>
          <a:prstGeom prst="rect">
            <a:avLst/>
          </a:prstGeom>
          <a:solidFill>
            <a:srgbClr val="F4A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Rectangle 856"/>
          <p:cNvSpPr/>
          <p:nvPr/>
        </p:nvSpPr>
        <p:spPr>
          <a:xfrm>
            <a:off x="2877312" y="3279648"/>
            <a:ext cx="140208" cy="97536"/>
          </a:xfrm>
          <a:prstGeom prst="rect">
            <a:avLst/>
          </a:prstGeom>
          <a:solidFill>
            <a:srgbClr val="FB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Rectangle 857"/>
          <p:cNvSpPr/>
          <p:nvPr/>
        </p:nvSpPr>
        <p:spPr>
          <a:xfrm>
            <a:off x="3017520" y="3279648"/>
            <a:ext cx="140208" cy="97536"/>
          </a:xfrm>
          <a:prstGeom prst="rect">
            <a:avLst/>
          </a:prstGeom>
          <a:solidFill>
            <a:srgbClr val="FAD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Rectangle 858"/>
          <p:cNvSpPr/>
          <p:nvPr/>
        </p:nvSpPr>
        <p:spPr>
          <a:xfrm>
            <a:off x="3157728" y="3279648"/>
            <a:ext cx="140208" cy="97536"/>
          </a:xfrm>
          <a:prstGeom prst="rect">
            <a:avLst/>
          </a:prstGeom>
          <a:solidFill>
            <a:srgbClr val="FB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Rectangle 859"/>
          <p:cNvSpPr/>
          <p:nvPr/>
        </p:nvSpPr>
        <p:spPr>
          <a:xfrm>
            <a:off x="3297936" y="3279648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Rectangle 860"/>
          <p:cNvSpPr/>
          <p:nvPr/>
        </p:nvSpPr>
        <p:spPr>
          <a:xfrm>
            <a:off x="3438144" y="3279648"/>
            <a:ext cx="140208" cy="97536"/>
          </a:xfrm>
          <a:prstGeom prst="rect">
            <a:avLst/>
          </a:prstGeom>
          <a:solidFill>
            <a:srgbClr val="B4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Rectangle 861"/>
          <p:cNvSpPr/>
          <p:nvPr/>
        </p:nvSpPr>
        <p:spPr>
          <a:xfrm>
            <a:off x="3578352" y="3279648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Rectangle 862"/>
          <p:cNvSpPr/>
          <p:nvPr/>
        </p:nvSpPr>
        <p:spPr>
          <a:xfrm>
            <a:off x="3718560" y="3279648"/>
            <a:ext cx="140208" cy="97536"/>
          </a:xfrm>
          <a:prstGeom prst="rect">
            <a:avLst/>
          </a:prstGeom>
          <a:solidFill>
            <a:srgbClr val="B0D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Rectangle 863"/>
          <p:cNvSpPr/>
          <p:nvPr/>
        </p:nvSpPr>
        <p:spPr>
          <a:xfrm>
            <a:off x="3858768" y="3279648"/>
            <a:ext cx="140208" cy="97536"/>
          </a:xfrm>
          <a:prstGeom prst="rect">
            <a:avLst/>
          </a:prstGeom>
          <a:solidFill>
            <a:srgbClr val="C7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Rectangle 864"/>
          <p:cNvSpPr/>
          <p:nvPr/>
        </p:nvSpPr>
        <p:spPr>
          <a:xfrm>
            <a:off x="3998976" y="3279648"/>
            <a:ext cx="140208" cy="97536"/>
          </a:xfrm>
          <a:prstGeom prst="rect">
            <a:avLst/>
          </a:prstGeom>
          <a:solidFill>
            <a:srgbClr val="C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Rectangle 865"/>
          <p:cNvSpPr/>
          <p:nvPr/>
        </p:nvSpPr>
        <p:spPr>
          <a:xfrm>
            <a:off x="4139184" y="3279648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Rectangle 866"/>
          <p:cNvSpPr/>
          <p:nvPr/>
        </p:nvSpPr>
        <p:spPr>
          <a:xfrm>
            <a:off x="4279392" y="3279648"/>
            <a:ext cx="140208" cy="97536"/>
          </a:xfrm>
          <a:prstGeom prst="rect">
            <a:avLst/>
          </a:prstGeom>
          <a:solidFill>
            <a:srgbClr val="F9D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Rectangle 867"/>
          <p:cNvSpPr/>
          <p:nvPr/>
        </p:nvSpPr>
        <p:spPr>
          <a:xfrm>
            <a:off x="4419600" y="3279648"/>
            <a:ext cx="140208" cy="97536"/>
          </a:xfrm>
          <a:prstGeom prst="rect">
            <a:avLst/>
          </a:prstGeom>
          <a:solidFill>
            <a:srgbClr val="F5B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Rectangle 868"/>
          <p:cNvSpPr/>
          <p:nvPr/>
        </p:nvSpPr>
        <p:spPr>
          <a:xfrm>
            <a:off x="4559808" y="3279648"/>
            <a:ext cx="140208" cy="97536"/>
          </a:xfrm>
          <a:prstGeom prst="rect">
            <a:avLst/>
          </a:prstGeom>
          <a:solidFill>
            <a:srgbClr val="F7C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Rectangle 869"/>
          <p:cNvSpPr/>
          <p:nvPr/>
        </p:nvSpPr>
        <p:spPr>
          <a:xfrm>
            <a:off x="4700016" y="3279648"/>
            <a:ext cx="140208" cy="97536"/>
          </a:xfrm>
          <a:prstGeom prst="rect">
            <a:avLst/>
          </a:prstGeom>
          <a:solidFill>
            <a:srgbClr val="EC6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4840224" y="3279648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4980432" y="3279648"/>
            <a:ext cx="140208" cy="97536"/>
          </a:xfrm>
          <a:prstGeom prst="rect">
            <a:avLst/>
          </a:prstGeom>
          <a:solidFill>
            <a:srgbClr val="EA5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914400" y="3377184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54608" y="3377184"/>
            <a:ext cx="140208" cy="97536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194816" y="3377184"/>
            <a:ext cx="140208" cy="97536"/>
          </a:xfrm>
          <a:prstGeom prst="rect">
            <a:avLst/>
          </a:prstGeom>
          <a:solidFill>
            <a:srgbClr val="A3C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Rectangle 875"/>
          <p:cNvSpPr/>
          <p:nvPr/>
        </p:nvSpPr>
        <p:spPr>
          <a:xfrm>
            <a:off x="1335024" y="3377184"/>
            <a:ext cx="140208" cy="97536"/>
          </a:xfrm>
          <a:prstGeom prst="rect">
            <a:avLst/>
          </a:prstGeom>
          <a:solidFill>
            <a:srgbClr val="AE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Rectangle 876"/>
          <p:cNvSpPr/>
          <p:nvPr/>
        </p:nvSpPr>
        <p:spPr>
          <a:xfrm>
            <a:off x="1475232" y="3377184"/>
            <a:ext cx="140208" cy="97536"/>
          </a:xfrm>
          <a:prstGeom prst="rect">
            <a:avLst/>
          </a:prstGeom>
          <a:solidFill>
            <a:srgbClr val="C1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Rectangle 877"/>
          <p:cNvSpPr/>
          <p:nvPr/>
        </p:nvSpPr>
        <p:spPr>
          <a:xfrm>
            <a:off x="1615440" y="3377184"/>
            <a:ext cx="140208" cy="97536"/>
          </a:xfrm>
          <a:prstGeom prst="rect">
            <a:avLst/>
          </a:prstGeom>
          <a:solidFill>
            <a:srgbClr val="F1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Rectangle 878"/>
          <p:cNvSpPr/>
          <p:nvPr/>
        </p:nvSpPr>
        <p:spPr>
          <a:xfrm>
            <a:off x="1755648" y="3377184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Rectangle 879"/>
          <p:cNvSpPr/>
          <p:nvPr/>
        </p:nvSpPr>
        <p:spPr>
          <a:xfrm>
            <a:off x="1895856" y="3377184"/>
            <a:ext cx="140208" cy="97536"/>
          </a:xfrm>
          <a:prstGeom prst="rect">
            <a:avLst/>
          </a:prstGeom>
          <a:solidFill>
            <a:srgbClr val="EB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Rectangle 880"/>
          <p:cNvSpPr/>
          <p:nvPr/>
        </p:nvSpPr>
        <p:spPr>
          <a:xfrm>
            <a:off x="2036064" y="3377184"/>
            <a:ext cx="140208" cy="97536"/>
          </a:xfrm>
          <a:prstGeom prst="rect">
            <a:avLst/>
          </a:prstGeom>
          <a:solidFill>
            <a:srgbClr val="EC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Rectangle 881"/>
          <p:cNvSpPr/>
          <p:nvPr/>
        </p:nvSpPr>
        <p:spPr>
          <a:xfrm>
            <a:off x="2176272" y="3377184"/>
            <a:ext cx="140208" cy="97536"/>
          </a:xfrm>
          <a:prstGeom prst="rect">
            <a:avLst/>
          </a:prstGeom>
          <a:solidFill>
            <a:srgbClr val="F5B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Rectangle 882"/>
          <p:cNvSpPr/>
          <p:nvPr/>
        </p:nvSpPr>
        <p:spPr>
          <a:xfrm>
            <a:off x="2316480" y="3377184"/>
            <a:ext cx="140208" cy="97536"/>
          </a:xfrm>
          <a:prstGeom prst="rect">
            <a:avLst/>
          </a:prstGeom>
          <a:solidFill>
            <a:srgbClr val="E3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Rectangle 883"/>
          <p:cNvSpPr/>
          <p:nvPr/>
        </p:nvSpPr>
        <p:spPr>
          <a:xfrm>
            <a:off x="2456688" y="3377184"/>
            <a:ext cx="140208" cy="97536"/>
          </a:xfrm>
          <a:prstGeom prst="rect">
            <a:avLst/>
          </a:prstGeom>
          <a:solidFill>
            <a:srgbClr val="FD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Rectangle 884"/>
          <p:cNvSpPr/>
          <p:nvPr/>
        </p:nvSpPr>
        <p:spPr>
          <a:xfrm>
            <a:off x="2596896" y="3377184"/>
            <a:ext cx="140208" cy="97536"/>
          </a:xfrm>
          <a:prstGeom prst="rect">
            <a:avLst/>
          </a:prstGeom>
          <a:solidFill>
            <a:srgbClr val="ED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Rectangle 885"/>
          <p:cNvSpPr/>
          <p:nvPr/>
        </p:nvSpPr>
        <p:spPr>
          <a:xfrm>
            <a:off x="2737104" y="3377184"/>
            <a:ext cx="140208" cy="97536"/>
          </a:xfrm>
          <a:prstGeom prst="rect">
            <a:avLst/>
          </a:prstGeom>
          <a:solidFill>
            <a:srgbClr val="F7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Rectangle 886"/>
          <p:cNvSpPr/>
          <p:nvPr/>
        </p:nvSpPr>
        <p:spPr>
          <a:xfrm>
            <a:off x="2877312" y="3377184"/>
            <a:ext cx="140208" cy="97536"/>
          </a:xfrm>
          <a:prstGeom prst="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Rectangle 887"/>
          <p:cNvSpPr/>
          <p:nvPr/>
        </p:nvSpPr>
        <p:spPr>
          <a:xfrm>
            <a:off x="3017520" y="3377184"/>
            <a:ext cx="140208" cy="97536"/>
          </a:xfrm>
          <a:prstGeom prst="rect">
            <a:avLst/>
          </a:prstGeom>
          <a:solidFill>
            <a:srgbClr val="FD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Rectangle 888"/>
          <p:cNvSpPr/>
          <p:nvPr/>
        </p:nvSpPr>
        <p:spPr>
          <a:xfrm>
            <a:off x="3157728" y="3377184"/>
            <a:ext cx="140208" cy="97536"/>
          </a:xfrm>
          <a:prstGeom prst="rect">
            <a:avLst/>
          </a:prstGeom>
          <a:solidFill>
            <a:srgbClr val="FA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Rectangle 889"/>
          <p:cNvSpPr/>
          <p:nvPr/>
        </p:nvSpPr>
        <p:spPr>
          <a:xfrm>
            <a:off x="3297936" y="3377184"/>
            <a:ext cx="140208" cy="97536"/>
          </a:xfrm>
          <a:prstGeom prst="rect">
            <a:avLst/>
          </a:prstGeom>
          <a:solidFill>
            <a:srgbClr val="DC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Rectangle 890"/>
          <p:cNvSpPr/>
          <p:nvPr/>
        </p:nvSpPr>
        <p:spPr>
          <a:xfrm>
            <a:off x="3438144" y="3377184"/>
            <a:ext cx="140208" cy="97536"/>
          </a:xfrm>
          <a:prstGeom prst="rect">
            <a:avLst/>
          </a:prstGeom>
          <a:solidFill>
            <a:srgbClr val="D9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Rectangle 891"/>
          <p:cNvSpPr/>
          <p:nvPr/>
        </p:nvSpPr>
        <p:spPr>
          <a:xfrm>
            <a:off x="3578352" y="3377184"/>
            <a:ext cx="140208" cy="97536"/>
          </a:xfrm>
          <a:prstGeom prst="rect">
            <a:avLst/>
          </a:prstGeom>
          <a:solidFill>
            <a:srgbClr val="D9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Rectangle 892"/>
          <p:cNvSpPr/>
          <p:nvPr/>
        </p:nvSpPr>
        <p:spPr>
          <a:xfrm>
            <a:off x="3718560" y="3377184"/>
            <a:ext cx="140208" cy="97536"/>
          </a:xfrm>
          <a:prstGeom prst="rect">
            <a:avLst/>
          </a:prstGeom>
          <a:solidFill>
            <a:srgbClr val="D6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Rectangle 893"/>
          <p:cNvSpPr/>
          <p:nvPr/>
        </p:nvSpPr>
        <p:spPr>
          <a:xfrm>
            <a:off x="3858768" y="3377184"/>
            <a:ext cx="140208" cy="97536"/>
          </a:xfrm>
          <a:prstGeom prst="rect">
            <a:avLst/>
          </a:prstGeom>
          <a:solidFill>
            <a:srgbClr val="E5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Rectangle 894"/>
          <p:cNvSpPr/>
          <p:nvPr/>
        </p:nvSpPr>
        <p:spPr>
          <a:xfrm>
            <a:off x="3998976" y="3377184"/>
            <a:ext cx="140208" cy="97536"/>
          </a:xfrm>
          <a:prstGeom prst="rect">
            <a:avLst/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Rectangle 895"/>
          <p:cNvSpPr/>
          <p:nvPr/>
        </p:nvSpPr>
        <p:spPr>
          <a:xfrm>
            <a:off x="4139184" y="3377184"/>
            <a:ext cx="140208" cy="97536"/>
          </a:xfrm>
          <a:prstGeom prst="rect">
            <a:avLst/>
          </a:prstGeom>
          <a:solidFill>
            <a:srgbClr val="D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Rectangle 896"/>
          <p:cNvSpPr/>
          <p:nvPr/>
        </p:nvSpPr>
        <p:spPr>
          <a:xfrm>
            <a:off x="4279392" y="3377184"/>
            <a:ext cx="140208" cy="97536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Rectangle 897"/>
          <p:cNvSpPr/>
          <p:nvPr/>
        </p:nvSpPr>
        <p:spPr>
          <a:xfrm>
            <a:off x="4419600" y="3377184"/>
            <a:ext cx="140208" cy="97536"/>
          </a:xfrm>
          <a:prstGeom prst="rect">
            <a:avLst/>
          </a:prstGeom>
          <a:solidFill>
            <a:srgbClr val="F8C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Rectangle 898"/>
          <p:cNvSpPr/>
          <p:nvPr/>
        </p:nvSpPr>
        <p:spPr>
          <a:xfrm>
            <a:off x="4559808" y="3377184"/>
            <a:ext cx="140208" cy="97536"/>
          </a:xfrm>
          <a:prstGeom prst="rect">
            <a:avLst/>
          </a:prstGeom>
          <a:solidFill>
            <a:srgbClr val="F8CB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Rectangle 899"/>
          <p:cNvSpPr/>
          <p:nvPr/>
        </p:nvSpPr>
        <p:spPr>
          <a:xfrm>
            <a:off x="4700016" y="3377184"/>
            <a:ext cx="140208" cy="97536"/>
          </a:xfrm>
          <a:prstGeom prst="rect">
            <a:avLst/>
          </a:prstGeom>
          <a:solidFill>
            <a:srgbClr val="F08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Rectangle 900"/>
          <p:cNvSpPr/>
          <p:nvPr/>
        </p:nvSpPr>
        <p:spPr>
          <a:xfrm>
            <a:off x="4840224" y="3377184"/>
            <a:ext cx="140208" cy="97536"/>
          </a:xfrm>
          <a:prstGeom prst="rect">
            <a:avLst/>
          </a:prstGeom>
          <a:solidFill>
            <a:srgbClr val="EA5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Rectangle 901"/>
          <p:cNvSpPr/>
          <p:nvPr/>
        </p:nvSpPr>
        <p:spPr>
          <a:xfrm>
            <a:off x="4980432" y="3377184"/>
            <a:ext cx="140208" cy="9753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Rectangle 902"/>
          <p:cNvSpPr/>
          <p:nvPr/>
        </p:nvSpPr>
        <p:spPr>
          <a:xfrm>
            <a:off x="914400" y="548640"/>
            <a:ext cx="4206240" cy="2926080"/>
          </a:xfrm>
          <a:prstGeom prst="rect">
            <a:avLst/>
          </a:prstGeom>
          <a:noFill/>
          <a:ln w="76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Rectangle 903"/>
          <p:cNvSpPr/>
          <p:nvPr/>
        </p:nvSpPr>
        <p:spPr>
          <a:xfrm>
            <a:off x="914400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Rectangle 904"/>
          <p:cNvSpPr/>
          <p:nvPr/>
        </p:nvSpPr>
        <p:spPr>
          <a:xfrm>
            <a:off x="1054608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Rectangle 905"/>
          <p:cNvSpPr/>
          <p:nvPr/>
        </p:nvSpPr>
        <p:spPr>
          <a:xfrm>
            <a:off x="1194816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1335024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Rectangle 907"/>
          <p:cNvSpPr/>
          <p:nvPr/>
        </p:nvSpPr>
        <p:spPr>
          <a:xfrm>
            <a:off x="1475232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Rectangle 908"/>
          <p:cNvSpPr/>
          <p:nvPr/>
        </p:nvSpPr>
        <p:spPr>
          <a:xfrm>
            <a:off x="1615440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Rectangle 909"/>
          <p:cNvSpPr/>
          <p:nvPr/>
        </p:nvSpPr>
        <p:spPr>
          <a:xfrm>
            <a:off x="1755648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Rectangle 910"/>
          <p:cNvSpPr/>
          <p:nvPr/>
        </p:nvSpPr>
        <p:spPr>
          <a:xfrm>
            <a:off x="1895856" y="438912"/>
            <a:ext cx="14020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2036064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Rectangle 912"/>
          <p:cNvSpPr/>
          <p:nvPr/>
        </p:nvSpPr>
        <p:spPr>
          <a:xfrm>
            <a:off x="2176272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Rectangle 913"/>
          <p:cNvSpPr/>
          <p:nvPr/>
        </p:nvSpPr>
        <p:spPr>
          <a:xfrm>
            <a:off x="2316480" y="438912"/>
            <a:ext cx="140208" cy="73152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Rectangle 914"/>
          <p:cNvSpPr/>
          <p:nvPr/>
        </p:nvSpPr>
        <p:spPr>
          <a:xfrm>
            <a:off x="2456688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Rectangle 915"/>
          <p:cNvSpPr/>
          <p:nvPr/>
        </p:nvSpPr>
        <p:spPr>
          <a:xfrm>
            <a:off x="2596896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2737104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Rectangle 917"/>
          <p:cNvSpPr/>
          <p:nvPr/>
        </p:nvSpPr>
        <p:spPr>
          <a:xfrm>
            <a:off x="2877312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Rectangle 918"/>
          <p:cNvSpPr/>
          <p:nvPr/>
        </p:nvSpPr>
        <p:spPr>
          <a:xfrm>
            <a:off x="3017520" y="438912"/>
            <a:ext cx="14020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Rectangle 919"/>
          <p:cNvSpPr/>
          <p:nvPr/>
        </p:nvSpPr>
        <p:spPr>
          <a:xfrm>
            <a:off x="3157728" y="438912"/>
            <a:ext cx="14020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Rectangle 920"/>
          <p:cNvSpPr/>
          <p:nvPr/>
        </p:nvSpPr>
        <p:spPr>
          <a:xfrm>
            <a:off x="3297936" y="438912"/>
            <a:ext cx="140208" cy="73152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3438144" y="438912"/>
            <a:ext cx="14020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Rectangle 922"/>
          <p:cNvSpPr/>
          <p:nvPr/>
        </p:nvSpPr>
        <p:spPr>
          <a:xfrm>
            <a:off x="3578352" y="438912"/>
            <a:ext cx="14020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Rectangle 923"/>
          <p:cNvSpPr/>
          <p:nvPr/>
        </p:nvSpPr>
        <p:spPr>
          <a:xfrm>
            <a:off x="3718560" y="438912"/>
            <a:ext cx="14020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Rectangle 924"/>
          <p:cNvSpPr/>
          <p:nvPr/>
        </p:nvSpPr>
        <p:spPr>
          <a:xfrm>
            <a:off x="3858768" y="438912"/>
            <a:ext cx="14020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Rectangle 925"/>
          <p:cNvSpPr/>
          <p:nvPr/>
        </p:nvSpPr>
        <p:spPr>
          <a:xfrm>
            <a:off x="3998976" y="438912"/>
            <a:ext cx="14020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4139184" y="438912"/>
            <a:ext cx="14020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Rectangle 927"/>
          <p:cNvSpPr/>
          <p:nvPr/>
        </p:nvSpPr>
        <p:spPr>
          <a:xfrm>
            <a:off x="4279392" y="438912"/>
            <a:ext cx="14020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Rectangle 928"/>
          <p:cNvSpPr/>
          <p:nvPr/>
        </p:nvSpPr>
        <p:spPr>
          <a:xfrm>
            <a:off x="4419600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Rectangle 929"/>
          <p:cNvSpPr/>
          <p:nvPr/>
        </p:nvSpPr>
        <p:spPr>
          <a:xfrm>
            <a:off x="4559808" y="438912"/>
            <a:ext cx="14020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4700016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Rectangle 931"/>
          <p:cNvSpPr/>
          <p:nvPr/>
        </p:nvSpPr>
        <p:spPr>
          <a:xfrm>
            <a:off x="4840224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Rectangle 932"/>
          <p:cNvSpPr/>
          <p:nvPr/>
        </p:nvSpPr>
        <p:spPr>
          <a:xfrm>
            <a:off x="4980432" y="438912"/>
            <a:ext cx="140208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Rectangle 933"/>
          <p:cNvSpPr/>
          <p:nvPr/>
        </p:nvSpPr>
        <p:spPr>
          <a:xfrm>
            <a:off x="2194560" y="3822192"/>
            <a:ext cx="53435" cy="10972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Rectangle 934"/>
          <p:cNvSpPr/>
          <p:nvPr/>
        </p:nvSpPr>
        <p:spPr>
          <a:xfrm>
            <a:off x="2245995" y="3822192"/>
            <a:ext cx="53435" cy="109728"/>
          </a:xfrm>
          <a:prstGeom prst="rect">
            <a:avLst/>
          </a:prstGeom>
          <a:solidFill>
            <a:srgbClr val="3B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Rectangle 935"/>
          <p:cNvSpPr/>
          <p:nvPr/>
        </p:nvSpPr>
        <p:spPr>
          <a:xfrm>
            <a:off x="2297430" y="3822192"/>
            <a:ext cx="53435" cy="109728"/>
          </a:xfrm>
          <a:prstGeom prst="rect">
            <a:avLst/>
          </a:prstGeom>
          <a:solidFill>
            <a:srgbClr val="48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Rectangle 936"/>
          <p:cNvSpPr/>
          <p:nvPr/>
        </p:nvSpPr>
        <p:spPr>
          <a:xfrm>
            <a:off x="2348865" y="3822192"/>
            <a:ext cx="53435" cy="109728"/>
          </a:xfrm>
          <a:prstGeom prst="rect">
            <a:avLst/>
          </a:prstGeom>
          <a:solidFill>
            <a:srgbClr val="569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Rectangle 937"/>
          <p:cNvSpPr/>
          <p:nvPr/>
        </p:nvSpPr>
        <p:spPr>
          <a:xfrm>
            <a:off x="2400300" y="3822192"/>
            <a:ext cx="53435" cy="109728"/>
          </a:xfrm>
          <a:prstGeom prst="rect">
            <a:avLst/>
          </a:prstGeom>
          <a:solidFill>
            <a:srgbClr val="63A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Rectangle 938"/>
          <p:cNvSpPr/>
          <p:nvPr/>
        </p:nvSpPr>
        <p:spPr>
          <a:xfrm>
            <a:off x="2451735" y="3822192"/>
            <a:ext cx="53435" cy="109728"/>
          </a:xfrm>
          <a:prstGeom prst="rect">
            <a:avLst/>
          </a:prstGeom>
          <a:solidFill>
            <a:srgbClr val="71A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Rectangle 939"/>
          <p:cNvSpPr/>
          <p:nvPr/>
        </p:nvSpPr>
        <p:spPr>
          <a:xfrm>
            <a:off x="2503170" y="3822192"/>
            <a:ext cx="53435" cy="109728"/>
          </a:xfrm>
          <a:prstGeom prst="rect">
            <a:avLst/>
          </a:prstGeom>
          <a:solidFill>
            <a:srgbClr val="7EB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Rectangle 940"/>
          <p:cNvSpPr/>
          <p:nvPr/>
        </p:nvSpPr>
        <p:spPr>
          <a:xfrm>
            <a:off x="2554605" y="3822192"/>
            <a:ext cx="53435" cy="109728"/>
          </a:xfrm>
          <a:prstGeom prst="rect">
            <a:avLst/>
          </a:prstGeom>
          <a:solidFill>
            <a:srgbClr val="8CB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ectangle 941"/>
          <p:cNvSpPr/>
          <p:nvPr/>
        </p:nvSpPr>
        <p:spPr>
          <a:xfrm>
            <a:off x="2606040" y="3822192"/>
            <a:ext cx="53435" cy="109728"/>
          </a:xfrm>
          <a:prstGeom prst="rect">
            <a:avLst/>
          </a:prstGeom>
          <a:solidFill>
            <a:srgbClr val="99C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Rectangle 942"/>
          <p:cNvSpPr/>
          <p:nvPr/>
        </p:nvSpPr>
        <p:spPr>
          <a:xfrm>
            <a:off x="2657475" y="3822192"/>
            <a:ext cx="53435" cy="109728"/>
          </a:xfrm>
          <a:prstGeom prst="rect">
            <a:avLst/>
          </a:prstGeom>
          <a:solidFill>
            <a:srgbClr val="A7C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Rectangle 943"/>
          <p:cNvSpPr/>
          <p:nvPr/>
        </p:nvSpPr>
        <p:spPr>
          <a:xfrm>
            <a:off x="2708910" y="3822192"/>
            <a:ext cx="53435" cy="109728"/>
          </a:xfrm>
          <a:prstGeom prst="rect">
            <a:avLst/>
          </a:prstGeom>
          <a:solidFill>
            <a:srgbClr val="B4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2760345" y="3822192"/>
            <a:ext cx="53435" cy="109728"/>
          </a:xfrm>
          <a:prstGeom prst="rect">
            <a:avLst/>
          </a:prstGeom>
          <a:solidFill>
            <a:srgbClr val="C2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Rectangle 945"/>
          <p:cNvSpPr/>
          <p:nvPr/>
        </p:nvSpPr>
        <p:spPr>
          <a:xfrm>
            <a:off x="2811780" y="3822192"/>
            <a:ext cx="53435" cy="109728"/>
          </a:xfrm>
          <a:prstGeom prst="rect">
            <a:avLst/>
          </a:prstGeom>
          <a:solidFill>
            <a:srgbClr val="CF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Rectangle 946"/>
          <p:cNvSpPr/>
          <p:nvPr/>
        </p:nvSpPr>
        <p:spPr>
          <a:xfrm>
            <a:off x="2863215" y="3822192"/>
            <a:ext cx="53435" cy="109728"/>
          </a:xfrm>
          <a:prstGeom prst="rect">
            <a:avLst/>
          </a:prstGeom>
          <a:solidFill>
            <a:srgbClr val="DD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Rectangle 947"/>
          <p:cNvSpPr/>
          <p:nvPr/>
        </p:nvSpPr>
        <p:spPr>
          <a:xfrm>
            <a:off x="2914650" y="3822192"/>
            <a:ext cx="53435" cy="109728"/>
          </a:xfrm>
          <a:prstGeom prst="rect">
            <a:avLst/>
          </a:prstGeom>
          <a:solidFill>
            <a:srgbClr val="EA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Rectangle 948"/>
          <p:cNvSpPr/>
          <p:nvPr/>
        </p:nvSpPr>
        <p:spPr>
          <a:xfrm>
            <a:off x="2966085" y="3822192"/>
            <a:ext cx="53435" cy="109728"/>
          </a:xfrm>
          <a:prstGeom prst="rect">
            <a:avLst/>
          </a:prstGeom>
          <a:solidFill>
            <a:srgbClr val="F8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Rectangle 949"/>
          <p:cNvSpPr/>
          <p:nvPr/>
        </p:nvSpPr>
        <p:spPr>
          <a:xfrm>
            <a:off x="3017520" y="3822192"/>
            <a:ext cx="53435" cy="109728"/>
          </a:xfrm>
          <a:prstGeom prst="rect">
            <a:avLst/>
          </a:prstGeom>
          <a:solidFill>
            <a:srgbClr val="FE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Rectangle 950"/>
          <p:cNvSpPr/>
          <p:nvPr/>
        </p:nvSpPr>
        <p:spPr>
          <a:xfrm>
            <a:off x="3068955" y="3822192"/>
            <a:ext cx="53435" cy="109728"/>
          </a:xfrm>
          <a:prstGeom prst="rect">
            <a:avLst/>
          </a:prstGeom>
          <a:solidFill>
            <a:srgbClr val="FC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Rectangle 951"/>
          <p:cNvSpPr/>
          <p:nvPr/>
        </p:nvSpPr>
        <p:spPr>
          <a:xfrm>
            <a:off x="3120390" y="3822192"/>
            <a:ext cx="53435" cy="109728"/>
          </a:xfrm>
          <a:prstGeom prst="rect">
            <a:avLst/>
          </a:prstGeom>
          <a:solidFill>
            <a:srgbClr val="FA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Rectangle 952"/>
          <p:cNvSpPr/>
          <p:nvPr/>
        </p:nvSpPr>
        <p:spPr>
          <a:xfrm>
            <a:off x="3171825" y="3822192"/>
            <a:ext cx="53435" cy="109728"/>
          </a:xfrm>
          <a:prstGeom prst="rect">
            <a:avLst/>
          </a:prstGeom>
          <a:solidFill>
            <a:srgbClr val="F9D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Rectangle 953"/>
          <p:cNvSpPr/>
          <p:nvPr/>
        </p:nvSpPr>
        <p:spPr>
          <a:xfrm>
            <a:off x="3223260" y="3822192"/>
            <a:ext cx="53435" cy="109728"/>
          </a:xfrm>
          <a:prstGeom prst="rect">
            <a:avLst/>
          </a:prstGeom>
          <a:solidFill>
            <a:srgbClr val="F7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Rectangle 954"/>
          <p:cNvSpPr/>
          <p:nvPr/>
        </p:nvSpPr>
        <p:spPr>
          <a:xfrm>
            <a:off x="3274695" y="3822192"/>
            <a:ext cx="53435" cy="109728"/>
          </a:xfrm>
          <a:prstGeom prst="rect">
            <a:avLst/>
          </a:prstGeom>
          <a:solidFill>
            <a:srgbClr val="F6B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Rectangle 955"/>
          <p:cNvSpPr/>
          <p:nvPr/>
        </p:nvSpPr>
        <p:spPr>
          <a:xfrm>
            <a:off x="3326130" y="3822192"/>
            <a:ext cx="53435" cy="109728"/>
          </a:xfrm>
          <a:prstGeom prst="rect">
            <a:avLst/>
          </a:prstGeom>
          <a:solidFill>
            <a:srgbClr val="F4A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Rectangle 956"/>
          <p:cNvSpPr/>
          <p:nvPr/>
        </p:nvSpPr>
        <p:spPr>
          <a:xfrm>
            <a:off x="3377565" y="3822192"/>
            <a:ext cx="53435" cy="109728"/>
          </a:xfrm>
          <a:prstGeom prst="rect">
            <a:avLst/>
          </a:prstGeom>
          <a:solidFill>
            <a:srgbClr val="F29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Rectangle 957"/>
          <p:cNvSpPr/>
          <p:nvPr/>
        </p:nvSpPr>
        <p:spPr>
          <a:xfrm>
            <a:off x="3429000" y="3822192"/>
            <a:ext cx="53435" cy="109728"/>
          </a:xfrm>
          <a:prstGeom prst="rect">
            <a:avLst/>
          </a:prstGeom>
          <a:solidFill>
            <a:srgbClr val="F192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3480435" y="3822192"/>
            <a:ext cx="53435" cy="109728"/>
          </a:xfrm>
          <a:prstGeom prst="rect">
            <a:avLst/>
          </a:prstGeom>
          <a:solidFill>
            <a:srgbClr val="EF8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Rectangle 959"/>
          <p:cNvSpPr/>
          <p:nvPr/>
        </p:nvSpPr>
        <p:spPr>
          <a:xfrm>
            <a:off x="3531870" y="3822192"/>
            <a:ext cx="53435" cy="109728"/>
          </a:xfrm>
          <a:prstGeom prst="rect">
            <a:avLst/>
          </a:prstGeom>
          <a:solidFill>
            <a:srgbClr val="EE7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Rectangle 960"/>
          <p:cNvSpPr/>
          <p:nvPr/>
        </p:nvSpPr>
        <p:spPr>
          <a:xfrm>
            <a:off x="3583305" y="3822192"/>
            <a:ext cx="53435" cy="109728"/>
          </a:xfrm>
          <a:prstGeom prst="rect">
            <a:avLst/>
          </a:prstGeom>
          <a:solidFill>
            <a:srgbClr val="EC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Rectangle 961"/>
          <p:cNvSpPr/>
          <p:nvPr/>
        </p:nvSpPr>
        <p:spPr>
          <a:xfrm>
            <a:off x="3634740" y="3822192"/>
            <a:ext cx="53435" cy="109728"/>
          </a:xfrm>
          <a:prstGeom prst="rect">
            <a:avLst/>
          </a:prstGeom>
          <a:solidFill>
            <a:srgbClr val="EA5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Rectangle 962"/>
          <p:cNvSpPr/>
          <p:nvPr/>
        </p:nvSpPr>
        <p:spPr>
          <a:xfrm>
            <a:off x="3686175" y="3822192"/>
            <a:ext cx="53435" cy="109728"/>
          </a:xfrm>
          <a:prstGeom prst="rect">
            <a:avLst/>
          </a:prstGeom>
          <a:solidFill>
            <a:srgbClr val="E952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Rectangle 963"/>
          <p:cNvSpPr/>
          <p:nvPr/>
        </p:nvSpPr>
        <p:spPr>
          <a:xfrm>
            <a:off x="3737610" y="3822192"/>
            <a:ext cx="53435" cy="109728"/>
          </a:xfrm>
          <a:prstGeom prst="rect">
            <a:avLst/>
          </a:prstGeom>
          <a:solidFill>
            <a:srgbClr val="E7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Rectangle 964"/>
          <p:cNvSpPr/>
          <p:nvPr/>
        </p:nvSpPr>
        <p:spPr>
          <a:xfrm>
            <a:off x="3789045" y="3822192"/>
            <a:ext cx="53435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Rectangle 965"/>
          <p:cNvSpPr/>
          <p:nvPr/>
        </p:nvSpPr>
        <p:spPr>
          <a:xfrm>
            <a:off x="2194560" y="3822192"/>
            <a:ext cx="1645920" cy="109728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2103120" y="39519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sp>
        <p:nvSpPr>
          <p:cNvPr id="968" name="TextBox 967"/>
          <p:cNvSpPr txBox="1"/>
          <p:nvPr/>
        </p:nvSpPr>
        <p:spPr>
          <a:xfrm>
            <a:off x="2926080" y="39519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3749040" y="39519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sp>
        <p:nvSpPr>
          <p:cNvPr id="970" name="TextBox 969"/>
          <p:cNvSpPr txBox="1"/>
          <p:nvPr/>
        </p:nvSpPr>
        <p:spPr>
          <a:xfrm>
            <a:off x="1691640" y="37921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Spearman ρ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137160" y="4206240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30 integrated numeric features (CD8-proliferation removed); top strip = feature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False-positive rate (1 − specificity)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True-positive rate (sensitivity)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14400" y="1402080"/>
            <a:ext cx="247425" cy="2072640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1825" y="1174496"/>
            <a:ext cx="247426" cy="2145792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09251" y="946912"/>
            <a:ext cx="494852" cy="1365504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103" y="890016"/>
            <a:ext cx="494852" cy="1170432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8955" y="833120"/>
            <a:ext cx="989703" cy="975360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8658" y="662432"/>
            <a:ext cx="494852" cy="390144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3510" y="605536"/>
            <a:ext cx="494852" cy="195072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89400" y="344972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9400" y="296204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36825" y="231180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384251" y="1661559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879103" y="149900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73955" y="133644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63658" y="84876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858510" y="68620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353362" y="523640"/>
            <a:ext cx="50000" cy="5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27832" y="2596896"/>
            <a:ext cx="164592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00984" y="261689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ElasticNet, nested outer-LOOCV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00984" y="2798064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2222"/>
                </a:solidFill>
                <a:latin typeface="Arial"/>
              </a:rPr>
              <a:t>AUC = 0.745  (95 % CI 0.56–0.89)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05840" y="731520"/>
            <a:ext cx="274320" cy="0"/>
          </a:xfrm>
          <a:prstGeom prst="line">
            <a:avLst/>
          </a:prstGeom>
          <a:ln w="1778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325880" y="658368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Observed ROC curve (mean over 35 LOOCV folds)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05840" y="859536"/>
            <a:ext cx="274320" cy="91440"/>
          </a:xfrm>
          <a:prstGeom prst="rect">
            <a:avLst/>
          </a:prstGeom>
          <a:solidFill>
            <a:srgbClr val="CF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25880" y="822960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95 % bootstrap CI ribbon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67669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48098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58589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29989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2237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377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261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5661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ElasticNet coefficient (standardised scale)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Genomic deletion fraction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960583" y="3108960"/>
            <a:ext cx="879897" cy="0"/>
          </a:xfrm>
          <a:prstGeom prst="line">
            <a:avLst/>
          </a:prstGeom>
          <a:ln w="19050">
            <a:solidFill>
              <a:srgbClr val="E639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2910583" y="3058960"/>
            <a:ext cx="100000" cy="10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3735" y="302666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E63946"/>
                </a:solidFill>
                <a:latin typeface="Arial"/>
              </a:rPr>
              <a:t>-0.76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MHC class II signature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71787" y="2377440"/>
            <a:ext cx="268693" cy="0"/>
          </a:xfrm>
          <a:prstGeom prst="line">
            <a:avLst/>
          </a:prstGeom>
          <a:ln w="19050">
            <a:solidFill>
              <a:srgbClr val="E639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521787" y="2327440"/>
            <a:ext cx="100000" cy="10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4939" y="229514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E63946"/>
                </a:solidFill>
                <a:latin typeface="Arial"/>
              </a:rPr>
              <a:t>-0.23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1645920"/>
            <a:ext cx="140242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930722" y="1595920"/>
            <a:ext cx="100000" cy="10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3874" y="156362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86AB"/>
                </a:solidFill>
                <a:latin typeface="Arial"/>
              </a:rPr>
              <a:t>+0.12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DSB repair (R-HSA-5693532)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0480" y="914400"/>
            <a:ext cx="1034279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824759" y="864400"/>
            <a:ext cx="100000" cy="10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47911" y="83210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86AB"/>
                </a:solidFill>
                <a:latin typeface="Arial"/>
              </a:rPr>
              <a:t>+0.89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" y="384048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4 non-zero features selected by nested inner-CV; + = good &gt; bad, − = good &lt; bad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425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992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6.2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8892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8.5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24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63848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10.8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277246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26901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9.2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10.5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1250899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1168603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11.8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UMAP 1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UMAP 2</a:t>
            </a:r>
          </a:p>
        </p:txBody>
      </p:sp>
      <p:sp>
        <p:nvSpPr>
          <p:cNvPr id="27" name="Oval 26"/>
          <p:cNvSpPr/>
          <p:nvPr/>
        </p:nvSpPr>
        <p:spPr>
          <a:xfrm>
            <a:off x="2777426" y="1912009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815834" y="1047367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81992" y="2058151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866610" y="1384993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23875" y="1410218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328742" y="2242345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23558" y="2753101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21775" y="2724160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74649" y="1404374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12810" y="1685091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58288" y="2332181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78071" y="1536679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16297" y="2808789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026816" y="1730283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14570" y="1889819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05659" y="2234278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866090" y="2392304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565377" y="1975983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749732" y="2139474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697557" y="2336722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39510" y="1492331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939848" y="2271502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34550" y="2697420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7168" y="1828470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480170" y="1269071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13588" y="2328750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44071" y="988954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621508" y="2489723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22151" y="1952804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57134" y="2272225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578801" y="863314"/>
            <a:ext cx="80000" cy="80000"/>
          </a:xfrm>
          <a:prstGeom prst="ellipse">
            <a:avLst/>
          </a:prstGeom>
          <a:solidFill>
            <a:srgbClr val="2E86AB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330304" y="2003970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54486" y="1866487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085193" y="2549174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80306" y="2479163"/>
            <a:ext cx="80000" cy="80000"/>
          </a:xfrm>
          <a:prstGeom prst="ellipse">
            <a:avLst/>
          </a:prstGeom>
          <a:solidFill>
            <a:srgbClr val="E6394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78632" y="650800"/>
            <a:ext cx="70000" cy="70000"/>
          </a:xfrm>
          <a:prstGeom prst="ellipse">
            <a:avLst/>
          </a:prstGeom>
          <a:solidFill>
            <a:srgbClr val="2E86AB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0" y="5943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64" name="Oval 63"/>
          <p:cNvSpPr/>
          <p:nvPr/>
        </p:nvSpPr>
        <p:spPr>
          <a:xfrm>
            <a:off x="3878632" y="815392"/>
            <a:ext cx="70000" cy="70000"/>
          </a:xfrm>
          <a:prstGeom prst="ellipse">
            <a:avLst/>
          </a:prstGeom>
          <a:solidFill>
            <a:srgbClr val="E63946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23360" y="758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732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68726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-1.50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6890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40303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-0.75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205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83456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363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55033" y="35347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+1.50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SHAP value (log-odds contribution)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sp>
        <p:nvSpPr>
          <p:cNvPr id="18" name="Oval 17"/>
          <p:cNvSpPr/>
          <p:nvPr/>
        </p:nvSpPr>
        <p:spPr>
          <a:xfrm>
            <a:off x="3790160" y="307844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60" y="308975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1419" y="3055851"/>
            <a:ext cx="50000" cy="50000"/>
          </a:xfrm>
          <a:prstGeom prst="ellipse">
            <a:avLst/>
          </a:prstGeom>
          <a:solidFill>
            <a:srgbClr val="2E86A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19699" y="3079355"/>
            <a:ext cx="50000" cy="50000"/>
          </a:xfrm>
          <a:prstGeom prst="ellipse">
            <a:avLst/>
          </a:prstGeom>
          <a:solidFill>
            <a:srgbClr val="DC3D4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0160" y="310747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90160" y="3068089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0160" y="302672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90160" y="304239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9699" y="3114847"/>
            <a:ext cx="50000" cy="50000"/>
          </a:xfrm>
          <a:prstGeom prst="ellipse">
            <a:avLst/>
          </a:prstGeom>
          <a:solidFill>
            <a:srgbClr val="DC3D4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90160" y="313950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0160" y="3111316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90160" y="3082146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0160" y="318600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90160" y="309356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0160" y="3138644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0160" y="311610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90160" y="310784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90160" y="3097842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0160" y="306589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90160" y="3038202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19699" y="3089601"/>
            <a:ext cx="50000" cy="50000"/>
          </a:xfrm>
          <a:prstGeom prst="ellipse">
            <a:avLst/>
          </a:prstGeom>
          <a:solidFill>
            <a:srgbClr val="DC3D4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0160" y="3023984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9699" y="3113156"/>
            <a:ext cx="50000" cy="50000"/>
          </a:xfrm>
          <a:prstGeom prst="ellipse">
            <a:avLst/>
          </a:prstGeom>
          <a:solidFill>
            <a:srgbClr val="DC3D4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0160" y="306853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90160" y="304430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90160" y="307983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0160" y="311659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0160" y="312441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96939" y="3104050"/>
            <a:ext cx="50000" cy="50000"/>
          </a:xfrm>
          <a:prstGeom prst="ellipse">
            <a:avLst/>
          </a:prstGeom>
          <a:solidFill>
            <a:srgbClr val="A2556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90160" y="307429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0160" y="312827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90160" y="309314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90160" y="309094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90160" y="306022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0160" y="307453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MHC class II</a:t>
            </a:r>
          </a:p>
        </p:txBody>
      </p:sp>
      <p:sp>
        <p:nvSpPr>
          <p:cNvPr id="54" name="Oval 53"/>
          <p:cNvSpPr/>
          <p:nvPr/>
        </p:nvSpPr>
        <p:spPr>
          <a:xfrm>
            <a:off x="3827834" y="2336842"/>
            <a:ext cx="50000" cy="50000"/>
          </a:xfrm>
          <a:prstGeom prst="ellipse">
            <a:avLst/>
          </a:prstGeom>
          <a:solidFill>
            <a:srgbClr val="8C5E7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6196" y="2381137"/>
            <a:ext cx="50000" cy="50000"/>
          </a:xfrm>
          <a:prstGeom prst="ellipse">
            <a:avLst/>
          </a:prstGeom>
          <a:solidFill>
            <a:srgbClr val="88607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0097" y="2358128"/>
            <a:ext cx="50000" cy="50000"/>
          </a:xfrm>
          <a:prstGeom prst="ellipse">
            <a:avLst/>
          </a:prstGeom>
          <a:solidFill>
            <a:srgbClr val="CC435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839020" y="2318030"/>
            <a:ext cx="50000" cy="50000"/>
          </a:xfrm>
          <a:prstGeom prst="ellipse">
            <a:avLst/>
          </a:prstGeom>
          <a:solidFill>
            <a:srgbClr val="915C7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00094" y="2286891"/>
            <a:ext cx="50000" cy="50000"/>
          </a:xfrm>
          <a:prstGeom prst="ellipse">
            <a:avLst/>
          </a:prstGeom>
          <a:solidFill>
            <a:srgbClr val="81627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934159" y="2407701"/>
            <a:ext cx="50000" cy="50000"/>
          </a:xfrm>
          <a:prstGeom prst="ellipse">
            <a:avLst/>
          </a:prstGeom>
          <a:solidFill>
            <a:srgbClr val="B64C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95337" y="2285992"/>
            <a:ext cx="50000" cy="50000"/>
          </a:xfrm>
          <a:prstGeom prst="ellipse">
            <a:avLst/>
          </a:prstGeom>
          <a:solidFill>
            <a:srgbClr val="A7536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053431" y="2293367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56043" y="2318147"/>
            <a:ext cx="50000" cy="50000"/>
          </a:xfrm>
          <a:prstGeom prst="ellipse">
            <a:avLst/>
          </a:prstGeom>
          <a:solidFill>
            <a:srgbClr val="97597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910273" y="2340832"/>
            <a:ext cx="50000" cy="50000"/>
          </a:xfrm>
          <a:prstGeom prst="ellipse">
            <a:avLst/>
          </a:prstGeom>
          <a:solidFill>
            <a:srgbClr val="AD506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23421" y="2366218"/>
            <a:ext cx="50000" cy="50000"/>
          </a:xfrm>
          <a:prstGeom prst="ellipse">
            <a:avLst/>
          </a:prstGeom>
          <a:solidFill>
            <a:srgbClr val="8B5F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51510" y="2288445"/>
            <a:ext cx="50000" cy="50000"/>
          </a:xfrm>
          <a:prstGeom prst="ellipse">
            <a:avLst/>
          </a:prstGeom>
          <a:solidFill>
            <a:srgbClr val="965A7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45973" y="2266401"/>
            <a:ext cx="50000" cy="50000"/>
          </a:xfrm>
          <a:prstGeom prst="ellipse">
            <a:avLst/>
          </a:prstGeom>
          <a:solidFill>
            <a:srgbClr val="935B7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23421" y="2273364"/>
            <a:ext cx="50000" cy="50000"/>
          </a:xfrm>
          <a:prstGeom prst="ellipse">
            <a:avLst/>
          </a:prstGeom>
          <a:solidFill>
            <a:srgbClr val="8B5F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51414" y="2294718"/>
            <a:ext cx="50000" cy="50000"/>
          </a:xfrm>
          <a:prstGeom prst="ellipse">
            <a:avLst/>
          </a:prstGeom>
          <a:solidFill>
            <a:srgbClr val="6E6A8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8275" y="2336754"/>
            <a:ext cx="50000" cy="50000"/>
          </a:xfrm>
          <a:prstGeom prst="ellipse">
            <a:avLst/>
          </a:prstGeom>
          <a:solidFill>
            <a:srgbClr val="2E86A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783496" y="2405474"/>
            <a:ext cx="50000" cy="50000"/>
          </a:xfrm>
          <a:prstGeom prst="ellipse">
            <a:avLst/>
          </a:prstGeom>
          <a:solidFill>
            <a:srgbClr val="7B658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798954" y="2352635"/>
            <a:ext cx="50000" cy="50000"/>
          </a:xfrm>
          <a:prstGeom prst="ellipse">
            <a:avLst/>
          </a:prstGeom>
          <a:solidFill>
            <a:srgbClr val="81637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83597" y="2323626"/>
            <a:ext cx="50000" cy="50000"/>
          </a:xfrm>
          <a:prstGeom prst="ellipse">
            <a:avLst/>
          </a:prstGeom>
          <a:solidFill>
            <a:srgbClr val="53769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23421" y="2408987"/>
            <a:ext cx="50000" cy="50000"/>
          </a:xfrm>
          <a:prstGeom prst="ellipse">
            <a:avLst/>
          </a:prstGeom>
          <a:solidFill>
            <a:srgbClr val="8B5F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9810" y="2335097"/>
            <a:ext cx="50000" cy="50000"/>
          </a:xfrm>
          <a:prstGeom prst="ellipse">
            <a:avLst/>
          </a:prstGeom>
          <a:solidFill>
            <a:srgbClr val="5A739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44930" y="2333572"/>
            <a:ext cx="50000" cy="50000"/>
          </a:xfrm>
          <a:prstGeom prst="ellipse">
            <a:avLst/>
          </a:prstGeom>
          <a:solidFill>
            <a:srgbClr val="447C9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88254" y="2321889"/>
            <a:ext cx="50000" cy="50000"/>
          </a:xfrm>
          <a:prstGeom prst="ellipse">
            <a:avLst/>
          </a:prstGeom>
          <a:solidFill>
            <a:srgbClr val="A4546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66712" y="2404412"/>
            <a:ext cx="50000" cy="50000"/>
          </a:xfrm>
          <a:prstGeom prst="ellipse">
            <a:avLst/>
          </a:prstGeom>
          <a:solidFill>
            <a:srgbClr val="C347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819796" y="2381482"/>
            <a:ext cx="50000" cy="50000"/>
          </a:xfrm>
          <a:prstGeom prst="ellipse">
            <a:avLst/>
          </a:prstGeom>
          <a:solidFill>
            <a:srgbClr val="895F7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52115" y="2371595"/>
            <a:ext cx="50000" cy="50000"/>
          </a:xfrm>
          <a:prstGeom prst="ellipse">
            <a:avLst/>
          </a:prstGeom>
          <a:solidFill>
            <a:srgbClr val="6E6A8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5961" y="2403784"/>
            <a:ext cx="50000" cy="50000"/>
          </a:xfrm>
          <a:prstGeom prst="ellipse">
            <a:avLst/>
          </a:prstGeom>
          <a:solidFill>
            <a:srgbClr val="4C799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899778" y="2276097"/>
            <a:ext cx="50000" cy="50000"/>
          </a:xfrm>
          <a:prstGeom prst="ellipse">
            <a:avLst/>
          </a:prstGeom>
          <a:solidFill>
            <a:srgbClr val="A9526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59371" y="2374206"/>
            <a:ext cx="50000" cy="50000"/>
          </a:xfrm>
          <a:prstGeom prst="ellipse">
            <a:avLst/>
          </a:prstGeom>
          <a:solidFill>
            <a:srgbClr val="99597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19723" y="2338001"/>
            <a:ext cx="50000" cy="50000"/>
          </a:xfrm>
          <a:prstGeom prst="ellipse">
            <a:avLst/>
          </a:prstGeom>
          <a:solidFill>
            <a:srgbClr val="B14F6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707470" y="2363789"/>
            <a:ext cx="50000" cy="50000"/>
          </a:xfrm>
          <a:prstGeom prst="ellipse">
            <a:avLst/>
          </a:prstGeom>
          <a:solidFill>
            <a:srgbClr val="5D729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77595" y="2282939"/>
            <a:ext cx="50000" cy="50000"/>
          </a:xfrm>
          <a:prstGeom prst="ellipse">
            <a:avLst/>
          </a:prstGeom>
          <a:solidFill>
            <a:srgbClr val="C8455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71276" y="2294487"/>
            <a:ext cx="50000" cy="50000"/>
          </a:xfrm>
          <a:prstGeom prst="ellipse">
            <a:avLst/>
          </a:prstGeom>
          <a:solidFill>
            <a:srgbClr val="4E789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77959" y="2324641"/>
            <a:ext cx="50000" cy="50000"/>
          </a:xfrm>
          <a:prstGeom prst="ellipse">
            <a:avLst/>
          </a:prstGeom>
          <a:solidFill>
            <a:srgbClr val="79668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595069" y="2449154"/>
            <a:ext cx="50000" cy="50000"/>
          </a:xfrm>
          <a:prstGeom prst="ellipse">
            <a:avLst/>
          </a:prstGeom>
          <a:solidFill>
            <a:srgbClr val="3084A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Deletion fraction</a:t>
            </a:r>
          </a:p>
        </p:txBody>
      </p:sp>
      <p:sp>
        <p:nvSpPr>
          <p:cNvPr id="90" name="Oval 89"/>
          <p:cNvSpPr/>
          <p:nvPr/>
        </p:nvSpPr>
        <p:spPr>
          <a:xfrm>
            <a:off x="3981848" y="1618636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1848" y="1590912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97455" y="1576854"/>
            <a:ext cx="50000" cy="50000"/>
          </a:xfrm>
          <a:prstGeom prst="ellipse">
            <a:avLst/>
          </a:prstGeom>
          <a:solidFill>
            <a:srgbClr val="B24E6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1848" y="164804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026631" y="1540949"/>
            <a:ext cx="50000" cy="50000"/>
          </a:xfrm>
          <a:prstGeom prst="ellipse">
            <a:avLst/>
          </a:prstGeom>
          <a:solidFill>
            <a:srgbClr val="676E8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95701" y="1678875"/>
            <a:ext cx="50000" cy="50000"/>
          </a:xfrm>
          <a:prstGeom prst="ellipse">
            <a:avLst/>
          </a:prstGeom>
          <a:solidFill>
            <a:srgbClr val="B24E6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81848" y="164995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1848" y="1579879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1848" y="1618766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596280" y="1533032"/>
            <a:ext cx="50000" cy="50000"/>
          </a:xfrm>
          <a:prstGeom prst="ellipse">
            <a:avLst/>
          </a:prstGeom>
          <a:solidFill>
            <a:srgbClr val="2E86A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81848" y="161264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69164" y="1648711"/>
            <a:ext cx="50000" cy="50000"/>
          </a:xfrm>
          <a:prstGeom prst="ellipse">
            <a:avLst/>
          </a:prstGeom>
          <a:solidFill>
            <a:srgbClr val="C944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81848" y="163749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81848" y="166881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974574" y="1676998"/>
            <a:ext cx="50000" cy="50000"/>
          </a:xfrm>
          <a:prstGeom prst="ellipse">
            <a:avLst/>
          </a:prstGeom>
          <a:solidFill>
            <a:srgbClr val="E5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981848" y="159325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1848" y="159541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981848" y="156410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981848" y="1654040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981848" y="154678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30914" y="1633533"/>
            <a:ext cx="50000" cy="50000"/>
          </a:xfrm>
          <a:prstGeom prst="ellipse">
            <a:avLst/>
          </a:prstGeom>
          <a:solidFill>
            <a:srgbClr val="4D789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981848" y="1551817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95307" y="1639915"/>
            <a:ext cx="50000" cy="50000"/>
          </a:xfrm>
          <a:prstGeom prst="ellipse">
            <a:avLst/>
          </a:prstGeom>
          <a:solidFill>
            <a:srgbClr val="B24E6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981848" y="165320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75099" y="1609956"/>
            <a:ext cx="50000" cy="50000"/>
          </a:xfrm>
          <a:prstGeom prst="ellipse">
            <a:avLst/>
          </a:prstGeom>
          <a:solidFill>
            <a:srgbClr val="E5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81848" y="1575648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81848" y="1613853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981848" y="1646619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81848" y="1679787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981848" y="1682434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981848" y="1598856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034464" y="1577480"/>
            <a:ext cx="50000" cy="50000"/>
          </a:xfrm>
          <a:prstGeom prst="ellipse">
            <a:avLst/>
          </a:prstGeom>
          <a:solidFill>
            <a:srgbClr val="686D8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1848" y="162813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981848" y="1668075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981848" y="1582601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Arial"/>
              </a:rPr>
              <a:t>DSB repair</a:t>
            </a:r>
          </a:p>
        </p:txBody>
      </p:sp>
      <p:sp>
        <p:nvSpPr>
          <p:cNvPr id="126" name="Oval 125"/>
          <p:cNvSpPr/>
          <p:nvPr/>
        </p:nvSpPr>
        <p:spPr>
          <a:xfrm>
            <a:off x="3732790" y="945598"/>
            <a:ext cx="50000" cy="50000"/>
          </a:xfrm>
          <a:prstGeom prst="ellipse">
            <a:avLst/>
          </a:prstGeom>
          <a:solidFill>
            <a:srgbClr val="925C7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57635" y="920697"/>
            <a:ext cx="50000" cy="50000"/>
          </a:xfrm>
          <a:prstGeom prst="ellipse">
            <a:avLst/>
          </a:prstGeom>
          <a:solidFill>
            <a:srgbClr val="686D8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516456" y="862142"/>
            <a:ext cx="50000" cy="50000"/>
          </a:xfrm>
          <a:prstGeom prst="ellipse">
            <a:avLst/>
          </a:prstGeom>
          <a:solidFill>
            <a:srgbClr val="2E86A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116775" y="988161"/>
            <a:ext cx="50000" cy="50000"/>
          </a:xfrm>
          <a:prstGeom prst="ellipse">
            <a:avLst/>
          </a:prstGeom>
          <a:solidFill>
            <a:srgbClr val="61708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973847" y="872441"/>
            <a:ext cx="50000" cy="50000"/>
          </a:xfrm>
          <a:prstGeom prst="ellipse">
            <a:avLst/>
          </a:prstGeom>
          <a:solidFill>
            <a:srgbClr val="73698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19141" y="914928"/>
            <a:ext cx="50000" cy="50000"/>
          </a:xfrm>
          <a:prstGeom prst="ellipse">
            <a:avLst/>
          </a:prstGeom>
          <a:solidFill>
            <a:srgbClr val="53769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9182" y="884603"/>
            <a:ext cx="50000" cy="50000"/>
          </a:xfrm>
          <a:prstGeom prst="ellipse">
            <a:avLst/>
          </a:prstGeom>
          <a:solidFill>
            <a:srgbClr val="955A7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64182" y="892722"/>
            <a:ext cx="50000" cy="50000"/>
          </a:xfrm>
          <a:prstGeom prst="ellipse">
            <a:avLst/>
          </a:prstGeom>
          <a:solidFill>
            <a:srgbClr val="A7536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123516" y="880528"/>
            <a:ext cx="50000" cy="50000"/>
          </a:xfrm>
          <a:prstGeom prst="ellipse">
            <a:avLst/>
          </a:prstGeom>
          <a:solidFill>
            <a:srgbClr val="60718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898661" y="858931"/>
            <a:ext cx="50000" cy="50000"/>
          </a:xfrm>
          <a:prstGeom prst="ellipse">
            <a:avLst/>
          </a:prstGeom>
          <a:solidFill>
            <a:srgbClr val="7C647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898661" y="922685"/>
            <a:ext cx="50000" cy="50000"/>
          </a:xfrm>
          <a:prstGeom prst="ellipse">
            <a:avLst/>
          </a:prstGeom>
          <a:solidFill>
            <a:srgbClr val="7C647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19158" y="827031"/>
            <a:ext cx="50000" cy="50000"/>
          </a:xfrm>
          <a:prstGeom prst="ellipse">
            <a:avLst/>
          </a:prstGeom>
          <a:solidFill>
            <a:srgbClr val="87607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245767" y="857530"/>
            <a:ext cx="50000" cy="50000"/>
          </a:xfrm>
          <a:prstGeom prst="ellipse">
            <a:avLst/>
          </a:prstGeom>
          <a:solidFill>
            <a:srgbClr val="D0425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8104" y="852367"/>
            <a:ext cx="50000" cy="50000"/>
          </a:xfrm>
          <a:prstGeom prst="ellipse">
            <a:avLst/>
          </a:prstGeom>
          <a:solidFill>
            <a:srgbClr val="6D6B8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354353" y="838272"/>
            <a:ext cx="50000" cy="50000"/>
          </a:xfrm>
          <a:prstGeom prst="ellipse">
            <a:avLst/>
          </a:prstGeom>
          <a:solidFill>
            <a:srgbClr val="C24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61416" y="854831"/>
            <a:ext cx="50000" cy="50000"/>
          </a:xfrm>
          <a:prstGeom prst="ellipse">
            <a:avLst/>
          </a:prstGeom>
          <a:solidFill>
            <a:srgbClr val="C148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487101" y="852352"/>
            <a:ext cx="50000" cy="50000"/>
          </a:xfrm>
          <a:prstGeom prst="ellipse">
            <a:avLst/>
          </a:prstGeom>
          <a:solidFill>
            <a:srgbClr val="B14F6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51414" y="886082"/>
            <a:ext cx="50000" cy="50000"/>
          </a:xfrm>
          <a:prstGeom prst="ellipse">
            <a:avLst/>
          </a:prstGeom>
          <a:solidFill>
            <a:srgbClr val="CF42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075172" y="952022"/>
            <a:ext cx="50000" cy="50000"/>
          </a:xfrm>
          <a:prstGeom prst="ellipse">
            <a:avLst/>
          </a:prstGeom>
          <a:solidFill>
            <a:srgbClr val="E639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98661" y="895327"/>
            <a:ext cx="50000" cy="50000"/>
          </a:xfrm>
          <a:prstGeom prst="ellipse">
            <a:avLst/>
          </a:prstGeom>
          <a:solidFill>
            <a:srgbClr val="7C647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159859" y="923174"/>
            <a:ext cx="50000" cy="50000"/>
          </a:xfrm>
          <a:prstGeom prst="ellipse">
            <a:avLst/>
          </a:prstGeom>
          <a:solidFill>
            <a:srgbClr val="5B729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285045" y="951845"/>
            <a:ext cx="50000" cy="50000"/>
          </a:xfrm>
          <a:prstGeom prst="ellipse">
            <a:avLst/>
          </a:prstGeom>
          <a:solidFill>
            <a:srgbClr val="CB44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654772" y="878056"/>
            <a:ext cx="50000" cy="50000"/>
          </a:xfrm>
          <a:prstGeom prst="ellipse">
            <a:avLst/>
          </a:prstGeom>
          <a:solidFill>
            <a:srgbClr val="9C57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1619" y="914354"/>
            <a:ext cx="50000" cy="50000"/>
          </a:xfrm>
          <a:prstGeom prst="ellipse">
            <a:avLst/>
          </a:prstGeom>
          <a:solidFill>
            <a:srgbClr val="4A799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60733" y="934599"/>
            <a:ext cx="50000" cy="50000"/>
          </a:xfrm>
          <a:prstGeom prst="ellipse">
            <a:avLst/>
          </a:prstGeom>
          <a:solidFill>
            <a:srgbClr val="9B586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97643" y="935178"/>
            <a:ext cx="50000" cy="50000"/>
          </a:xfrm>
          <a:prstGeom prst="ellipse">
            <a:avLst/>
          </a:prstGeom>
          <a:solidFill>
            <a:srgbClr val="636F8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89300" y="877618"/>
            <a:ext cx="50000" cy="50000"/>
          </a:xfrm>
          <a:prstGeom prst="ellipse">
            <a:avLst/>
          </a:prstGeom>
          <a:solidFill>
            <a:srgbClr val="57749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084320" y="873657"/>
            <a:ext cx="50000" cy="50000"/>
          </a:xfrm>
          <a:prstGeom prst="ellipse">
            <a:avLst/>
          </a:prstGeom>
          <a:solidFill>
            <a:srgbClr val="656E8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279365" y="831355"/>
            <a:ext cx="50000" cy="50000"/>
          </a:xfrm>
          <a:prstGeom prst="ellipse">
            <a:avLst/>
          </a:prstGeom>
          <a:solidFill>
            <a:srgbClr val="4C799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40181" y="890010"/>
            <a:ext cx="50000" cy="50000"/>
          </a:xfrm>
          <a:prstGeom prst="ellipse">
            <a:avLst/>
          </a:prstGeom>
          <a:solidFill>
            <a:srgbClr val="51779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52679" y="843672"/>
            <a:ext cx="50000" cy="50000"/>
          </a:xfrm>
          <a:prstGeom prst="ellipse">
            <a:avLst/>
          </a:prstGeom>
          <a:solidFill>
            <a:srgbClr val="696D8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152627" y="827852"/>
            <a:ext cx="50000" cy="50000"/>
          </a:xfrm>
          <a:prstGeom prst="ellipse">
            <a:avLst/>
          </a:prstGeom>
          <a:solidFill>
            <a:srgbClr val="5C729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764250" y="838917"/>
            <a:ext cx="50000" cy="50000"/>
          </a:xfrm>
          <a:prstGeom prst="ellipse">
            <a:avLst/>
          </a:prstGeom>
          <a:solidFill>
            <a:srgbClr val="8E5D7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165107" y="993216"/>
            <a:ext cx="50000" cy="50000"/>
          </a:xfrm>
          <a:prstGeom prst="ellipse">
            <a:avLst/>
          </a:prstGeom>
          <a:solidFill>
            <a:srgbClr val="DA3D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42291" y="835471"/>
            <a:ext cx="50000" cy="50000"/>
          </a:xfrm>
          <a:prstGeom prst="ellipse">
            <a:avLst/>
          </a:prstGeom>
          <a:solidFill>
            <a:srgbClr val="DD3C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108960" y="3822192"/>
            <a:ext cx="42005" cy="914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148965" y="3822192"/>
            <a:ext cx="42005" cy="91440"/>
          </a:xfrm>
          <a:prstGeom prst="rect">
            <a:avLst/>
          </a:prstGeom>
          <a:solidFill>
            <a:srgbClr val="E03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188970" y="3822192"/>
            <a:ext cx="42005" cy="91440"/>
          </a:xfrm>
          <a:prstGeom prst="rect">
            <a:avLst/>
          </a:prstGeom>
          <a:solidFill>
            <a:srgbClr val="DA3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28975" y="3822192"/>
            <a:ext cx="42005" cy="91440"/>
          </a:xfrm>
          <a:prstGeom prst="rect">
            <a:avLst/>
          </a:prstGeom>
          <a:solidFill>
            <a:srgbClr val="D44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68980" y="3822192"/>
            <a:ext cx="42005" cy="91440"/>
          </a:xfrm>
          <a:prstGeom prst="rect">
            <a:avLst/>
          </a:prstGeom>
          <a:solidFill>
            <a:srgbClr val="CE4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308985" y="3822192"/>
            <a:ext cx="42005" cy="91440"/>
          </a:xfrm>
          <a:prstGeom prst="rect">
            <a:avLst/>
          </a:prstGeom>
          <a:solidFill>
            <a:srgbClr val="C84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348990" y="3822192"/>
            <a:ext cx="42005" cy="91440"/>
          </a:xfrm>
          <a:prstGeom prst="rect">
            <a:avLst/>
          </a:prstGeom>
          <a:solidFill>
            <a:srgbClr val="C24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388995" y="3822192"/>
            <a:ext cx="42005" cy="91440"/>
          </a:xfrm>
          <a:prstGeom prst="rect">
            <a:avLst/>
          </a:prstGeom>
          <a:solidFill>
            <a:srgbClr val="BC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429000" y="3822192"/>
            <a:ext cx="42005" cy="91440"/>
          </a:xfrm>
          <a:prstGeom prst="rect">
            <a:avLst/>
          </a:prstGeom>
          <a:solidFill>
            <a:srgbClr val="B64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469005" y="3822192"/>
            <a:ext cx="42005" cy="91440"/>
          </a:xfrm>
          <a:prstGeom prst="rect">
            <a:avLst/>
          </a:prstGeom>
          <a:solidFill>
            <a:srgbClr val="B0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509010" y="3822192"/>
            <a:ext cx="42005" cy="91440"/>
          </a:xfrm>
          <a:prstGeom prst="rect">
            <a:avLst/>
          </a:prstGeom>
          <a:solidFill>
            <a:srgbClr val="AA5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9015" y="3822192"/>
            <a:ext cx="42005" cy="91440"/>
          </a:xfrm>
          <a:prstGeom prst="rect">
            <a:avLst/>
          </a:prstGeom>
          <a:solidFill>
            <a:srgbClr val="A45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89020" y="3822192"/>
            <a:ext cx="42005" cy="91440"/>
          </a:xfrm>
          <a:prstGeom prst="rect">
            <a:avLst/>
          </a:prstGeom>
          <a:solidFill>
            <a:srgbClr val="9E5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29025" y="3822192"/>
            <a:ext cx="42005" cy="91440"/>
          </a:xfrm>
          <a:prstGeom prst="rect">
            <a:avLst/>
          </a:prstGeom>
          <a:solidFill>
            <a:srgbClr val="9859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69030" y="3822192"/>
            <a:ext cx="42005" cy="91440"/>
          </a:xfrm>
          <a:prstGeom prst="rect">
            <a:avLst/>
          </a:prstGeom>
          <a:solidFill>
            <a:srgbClr val="925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35" y="3822192"/>
            <a:ext cx="42005" cy="91440"/>
          </a:xfrm>
          <a:prstGeom prst="rect">
            <a:avLst/>
          </a:prstGeom>
          <a:solidFill>
            <a:srgbClr val="8C5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749040" y="3822192"/>
            <a:ext cx="42005" cy="91440"/>
          </a:xfrm>
          <a:prstGeom prst="rect">
            <a:avLst/>
          </a:prstGeom>
          <a:solidFill>
            <a:srgbClr val="87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789045" y="3822192"/>
            <a:ext cx="42005" cy="91440"/>
          </a:xfrm>
          <a:prstGeom prst="rect">
            <a:avLst/>
          </a:prstGeom>
          <a:solidFill>
            <a:srgbClr val="816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829050" y="3822192"/>
            <a:ext cx="42005" cy="91440"/>
          </a:xfrm>
          <a:prstGeom prst="rect">
            <a:avLst/>
          </a:prstGeom>
          <a:solidFill>
            <a:srgbClr val="7B6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869055" y="3822192"/>
            <a:ext cx="42005" cy="91440"/>
          </a:xfrm>
          <a:prstGeom prst="rect">
            <a:avLst/>
          </a:prstGeom>
          <a:solidFill>
            <a:srgbClr val="7568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909060" y="3822192"/>
            <a:ext cx="42005" cy="91440"/>
          </a:xfrm>
          <a:prstGeom prst="rect">
            <a:avLst/>
          </a:prstGeom>
          <a:solidFill>
            <a:srgbClr val="6F6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949065" y="3822192"/>
            <a:ext cx="42005" cy="91440"/>
          </a:xfrm>
          <a:prstGeom prst="rect">
            <a:avLst/>
          </a:prstGeom>
          <a:solidFill>
            <a:srgbClr val="696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989070" y="3822192"/>
            <a:ext cx="42005" cy="91440"/>
          </a:xfrm>
          <a:prstGeom prst="rect">
            <a:avLst/>
          </a:prstGeom>
          <a:solidFill>
            <a:srgbClr val="636F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9075" y="3822192"/>
            <a:ext cx="42005" cy="91440"/>
          </a:xfrm>
          <a:prstGeom prst="rect">
            <a:avLst/>
          </a:prstGeom>
          <a:solidFill>
            <a:srgbClr val="5D72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069080" y="3822192"/>
            <a:ext cx="42005" cy="91440"/>
          </a:xfrm>
          <a:prstGeom prst="rect">
            <a:avLst/>
          </a:prstGeom>
          <a:solidFill>
            <a:srgbClr val="577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09085" y="3822192"/>
            <a:ext cx="42005" cy="91440"/>
          </a:xfrm>
          <a:prstGeom prst="rect">
            <a:avLst/>
          </a:prstGeom>
          <a:solidFill>
            <a:srgbClr val="5177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49090" y="3822192"/>
            <a:ext cx="42005" cy="91440"/>
          </a:xfrm>
          <a:prstGeom prst="rect">
            <a:avLst/>
          </a:prstGeom>
          <a:solidFill>
            <a:srgbClr val="4B7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89095" y="3822192"/>
            <a:ext cx="42005" cy="91440"/>
          </a:xfrm>
          <a:prstGeom prst="rect">
            <a:avLst/>
          </a:prstGeom>
          <a:solidFill>
            <a:srgbClr val="45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29100" y="3822192"/>
            <a:ext cx="42005" cy="91440"/>
          </a:xfrm>
          <a:prstGeom prst="rect">
            <a:avLst/>
          </a:prstGeom>
          <a:solidFill>
            <a:srgbClr val="3F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269105" y="3822192"/>
            <a:ext cx="42005" cy="91440"/>
          </a:xfrm>
          <a:prstGeom prst="rect">
            <a:avLst/>
          </a:prstGeom>
          <a:solidFill>
            <a:srgbClr val="3981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309110" y="3822192"/>
            <a:ext cx="42005" cy="91440"/>
          </a:xfrm>
          <a:prstGeom prst="rect">
            <a:avLst/>
          </a:prstGeom>
          <a:solidFill>
            <a:srgbClr val="33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349115" y="3822192"/>
            <a:ext cx="42005" cy="914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2788920" y="38021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434840" y="38021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286000" y="393192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feature 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Subjects, ordered by predicted probability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2011680"/>
            <a:ext cx="4206240" cy="0"/>
          </a:xfrm>
          <a:prstGeom prst="line">
            <a:avLst/>
          </a:prstGeom>
          <a:ln w="762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40640" y="19202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0.5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216" y="2758576"/>
            <a:ext cx="98546" cy="716144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5394" y="2753829"/>
            <a:ext cx="98546" cy="720891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5572" y="2621041"/>
            <a:ext cx="98546" cy="853679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05929" y="2588353"/>
            <a:ext cx="98546" cy="886367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26107" y="2553215"/>
            <a:ext cx="98546" cy="921505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66464" y="2475021"/>
            <a:ext cx="98546" cy="999699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86642" y="2417458"/>
            <a:ext cx="98546" cy="1057262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67355" y="2077451"/>
            <a:ext cx="98546" cy="1397269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48068" y="1904546"/>
            <a:ext cx="98546" cy="1570174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8603" y="1848709"/>
            <a:ext cx="98546" cy="1626011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69138" y="1720764"/>
            <a:ext cx="98546" cy="1753956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89316" y="1702302"/>
            <a:ext cx="98546" cy="1772418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9495" y="1693599"/>
            <a:ext cx="98546" cy="1781121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29673" y="1637866"/>
            <a:ext cx="98546" cy="1836854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70029" y="1573876"/>
            <a:ext cx="98546" cy="1900844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0208" y="1527756"/>
            <a:ext cx="98546" cy="1946964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10386" y="1442514"/>
            <a:ext cx="98546" cy="2032206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30564" y="1412949"/>
            <a:ext cx="98546" cy="2061771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solidFill>
            <a:srgbClr val="E639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70921" y="1233174"/>
            <a:ext cx="98546" cy="2241546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91099" y="1217942"/>
            <a:ext cx="98546" cy="2256778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11277" y="1161735"/>
            <a:ext cx="98546" cy="2312985"/>
          </a:xfrm>
          <a:prstGeom prst="rect">
            <a:avLst/>
          </a:prstGeom>
          <a:solidFill>
            <a:srgbClr val="2E86A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24128" y="594360"/>
            <a:ext cx="14630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07008" y="58436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true label: good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87168" y="594360"/>
            <a:ext cx="146304" cy="12801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51760" y="58436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true label: 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