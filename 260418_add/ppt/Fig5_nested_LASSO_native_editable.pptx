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5943600" cy="4114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502920"/>
            <a:ext cx="94488" cy="9448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3168" y="502920"/>
            <a:ext cx="94488" cy="9448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7656" y="502920"/>
            <a:ext cx="94488" cy="94488"/>
          </a:xfrm>
          <a:prstGeom prst="rect">
            <a:avLst/>
          </a:prstGeom>
          <a:solidFill>
            <a:srgbClr val="C6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2144" y="502920"/>
            <a:ext cx="94488" cy="94488"/>
          </a:xfrm>
          <a:prstGeom prst="rect">
            <a:avLst/>
          </a:prstGeom>
          <a:solidFill>
            <a:srgbClr val="E4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46632" y="502920"/>
            <a:ext cx="94488" cy="94488"/>
          </a:xfrm>
          <a:prstGeom prst="rect">
            <a:avLst/>
          </a:prstGeom>
          <a:solidFill>
            <a:srgbClr val="C3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41120" y="502920"/>
            <a:ext cx="94488" cy="94488"/>
          </a:xfrm>
          <a:prstGeom prst="rect">
            <a:avLst/>
          </a:prstGeom>
          <a:solidFill>
            <a:srgbClr val="DF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35608" y="502920"/>
            <a:ext cx="94488" cy="94488"/>
          </a:xfrm>
          <a:prstGeom prst="rect">
            <a:avLst/>
          </a:prstGeom>
          <a:solidFill>
            <a:srgbClr val="FD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30096" y="502920"/>
            <a:ext cx="94488" cy="94488"/>
          </a:xfrm>
          <a:prstGeom prst="rect">
            <a:avLst/>
          </a:prstGeom>
          <a:solidFill>
            <a:srgbClr val="CD5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24584" y="502920"/>
            <a:ext cx="94488" cy="94488"/>
          </a:xfrm>
          <a:prstGeom prst="rect">
            <a:avLst/>
          </a:prstGeom>
          <a:solidFill>
            <a:srgbClr val="F3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9072" y="502920"/>
            <a:ext cx="94488" cy="94488"/>
          </a:xfrm>
          <a:prstGeom prst="rect">
            <a:avLst/>
          </a:prstGeom>
          <a:solidFill>
            <a:srgbClr val="FD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13560" y="502920"/>
            <a:ext cx="94488" cy="94488"/>
          </a:xfrm>
          <a:prstGeom prst="rect">
            <a:avLst/>
          </a:prstGeom>
          <a:solidFill>
            <a:srgbClr val="FB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08048" y="502920"/>
            <a:ext cx="94488" cy="94488"/>
          </a:xfrm>
          <a:prstGeom prst="rect">
            <a:avLst/>
          </a:prstGeom>
          <a:solidFill>
            <a:srgbClr val="FA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02536" y="502920"/>
            <a:ext cx="94488" cy="94488"/>
          </a:xfrm>
          <a:prstGeom prst="rect">
            <a:avLst/>
          </a:prstGeom>
          <a:solidFill>
            <a:srgbClr val="F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97024" y="502920"/>
            <a:ext cx="94488" cy="94488"/>
          </a:xfrm>
          <a:prstGeom prst="rect">
            <a:avLst/>
          </a:prstGeom>
          <a:solidFill>
            <a:srgbClr val="F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91512" y="502920"/>
            <a:ext cx="94488" cy="94488"/>
          </a:xfrm>
          <a:prstGeom prst="rect">
            <a:avLst/>
          </a:prstGeom>
          <a:solidFill>
            <a:srgbClr val="F4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502920"/>
            <a:ext cx="94488" cy="94488"/>
          </a:xfrm>
          <a:prstGeom prst="rect">
            <a:avLst/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0488" y="502920"/>
            <a:ext cx="94488" cy="94488"/>
          </a:xfrm>
          <a:prstGeom prst="rect">
            <a:avLst/>
          </a:prstGeom>
          <a:solidFill>
            <a:srgbClr val="E3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74976" y="502920"/>
            <a:ext cx="94488" cy="94488"/>
          </a:xfrm>
          <a:prstGeom prst="rect">
            <a:avLst/>
          </a:prstGeom>
          <a:solidFill>
            <a:srgbClr val="E9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69464" y="502920"/>
            <a:ext cx="94488" cy="94488"/>
          </a:xfrm>
          <a:prstGeom prst="rect">
            <a:avLst/>
          </a:prstGeom>
          <a:solidFill>
            <a:srgbClr val="CC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63952" y="502920"/>
            <a:ext cx="94488" cy="94488"/>
          </a:xfrm>
          <a:prstGeom prst="rect">
            <a:avLst/>
          </a:prstGeom>
          <a:solidFill>
            <a:srgbClr val="CC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58440" y="502920"/>
            <a:ext cx="94488" cy="94488"/>
          </a:xfrm>
          <a:prstGeom prst="rect">
            <a:avLst/>
          </a:prstGeom>
          <a:solidFill>
            <a:srgbClr val="C3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52928" y="502920"/>
            <a:ext cx="94488" cy="94488"/>
          </a:xfrm>
          <a:prstGeom prst="rect">
            <a:avLst/>
          </a:prstGeom>
          <a:solidFill>
            <a:srgbClr val="C0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47416" y="502920"/>
            <a:ext cx="94488" cy="94488"/>
          </a:xfrm>
          <a:prstGeom prst="rect">
            <a:avLst/>
          </a:prstGeom>
          <a:solidFill>
            <a:srgbClr val="BF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1904" y="502920"/>
            <a:ext cx="94488" cy="94488"/>
          </a:xfrm>
          <a:prstGeom prst="rect">
            <a:avLst/>
          </a:prstGeom>
          <a:solidFill>
            <a:srgbClr val="B8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36392" y="502920"/>
            <a:ext cx="94488" cy="94488"/>
          </a:xfrm>
          <a:prstGeom prst="rect">
            <a:avLst/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30880" y="502920"/>
            <a:ext cx="94488" cy="94488"/>
          </a:xfrm>
          <a:prstGeom prst="rect">
            <a:avLst/>
          </a:prstGeom>
          <a:solidFill>
            <a:srgbClr val="FA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25368" y="502920"/>
            <a:ext cx="94488" cy="94488"/>
          </a:xfrm>
          <a:prstGeom prst="rect">
            <a:avLst/>
          </a:prstGeom>
          <a:solidFill>
            <a:srgbClr val="FC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19856" y="502920"/>
            <a:ext cx="94488" cy="94488"/>
          </a:xfrm>
          <a:prstGeom prst="rect">
            <a:avLst/>
          </a:prstGeom>
          <a:solidFill>
            <a:srgbClr val="FE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14344" y="502920"/>
            <a:ext cx="94488" cy="94488"/>
          </a:xfrm>
          <a:prstGeom prst="rect">
            <a:avLst/>
          </a:prstGeom>
          <a:solidFill>
            <a:srgbClr val="FA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08832" y="502920"/>
            <a:ext cx="94488" cy="94488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8680" y="597408"/>
            <a:ext cx="94488" cy="9448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3168" y="597408"/>
            <a:ext cx="94488" cy="9448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57656" y="597408"/>
            <a:ext cx="94488" cy="94488"/>
          </a:xfrm>
          <a:prstGeom prst="rect">
            <a:avLst/>
          </a:prstGeom>
          <a:solidFill>
            <a:srgbClr val="C6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52144" y="597408"/>
            <a:ext cx="94488" cy="94488"/>
          </a:xfrm>
          <a:prstGeom prst="rect">
            <a:avLst/>
          </a:prstGeom>
          <a:solidFill>
            <a:srgbClr val="E4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46632" y="597408"/>
            <a:ext cx="94488" cy="94488"/>
          </a:xfrm>
          <a:prstGeom prst="rect">
            <a:avLst/>
          </a:prstGeom>
          <a:solidFill>
            <a:srgbClr val="C3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41120" y="597408"/>
            <a:ext cx="94488" cy="94488"/>
          </a:xfrm>
          <a:prstGeom prst="rect">
            <a:avLst/>
          </a:prstGeom>
          <a:solidFill>
            <a:srgbClr val="DF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435608" y="597408"/>
            <a:ext cx="94488" cy="94488"/>
          </a:xfrm>
          <a:prstGeom prst="rect">
            <a:avLst/>
          </a:prstGeom>
          <a:solidFill>
            <a:srgbClr val="FD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530096" y="597408"/>
            <a:ext cx="94488" cy="94488"/>
          </a:xfrm>
          <a:prstGeom prst="rect">
            <a:avLst/>
          </a:prstGeom>
          <a:solidFill>
            <a:srgbClr val="CD5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624584" y="597408"/>
            <a:ext cx="94488" cy="94488"/>
          </a:xfrm>
          <a:prstGeom prst="rect">
            <a:avLst/>
          </a:prstGeom>
          <a:solidFill>
            <a:srgbClr val="F3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719072" y="597408"/>
            <a:ext cx="94488" cy="94488"/>
          </a:xfrm>
          <a:prstGeom prst="rect">
            <a:avLst/>
          </a:prstGeom>
          <a:solidFill>
            <a:srgbClr val="FD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813560" y="597408"/>
            <a:ext cx="94488" cy="94488"/>
          </a:xfrm>
          <a:prstGeom prst="rect">
            <a:avLst/>
          </a:prstGeom>
          <a:solidFill>
            <a:srgbClr val="FB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908048" y="597408"/>
            <a:ext cx="94488" cy="94488"/>
          </a:xfrm>
          <a:prstGeom prst="rect">
            <a:avLst/>
          </a:prstGeom>
          <a:solidFill>
            <a:srgbClr val="FA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02536" y="597408"/>
            <a:ext cx="94488" cy="94488"/>
          </a:xfrm>
          <a:prstGeom prst="rect">
            <a:avLst/>
          </a:prstGeom>
          <a:solidFill>
            <a:srgbClr val="F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097024" y="597408"/>
            <a:ext cx="94488" cy="94488"/>
          </a:xfrm>
          <a:prstGeom prst="rect">
            <a:avLst/>
          </a:prstGeom>
          <a:solidFill>
            <a:srgbClr val="F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191512" y="597408"/>
            <a:ext cx="94488" cy="94488"/>
          </a:xfrm>
          <a:prstGeom prst="rect">
            <a:avLst/>
          </a:prstGeom>
          <a:solidFill>
            <a:srgbClr val="F4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286000" y="597408"/>
            <a:ext cx="94488" cy="94488"/>
          </a:xfrm>
          <a:prstGeom prst="rect">
            <a:avLst/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380488" y="597408"/>
            <a:ext cx="94488" cy="94488"/>
          </a:xfrm>
          <a:prstGeom prst="rect">
            <a:avLst/>
          </a:prstGeom>
          <a:solidFill>
            <a:srgbClr val="E3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474976" y="597408"/>
            <a:ext cx="94488" cy="94488"/>
          </a:xfrm>
          <a:prstGeom prst="rect">
            <a:avLst/>
          </a:prstGeom>
          <a:solidFill>
            <a:srgbClr val="E9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569464" y="597408"/>
            <a:ext cx="94488" cy="94488"/>
          </a:xfrm>
          <a:prstGeom prst="rect">
            <a:avLst/>
          </a:prstGeom>
          <a:solidFill>
            <a:srgbClr val="CC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663952" y="597408"/>
            <a:ext cx="94488" cy="94488"/>
          </a:xfrm>
          <a:prstGeom prst="rect">
            <a:avLst/>
          </a:prstGeom>
          <a:solidFill>
            <a:srgbClr val="CC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758440" y="597408"/>
            <a:ext cx="94488" cy="94488"/>
          </a:xfrm>
          <a:prstGeom prst="rect">
            <a:avLst/>
          </a:prstGeom>
          <a:solidFill>
            <a:srgbClr val="C3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852928" y="597408"/>
            <a:ext cx="94488" cy="94488"/>
          </a:xfrm>
          <a:prstGeom prst="rect">
            <a:avLst/>
          </a:prstGeom>
          <a:solidFill>
            <a:srgbClr val="C0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947416" y="597408"/>
            <a:ext cx="94488" cy="94488"/>
          </a:xfrm>
          <a:prstGeom prst="rect">
            <a:avLst/>
          </a:prstGeom>
          <a:solidFill>
            <a:srgbClr val="BF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041904" y="597408"/>
            <a:ext cx="94488" cy="94488"/>
          </a:xfrm>
          <a:prstGeom prst="rect">
            <a:avLst/>
          </a:prstGeom>
          <a:solidFill>
            <a:srgbClr val="B8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136392" y="597408"/>
            <a:ext cx="94488" cy="94488"/>
          </a:xfrm>
          <a:prstGeom prst="rect">
            <a:avLst/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230880" y="597408"/>
            <a:ext cx="94488" cy="94488"/>
          </a:xfrm>
          <a:prstGeom prst="rect">
            <a:avLst/>
          </a:prstGeom>
          <a:solidFill>
            <a:srgbClr val="FA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325368" y="597408"/>
            <a:ext cx="94488" cy="94488"/>
          </a:xfrm>
          <a:prstGeom prst="rect">
            <a:avLst/>
          </a:prstGeom>
          <a:solidFill>
            <a:srgbClr val="FC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419856" y="597408"/>
            <a:ext cx="94488" cy="94488"/>
          </a:xfrm>
          <a:prstGeom prst="rect">
            <a:avLst/>
          </a:prstGeom>
          <a:solidFill>
            <a:srgbClr val="FE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514344" y="597408"/>
            <a:ext cx="94488" cy="94488"/>
          </a:xfrm>
          <a:prstGeom prst="rect">
            <a:avLst/>
          </a:prstGeom>
          <a:solidFill>
            <a:srgbClr val="FA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608832" y="597408"/>
            <a:ext cx="94488" cy="94488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68680" y="691896"/>
            <a:ext cx="94488" cy="94488"/>
          </a:xfrm>
          <a:prstGeom prst="rect">
            <a:avLst/>
          </a:prstGeom>
          <a:solidFill>
            <a:srgbClr val="C6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63168" y="691896"/>
            <a:ext cx="94488" cy="94488"/>
          </a:xfrm>
          <a:prstGeom prst="rect">
            <a:avLst/>
          </a:prstGeom>
          <a:solidFill>
            <a:srgbClr val="C6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57656" y="691896"/>
            <a:ext cx="94488" cy="9448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52144" y="691896"/>
            <a:ext cx="94488" cy="94488"/>
          </a:xfrm>
          <a:prstGeom prst="rect">
            <a:avLst/>
          </a:prstGeom>
          <a:solidFill>
            <a:srgbClr val="E9B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246632" y="691896"/>
            <a:ext cx="94488" cy="94488"/>
          </a:xfrm>
          <a:prstGeom prst="rect">
            <a:avLst/>
          </a:prstGeom>
          <a:solidFill>
            <a:srgbClr val="D06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341120" y="691896"/>
            <a:ext cx="94488" cy="94488"/>
          </a:xfrm>
          <a:prstGeom prst="rect">
            <a:avLst/>
          </a:prstGeom>
          <a:solidFill>
            <a:srgbClr val="E1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435608" y="691896"/>
            <a:ext cx="94488" cy="94488"/>
          </a:xfrm>
          <a:prstGeom prst="rect">
            <a:avLst/>
          </a:prstGeom>
          <a:solidFill>
            <a:srgbClr val="FB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530096" y="691896"/>
            <a:ext cx="94488" cy="94488"/>
          </a:xfrm>
          <a:prstGeom prst="rect">
            <a:avLst/>
          </a:prstGeom>
          <a:solidFill>
            <a:srgbClr val="E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624584" y="691896"/>
            <a:ext cx="94488" cy="94488"/>
          </a:xfrm>
          <a:prstGeom prst="rect">
            <a:avLst/>
          </a:prstGeom>
          <a:solidFill>
            <a:srgbClr val="A4C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719072" y="691896"/>
            <a:ext cx="94488" cy="94488"/>
          </a:xfrm>
          <a:prstGeom prst="rect">
            <a:avLst/>
          </a:prstGeom>
          <a:solidFill>
            <a:srgbClr val="87B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813560" y="691896"/>
            <a:ext cx="94488" cy="94488"/>
          </a:xfrm>
          <a:prstGeom prst="rect">
            <a:avLst/>
          </a:prstGeom>
          <a:solidFill>
            <a:srgbClr val="F7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908048" y="691896"/>
            <a:ext cx="94488" cy="94488"/>
          </a:xfrm>
          <a:prstGeom prst="rect">
            <a:avLst/>
          </a:prstGeom>
          <a:solidFill>
            <a:srgbClr val="FD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002536" y="691896"/>
            <a:ext cx="94488" cy="94488"/>
          </a:xfrm>
          <a:prstGeom prst="rect">
            <a:avLst/>
          </a:prstGeom>
          <a:solidFill>
            <a:srgbClr val="74B5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097024" y="691896"/>
            <a:ext cx="94488" cy="94488"/>
          </a:xfrm>
          <a:prstGeom prst="rect">
            <a:avLst/>
          </a:prstGeom>
          <a:solidFill>
            <a:srgbClr val="C4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191512" y="691896"/>
            <a:ext cx="94488" cy="94488"/>
          </a:xfrm>
          <a:prstGeom prst="rect">
            <a:avLst/>
          </a:prstGeom>
          <a:solidFill>
            <a:srgbClr val="B3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286000" y="691896"/>
            <a:ext cx="94488" cy="94488"/>
          </a:xfrm>
          <a:prstGeom prst="rect">
            <a:avLst/>
          </a:prstGeom>
          <a:solidFill>
            <a:srgbClr val="B7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380488" y="691896"/>
            <a:ext cx="94488" cy="94488"/>
          </a:xfrm>
          <a:prstGeom prst="rect">
            <a:avLst/>
          </a:prstGeom>
          <a:solidFill>
            <a:srgbClr val="F0CD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474976" y="691896"/>
            <a:ext cx="94488" cy="94488"/>
          </a:xfrm>
          <a:prstGeom prst="rect">
            <a:avLst/>
          </a:prstGeom>
          <a:solidFill>
            <a:srgbClr val="F7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569464" y="691896"/>
            <a:ext cx="94488" cy="94488"/>
          </a:xfrm>
          <a:prstGeom prst="rect">
            <a:avLst/>
          </a:prstGeom>
          <a:solidFill>
            <a:srgbClr val="E29F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663952" y="691896"/>
            <a:ext cx="94488" cy="94488"/>
          </a:xfrm>
          <a:prstGeom prst="rect">
            <a:avLst/>
          </a:prstGeom>
          <a:solidFill>
            <a:srgbClr val="E4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758440" y="691896"/>
            <a:ext cx="94488" cy="94488"/>
          </a:xfrm>
          <a:prstGeom prst="rect">
            <a:avLst/>
          </a:prstGeom>
          <a:solidFill>
            <a:srgbClr val="E29F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852928" y="691896"/>
            <a:ext cx="94488" cy="94488"/>
          </a:xfrm>
          <a:prstGeom prst="rect">
            <a:avLst/>
          </a:prstGeom>
          <a:solidFill>
            <a:srgbClr val="E5AA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947416" y="691896"/>
            <a:ext cx="94488" cy="94488"/>
          </a:xfrm>
          <a:prstGeom prst="rect">
            <a:avLst/>
          </a:prstGeom>
          <a:solidFill>
            <a:srgbClr val="E7B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041904" y="691896"/>
            <a:ext cx="94488" cy="94488"/>
          </a:xfrm>
          <a:prstGeom prst="rect">
            <a:avLst/>
          </a:prstGeom>
          <a:solidFill>
            <a:srgbClr val="EAB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136392" y="691896"/>
            <a:ext cx="94488" cy="94488"/>
          </a:xfrm>
          <a:prstGeom prst="rect">
            <a:avLst/>
          </a:prstGeom>
          <a:solidFill>
            <a:srgbClr val="ACD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230880" y="691896"/>
            <a:ext cx="94488" cy="94488"/>
          </a:xfrm>
          <a:prstGeom prst="rect">
            <a:avLst/>
          </a:prstGeom>
          <a:solidFill>
            <a:srgbClr val="74B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325368" y="691896"/>
            <a:ext cx="94488" cy="94488"/>
          </a:xfrm>
          <a:prstGeom prst="rect">
            <a:avLst/>
          </a:prstGeom>
          <a:solidFill>
            <a:srgbClr val="B3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419856" y="691896"/>
            <a:ext cx="94488" cy="94488"/>
          </a:xfrm>
          <a:prstGeom prst="rect">
            <a:avLst/>
          </a:prstGeom>
          <a:solidFill>
            <a:srgbClr val="B7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514344" y="691896"/>
            <a:ext cx="94488" cy="94488"/>
          </a:xfrm>
          <a:prstGeom prst="rect">
            <a:avLst/>
          </a:prstGeom>
          <a:solidFill>
            <a:srgbClr val="83B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608832" y="691896"/>
            <a:ext cx="94488" cy="94488"/>
          </a:xfrm>
          <a:prstGeom prst="rect">
            <a:avLst/>
          </a:prstGeom>
          <a:solidFill>
            <a:srgbClr val="93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68680" y="786384"/>
            <a:ext cx="94488" cy="94488"/>
          </a:xfrm>
          <a:prstGeom prst="rect">
            <a:avLst/>
          </a:prstGeom>
          <a:solidFill>
            <a:srgbClr val="E4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63168" y="786384"/>
            <a:ext cx="94488" cy="94488"/>
          </a:xfrm>
          <a:prstGeom prst="rect">
            <a:avLst/>
          </a:prstGeom>
          <a:solidFill>
            <a:srgbClr val="E4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57656" y="786384"/>
            <a:ext cx="94488" cy="94488"/>
          </a:xfrm>
          <a:prstGeom prst="rect">
            <a:avLst/>
          </a:prstGeom>
          <a:solidFill>
            <a:srgbClr val="E9B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152144" y="786384"/>
            <a:ext cx="94488" cy="9448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246632" y="786384"/>
            <a:ext cx="94488" cy="94488"/>
          </a:xfrm>
          <a:prstGeom prst="rect">
            <a:avLst/>
          </a:prstGeom>
          <a:solidFill>
            <a:srgbClr val="F8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341120" y="786384"/>
            <a:ext cx="94488" cy="94488"/>
          </a:xfrm>
          <a:prstGeom prst="rect">
            <a:avLst/>
          </a:prstGeom>
          <a:solidFill>
            <a:srgbClr val="F1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435608" y="786384"/>
            <a:ext cx="94488" cy="94488"/>
          </a:xfrm>
          <a:prstGeom prst="rect">
            <a:avLst/>
          </a:prstGeom>
          <a:solidFill>
            <a:srgbClr val="CC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530096" y="786384"/>
            <a:ext cx="94488" cy="94488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624584" y="786384"/>
            <a:ext cx="94488" cy="94488"/>
          </a:xfrm>
          <a:prstGeom prst="rect">
            <a:avLst/>
          </a:prstGeom>
          <a:solidFill>
            <a:srgbClr val="B1D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719072" y="786384"/>
            <a:ext cx="94488" cy="94488"/>
          </a:xfrm>
          <a:prstGeom prst="rect">
            <a:avLst/>
          </a:prstGeom>
          <a:solidFill>
            <a:srgbClr val="BD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813560" y="786384"/>
            <a:ext cx="94488" cy="94488"/>
          </a:xfrm>
          <a:prstGeom prst="rect">
            <a:avLst/>
          </a:prstGeom>
          <a:solidFill>
            <a:srgbClr val="FA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908048" y="786384"/>
            <a:ext cx="94488" cy="94488"/>
          </a:xfrm>
          <a:prstGeom prst="rect">
            <a:avLst/>
          </a:prstGeom>
          <a:solidFill>
            <a:srgbClr val="D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2002536" y="786384"/>
            <a:ext cx="94488" cy="94488"/>
          </a:xfrm>
          <a:prstGeom prst="rect">
            <a:avLst/>
          </a:prstGeom>
          <a:solidFill>
            <a:srgbClr val="9AC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2097024" y="786384"/>
            <a:ext cx="94488" cy="94488"/>
          </a:xfrm>
          <a:prstGeom prst="rect">
            <a:avLst/>
          </a:prstGeom>
          <a:solidFill>
            <a:srgbClr val="A2C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2191512" y="786384"/>
            <a:ext cx="94488" cy="94488"/>
          </a:xfrm>
          <a:prstGeom prst="rect">
            <a:avLst/>
          </a:prstGeom>
          <a:solidFill>
            <a:srgbClr val="F8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2286000" y="786384"/>
            <a:ext cx="94488" cy="94488"/>
          </a:xfrm>
          <a:prstGeom prst="rect">
            <a:avLst/>
          </a:prstGeom>
          <a:solidFill>
            <a:srgbClr val="F9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380488" y="786384"/>
            <a:ext cx="94488" cy="94488"/>
          </a:xfrm>
          <a:prstGeom prst="rect">
            <a:avLst/>
          </a:prstGeom>
          <a:solidFill>
            <a:srgbClr val="F9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474976" y="786384"/>
            <a:ext cx="94488" cy="94488"/>
          </a:xfrm>
          <a:prstGeom prst="rect">
            <a:avLst/>
          </a:prstGeom>
          <a:solidFill>
            <a:srgbClr val="E0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2569464" y="786384"/>
            <a:ext cx="94488" cy="94488"/>
          </a:xfrm>
          <a:prstGeom prst="rect">
            <a:avLst/>
          </a:prstGeom>
          <a:solidFill>
            <a:srgbClr val="F3D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2663952" y="786384"/>
            <a:ext cx="94488" cy="94488"/>
          </a:xfrm>
          <a:prstGeom prst="rect">
            <a:avLst/>
          </a:prstGeom>
          <a:solidFill>
            <a:srgbClr val="ECC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2758440" y="786384"/>
            <a:ext cx="94488" cy="94488"/>
          </a:xfrm>
          <a:prstGeom prst="rect">
            <a:avLst/>
          </a:prstGeom>
          <a:solidFill>
            <a:srgbClr val="ED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852928" y="786384"/>
            <a:ext cx="94488" cy="94488"/>
          </a:xfrm>
          <a:prstGeom prst="rect">
            <a:avLst/>
          </a:prstGeom>
          <a:solidFill>
            <a:srgbClr val="EAB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947416" y="786384"/>
            <a:ext cx="94488" cy="94488"/>
          </a:xfrm>
          <a:prstGeom prst="rect">
            <a:avLst/>
          </a:prstGeom>
          <a:solidFill>
            <a:srgbClr val="EBB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3041904" y="786384"/>
            <a:ext cx="94488" cy="94488"/>
          </a:xfrm>
          <a:prstGeom prst="rect">
            <a:avLst/>
          </a:prstGeom>
          <a:solidFill>
            <a:srgbClr val="EFC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3136392" y="786384"/>
            <a:ext cx="94488" cy="94488"/>
          </a:xfrm>
          <a:prstGeom prst="rect">
            <a:avLst/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230880" y="786384"/>
            <a:ext cx="94488" cy="94488"/>
          </a:xfrm>
          <a:prstGeom prst="rect">
            <a:avLst/>
          </a:prstGeom>
          <a:solidFill>
            <a:srgbClr val="A6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325368" y="786384"/>
            <a:ext cx="94488" cy="94488"/>
          </a:xfrm>
          <a:prstGeom prst="rect">
            <a:avLst/>
          </a:prstGeom>
          <a:solidFill>
            <a:srgbClr val="D8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419856" y="786384"/>
            <a:ext cx="94488" cy="94488"/>
          </a:xfrm>
          <a:prstGeom prst="rect">
            <a:avLst/>
          </a:prstGeom>
          <a:solidFill>
            <a:srgbClr val="8EC3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14344" y="786384"/>
            <a:ext cx="94488" cy="94488"/>
          </a:xfrm>
          <a:prstGeom prst="rect">
            <a:avLst/>
          </a:prstGeom>
          <a:solidFill>
            <a:srgbClr val="B3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08832" y="786384"/>
            <a:ext cx="94488" cy="94488"/>
          </a:xfrm>
          <a:prstGeom prst="rect">
            <a:avLst/>
          </a:prstGeom>
          <a:solidFill>
            <a:srgbClr val="A0C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68680" y="880872"/>
            <a:ext cx="94488" cy="94488"/>
          </a:xfrm>
          <a:prstGeom prst="rect">
            <a:avLst/>
          </a:prstGeom>
          <a:solidFill>
            <a:srgbClr val="C3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963168" y="880872"/>
            <a:ext cx="94488" cy="94488"/>
          </a:xfrm>
          <a:prstGeom prst="rect">
            <a:avLst/>
          </a:prstGeom>
          <a:solidFill>
            <a:srgbClr val="C3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57656" y="880872"/>
            <a:ext cx="94488" cy="94488"/>
          </a:xfrm>
          <a:prstGeom prst="rect">
            <a:avLst/>
          </a:prstGeom>
          <a:solidFill>
            <a:srgbClr val="D06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152144" y="880872"/>
            <a:ext cx="94488" cy="94488"/>
          </a:xfrm>
          <a:prstGeom prst="rect">
            <a:avLst/>
          </a:prstGeom>
          <a:solidFill>
            <a:srgbClr val="F8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246632" y="880872"/>
            <a:ext cx="94488" cy="9448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341120" y="880872"/>
            <a:ext cx="94488" cy="94488"/>
          </a:xfrm>
          <a:prstGeom prst="rect">
            <a:avLst/>
          </a:prstGeom>
          <a:solidFill>
            <a:srgbClr val="ECC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435608" y="880872"/>
            <a:ext cx="94488" cy="94488"/>
          </a:xfrm>
          <a:prstGeom prst="rect">
            <a:avLst/>
          </a:prstGeom>
          <a:solidFill>
            <a:srgbClr val="F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530096" y="880872"/>
            <a:ext cx="94488" cy="94488"/>
          </a:xfrm>
          <a:prstGeom prst="rect">
            <a:avLst/>
          </a:prstGeom>
          <a:solidFill>
            <a:srgbClr val="D9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624584" y="880872"/>
            <a:ext cx="94488" cy="94488"/>
          </a:xfrm>
          <a:prstGeom prst="rect">
            <a:avLst/>
          </a:prstGeom>
          <a:solidFill>
            <a:srgbClr val="BC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719072" y="880872"/>
            <a:ext cx="94488" cy="94488"/>
          </a:xfrm>
          <a:prstGeom prst="rect">
            <a:avLst/>
          </a:prstGeom>
          <a:solidFill>
            <a:srgbClr val="B1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813560" y="880872"/>
            <a:ext cx="94488" cy="94488"/>
          </a:xfrm>
          <a:prstGeom prst="rect">
            <a:avLst/>
          </a:prstGeom>
          <a:solidFill>
            <a:srgbClr val="F5D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908048" y="880872"/>
            <a:ext cx="94488" cy="94488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2002536" y="880872"/>
            <a:ext cx="94488" cy="94488"/>
          </a:xfrm>
          <a:prstGeom prst="rect">
            <a:avLst/>
          </a:prstGeom>
          <a:solidFill>
            <a:srgbClr val="95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2097024" y="880872"/>
            <a:ext cx="94488" cy="94488"/>
          </a:xfrm>
          <a:prstGeom prst="rect">
            <a:avLst/>
          </a:prstGeom>
          <a:solidFill>
            <a:srgbClr val="CEE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2191512" y="880872"/>
            <a:ext cx="94488" cy="94488"/>
          </a:xfrm>
          <a:prstGeom prst="rect">
            <a:avLst/>
          </a:prstGeom>
          <a:solidFill>
            <a:srgbClr val="BD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2286000" y="880872"/>
            <a:ext cx="94488" cy="94488"/>
          </a:xfrm>
          <a:prstGeom prst="rect">
            <a:avLst/>
          </a:prstGeom>
          <a:solidFill>
            <a:srgbClr val="CB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2380488" y="880872"/>
            <a:ext cx="94488" cy="94488"/>
          </a:xfrm>
          <a:prstGeom prst="rect">
            <a:avLst/>
          </a:prstGeom>
          <a:solidFill>
            <a:srgbClr val="F0C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2474976" y="880872"/>
            <a:ext cx="94488" cy="94488"/>
          </a:xfrm>
          <a:prstGeom prst="rect">
            <a:avLst/>
          </a:prstGeom>
          <a:solidFill>
            <a:srgbClr val="F3D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2569464" y="880872"/>
            <a:ext cx="94488" cy="94488"/>
          </a:xfrm>
          <a:prstGeom prst="rect">
            <a:avLst/>
          </a:prstGeom>
          <a:solidFill>
            <a:srgbClr val="E9B7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2663952" y="880872"/>
            <a:ext cx="94488" cy="94488"/>
          </a:xfrm>
          <a:prstGeom prst="rect">
            <a:avLst/>
          </a:prstGeom>
          <a:solidFill>
            <a:srgbClr val="EDC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2758440" y="880872"/>
            <a:ext cx="94488" cy="94488"/>
          </a:xfrm>
          <a:prstGeom prst="rect">
            <a:avLst/>
          </a:prstGeom>
          <a:solidFill>
            <a:srgbClr val="EA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2852928" y="880872"/>
            <a:ext cx="94488" cy="94488"/>
          </a:xfrm>
          <a:prstGeom prst="rect">
            <a:avLst/>
          </a:prstGeom>
          <a:solidFill>
            <a:srgbClr val="EEC7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2947416" y="880872"/>
            <a:ext cx="94488" cy="94488"/>
          </a:xfrm>
          <a:prstGeom prst="rect">
            <a:avLst/>
          </a:prstGeom>
          <a:solidFill>
            <a:srgbClr val="EEC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3041904" y="880872"/>
            <a:ext cx="94488" cy="94488"/>
          </a:xfrm>
          <a:prstGeom prst="rect">
            <a:avLst/>
          </a:prstGeom>
          <a:solidFill>
            <a:srgbClr val="F1D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3136392" y="880872"/>
            <a:ext cx="94488" cy="94488"/>
          </a:xfrm>
          <a:prstGeom prst="rect">
            <a:avLst/>
          </a:prstGeom>
          <a:solidFill>
            <a:srgbClr val="BB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3230880" y="880872"/>
            <a:ext cx="94488" cy="94488"/>
          </a:xfrm>
          <a:prstGeom prst="rect">
            <a:avLst/>
          </a:prstGeom>
          <a:solidFill>
            <a:srgbClr val="A9D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3325368" y="880872"/>
            <a:ext cx="94488" cy="94488"/>
          </a:xfrm>
          <a:prstGeom prst="rect">
            <a:avLst/>
          </a:prstGeom>
          <a:solidFill>
            <a:srgbClr val="C8E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3419856" y="880872"/>
            <a:ext cx="94488" cy="94488"/>
          </a:xfrm>
          <a:prstGeom prst="rect">
            <a:avLst/>
          </a:prstGeom>
          <a:solidFill>
            <a:srgbClr val="C3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3514344" y="880872"/>
            <a:ext cx="94488" cy="94488"/>
          </a:xfrm>
          <a:prstGeom prst="rect">
            <a:avLst/>
          </a:prstGeom>
          <a:solidFill>
            <a:srgbClr val="A2C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608832" y="880872"/>
            <a:ext cx="94488" cy="94488"/>
          </a:xfrm>
          <a:prstGeom prst="rect">
            <a:avLst/>
          </a:prstGeom>
          <a:solidFill>
            <a:srgbClr val="B6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68680" y="975360"/>
            <a:ext cx="94488" cy="94488"/>
          </a:xfrm>
          <a:prstGeom prst="rect">
            <a:avLst/>
          </a:prstGeom>
          <a:solidFill>
            <a:srgbClr val="DF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963168" y="975360"/>
            <a:ext cx="94488" cy="94488"/>
          </a:xfrm>
          <a:prstGeom prst="rect">
            <a:avLst/>
          </a:prstGeom>
          <a:solidFill>
            <a:srgbClr val="DF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1057656" y="975360"/>
            <a:ext cx="94488" cy="94488"/>
          </a:xfrm>
          <a:prstGeom prst="rect">
            <a:avLst/>
          </a:prstGeom>
          <a:solidFill>
            <a:srgbClr val="E1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152144" y="975360"/>
            <a:ext cx="94488" cy="94488"/>
          </a:xfrm>
          <a:prstGeom prst="rect">
            <a:avLst/>
          </a:prstGeom>
          <a:solidFill>
            <a:srgbClr val="F1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246632" y="975360"/>
            <a:ext cx="94488" cy="94488"/>
          </a:xfrm>
          <a:prstGeom prst="rect">
            <a:avLst/>
          </a:prstGeom>
          <a:solidFill>
            <a:srgbClr val="ECC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341120" y="975360"/>
            <a:ext cx="94488" cy="9448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435608" y="975360"/>
            <a:ext cx="94488" cy="94488"/>
          </a:xfrm>
          <a:prstGeom prst="rect">
            <a:avLst/>
          </a:prstGeom>
          <a:solidFill>
            <a:srgbClr val="F5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530096" y="975360"/>
            <a:ext cx="94488" cy="94488"/>
          </a:xfrm>
          <a:prstGeom prst="rect">
            <a:avLst/>
          </a:prstGeom>
          <a:solidFill>
            <a:srgbClr val="FEF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624584" y="975360"/>
            <a:ext cx="94488" cy="94488"/>
          </a:xfrm>
          <a:prstGeom prst="rect">
            <a:avLst/>
          </a:prstGeom>
          <a:solidFill>
            <a:srgbClr val="ED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719072" y="975360"/>
            <a:ext cx="94488" cy="94488"/>
          </a:xfrm>
          <a:prstGeom prst="rect">
            <a:avLst/>
          </a:prstGeom>
          <a:solidFill>
            <a:srgbClr val="C5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1813560" y="975360"/>
            <a:ext cx="94488" cy="94488"/>
          </a:xfrm>
          <a:prstGeom prst="rect">
            <a:avLst/>
          </a:prstGeom>
          <a:solidFill>
            <a:srgbClr val="F2D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908048" y="975360"/>
            <a:ext cx="94488" cy="94488"/>
          </a:xfrm>
          <a:prstGeom prst="rect">
            <a:avLst/>
          </a:prstGeom>
          <a:solidFill>
            <a:srgbClr val="F1D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2002536" y="975360"/>
            <a:ext cx="94488" cy="94488"/>
          </a:xfrm>
          <a:prstGeom prst="rect">
            <a:avLst/>
          </a:prstGeom>
          <a:solidFill>
            <a:srgbClr val="E8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2097024" y="975360"/>
            <a:ext cx="94488" cy="94488"/>
          </a:xfrm>
          <a:prstGeom prst="rect">
            <a:avLst/>
          </a:prstGeom>
          <a:solidFill>
            <a:srgbClr val="FE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2191512" y="975360"/>
            <a:ext cx="94488" cy="94488"/>
          </a:xfrm>
          <a:prstGeom prst="rect">
            <a:avLst/>
          </a:prstGeom>
          <a:solidFill>
            <a:srgbClr val="E5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2286000" y="975360"/>
            <a:ext cx="94488" cy="94488"/>
          </a:xfrm>
          <a:prstGeom prst="rect">
            <a:avLst/>
          </a:prstGeom>
          <a:solidFill>
            <a:srgbClr val="DA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2380488" y="975360"/>
            <a:ext cx="94488" cy="94488"/>
          </a:xfrm>
          <a:prstGeom prst="rect">
            <a:avLst/>
          </a:prstGeom>
          <a:solidFill>
            <a:srgbClr val="F0C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2474976" y="975360"/>
            <a:ext cx="94488" cy="94488"/>
          </a:xfrm>
          <a:prstGeom prst="rect">
            <a:avLst/>
          </a:prstGeom>
          <a:solidFill>
            <a:srgbClr val="FD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2569464" y="975360"/>
            <a:ext cx="94488" cy="94488"/>
          </a:xfrm>
          <a:prstGeom prst="rect">
            <a:avLst/>
          </a:prstGeom>
          <a:solidFill>
            <a:srgbClr val="E6A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2663952" y="975360"/>
            <a:ext cx="94488" cy="94488"/>
          </a:xfrm>
          <a:prstGeom prst="rect">
            <a:avLst/>
          </a:prstGeom>
          <a:solidFill>
            <a:srgbClr val="E9B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2758440" y="975360"/>
            <a:ext cx="94488" cy="94488"/>
          </a:xfrm>
          <a:prstGeom prst="rect">
            <a:avLst/>
          </a:prstGeom>
          <a:solidFill>
            <a:srgbClr val="E7B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2852928" y="975360"/>
            <a:ext cx="94488" cy="94488"/>
          </a:xfrm>
          <a:prstGeom prst="rect">
            <a:avLst/>
          </a:prstGeom>
          <a:solidFill>
            <a:srgbClr val="EAB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2947416" y="975360"/>
            <a:ext cx="94488" cy="94488"/>
          </a:xfrm>
          <a:prstGeom prst="rect">
            <a:avLst/>
          </a:prstGeom>
          <a:solidFill>
            <a:srgbClr val="EC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3041904" y="975360"/>
            <a:ext cx="94488" cy="94488"/>
          </a:xfrm>
          <a:prstGeom prst="rect">
            <a:avLst/>
          </a:prstGeom>
          <a:solidFill>
            <a:srgbClr val="EDC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3136392" y="975360"/>
            <a:ext cx="94488" cy="94488"/>
          </a:xfrm>
          <a:prstGeom prst="rect">
            <a:avLst/>
          </a:prstGeom>
          <a:solidFill>
            <a:srgbClr val="DD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3230880" y="975360"/>
            <a:ext cx="94488" cy="94488"/>
          </a:xfrm>
          <a:prstGeom prst="rect">
            <a:avLst/>
          </a:prstGeom>
          <a:solidFill>
            <a:srgbClr val="B4D7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3325368" y="975360"/>
            <a:ext cx="94488" cy="94488"/>
          </a:xfrm>
          <a:prstGeom prst="rect">
            <a:avLst/>
          </a:prstGeom>
          <a:solidFill>
            <a:srgbClr val="F1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3419856" y="975360"/>
            <a:ext cx="94488" cy="94488"/>
          </a:xfrm>
          <a:prstGeom prst="rect">
            <a:avLst/>
          </a:prstGeom>
          <a:solidFill>
            <a:srgbClr val="FA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3514344" y="975360"/>
            <a:ext cx="94488" cy="94488"/>
          </a:xfrm>
          <a:prstGeom prst="rect">
            <a:avLst/>
          </a:prstGeom>
          <a:solidFill>
            <a:srgbClr val="CB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3608832" y="975360"/>
            <a:ext cx="94488" cy="94488"/>
          </a:xfrm>
          <a:prstGeom prst="rect">
            <a:avLst/>
          </a:prstGeom>
          <a:solidFill>
            <a:srgbClr val="EF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68680" y="1069848"/>
            <a:ext cx="94488" cy="94488"/>
          </a:xfrm>
          <a:prstGeom prst="rect">
            <a:avLst/>
          </a:prstGeom>
          <a:solidFill>
            <a:srgbClr val="FD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963168" y="1069848"/>
            <a:ext cx="94488" cy="94488"/>
          </a:xfrm>
          <a:prstGeom prst="rect">
            <a:avLst/>
          </a:prstGeom>
          <a:solidFill>
            <a:srgbClr val="FD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1057656" y="1069848"/>
            <a:ext cx="94488" cy="94488"/>
          </a:xfrm>
          <a:prstGeom prst="rect">
            <a:avLst/>
          </a:prstGeom>
          <a:solidFill>
            <a:srgbClr val="FB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1152144" y="1069848"/>
            <a:ext cx="94488" cy="94488"/>
          </a:xfrm>
          <a:prstGeom prst="rect">
            <a:avLst/>
          </a:prstGeom>
          <a:solidFill>
            <a:srgbClr val="CC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1246632" y="1069848"/>
            <a:ext cx="94488" cy="94488"/>
          </a:xfrm>
          <a:prstGeom prst="rect">
            <a:avLst/>
          </a:prstGeom>
          <a:solidFill>
            <a:srgbClr val="F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1341120" y="1069848"/>
            <a:ext cx="94488" cy="94488"/>
          </a:xfrm>
          <a:prstGeom prst="rect">
            <a:avLst/>
          </a:prstGeom>
          <a:solidFill>
            <a:srgbClr val="F5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1435608" y="1069848"/>
            <a:ext cx="94488" cy="9448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1530096" y="1069848"/>
            <a:ext cx="94488" cy="94488"/>
          </a:xfrm>
          <a:prstGeom prst="rect">
            <a:avLst/>
          </a:prstGeom>
          <a:solidFill>
            <a:srgbClr val="F5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1624584" y="1069848"/>
            <a:ext cx="94488" cy="94488"/>
          </a:xfrm>
          <a:prstGeom prst="rect">
            <a:avLst/>
          </a:prstGeom>
          <a:solidFill>
            <a:srgbClr val="E5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1719072" y="1069848"/>
            <a:ext cx="94488" cy="94488"/>
          </a:xfrm>
          <a:prstGeom prst="rect">
            <a:avLst/>
          </a:prstGeom>
          <a:solidFill>
            <a:srgbClr val="DA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1813560" y="1069848"/>
            <a:ext cx="94488" cy="94488"/>
          </a:xfrm>
          <a:prstGeom prst="rect">
            <a:avLst/>
          </a:prstGeom>
          <a:solidFill>
            <a:srgbClr val="F6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1908048" y="1069848"/>
            <a:ext cx="94488" cy="94488"/>
          </a:xfrm>
          <a:prstGeom prst="rect">
            <a:avLst/>
          </a:prstGeom>
          <a:solidFill>
            <a:srgbClr val="F2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2002536" y="1069848"/>
            <a:ext cx="94488" cy="94488"/>
          </a:xfrm>
          <a:prstGeom prst="rect">
            <a:avLst/>
          </a:prstGeom>
          <a:solidFill>
            <a:srgbClr val="ED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2097024" y="1069848"/>
            <a:ext cx="94488" cy="94488"/>
          </a:xfrm>
          <a:prstGeom prst="rect">
            <a:avLst/>
          </a:prstGeom>
          <a:solidFill>
            <a:srgbClr val="FE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2191512" y="1069848"/>
            <a:ext cx="94488" cy="94488"/>
          </a:xfrm>
          <a:prstGeom prst="rect">
            <a:avLst/>
          </a:prstGeom>
          <a:solidFill>
            <a:srgbClr val="FC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2286000" y="1069848"/>
            <a:ext cx="94488" cy="94488"/>
          </a:xfrm>
          <a:prstGeom prst="rect">
            <a:avLst/>
          </a:prstGeom>
          <a:solidFill>
            <a:srgbClr val="FB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2380488" y="1069848"/>
            <a:ext cx="94488" cy="94488"/>
          </a:xfrm>
          <a:prstGeom prst="rect">
            <a:avLst/>
          </a:prstGeom>
          <a:solidFill>
            <a:srgbClr val="E5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2474976" y="1069848"/>
            <a:ext cx="94488" cy="94488"/>
          </a:xfrm>
          <a:prstGeom prst="rect">
            <a:avLst/>
          </a:prstGeom>
          <a:solidFill>
            <a:srgbClr val="FB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2569464" y="1069848"/>
            <a:ext cx="94488" cy="94488"/>
          </a:xfrm>
          <a:prstGeom prst="rect">
            <a:avLst/>
          </a:prstGeom>
          <a:solidFill>
            <a:srgbClr val="DE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2663952" y="1069848"/>
            <a:ext cx="94488" cy="94488"/>
          </a:xfrm>
          <a:prstGeom prst="rect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2758440" y="1069848"/>
            <a:ext cx="94488" cy="94488"/>
          </a:xfrm>
          <a:prstGeom prst="rect">
            <a:avLst/>
          </a:prstGeom>
          <a:solidFill>
            <a:srgbClr val="D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2852928" y="1069848"/>
            <a:ext cx="94488" cy="94488"/>
          </a:xfrm>
          <a:prstGeom prst="rect">
            <a:avLst/>
          </a:prstGeom>
          <a:solidFill>
            <a:srgbClr val="BD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2947416" y="1069848"/>
            <a:ext cx="94488" cy="94488"/>
          </a:xfrm>
          <a:prstGeom prst="rect">
            <a:avLst/>
          </a:prstGeom>
          <a:solidFill>
            <a:srgbClr val="BAD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3041904" y="1069848"/>
            <a:ext cx="94488" cy="94488"/>
          </a:xfrm>
          <a:prstGeom prst="rect">
            <a:avLst/>
          </a:prstGeom>
          <a:solidFill>
            <a:srgbClr val="CB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3136392" y="1069848"/>
            <a:ext cx="94488" cy="94488"/>
          </a:xfrm>
          <a:prstGeom prst="rect">
            <a:avLst/>
          </a:prstGeom>
          <a:solidFill>
            <a:srgbClr val="F8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3230880" y="1069848"/>
            <a:ext cx="94488" cy="94488"/>
          </a:xfrm>
          <a:prstGeom prst="rect">
            <a:avLst/>
          </a:prstGeom>
          <a:solidFill>
            <a:srgbClr val="F6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3325368" y="1069848"/>
            <a:ext cx="94488" cy="94488"/>
          </a:xfrm>
          <a:prstGeom prst="rect">
            <a:avLst/>
          </a:prstGeom>
          <a:solidFill>
            <a:srgbClr val="F3D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3419856" y="1069848"/>
            <a:ext cx="94488" cy="94488"/>
          </a:xfrm>
          <a:prstGeom prst="rect">
            <a:avLst/>
          </a:prstGeom>
          <a:solidFill>
            <a:srgbClr val="FB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3514344" y="1069848"/>
            <a:ext cx="94488" cy="94488"/>
          </a:xfrm>
          <a:prstGeom prst="rect">
            <a:avLst/>
          </a:prstGeom>
          <a:solidFill>
            <a:srgbClr val="EE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3608832" y="1069848"/>
            <a:ext cx="94488" cy="94488"/>
          </a:xfrm>
          <a:prstGeom prst="rect">
            <a:avLst/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868680" y="1164336"/>
            <a:ext cx="94488" cy="94488"/>
          </a:xfrm>
          <a:prstGeom prst="rect">
            <a:avLst/>
          </a:prstGeom>
          <a:solidFill>
            <a:srgbClr val="CD5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963168" y="1164336"/>
            <a:ext cx="94488" cy="94488"/>
          </a:xfrm>
          <a:prstGeom prst="rect">
            <a:avLst/>
          </a:prstGeom>
          <a:solidFill>
            <a:srgbClr val="CD5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1057656" y="1164336"/>
            <a:ext cx="94488" cy="94488"/>
          </a:xfrm>
          <a:prstGeom prst="rect">
            <a:avLst/>
          </a:prstGeom>
          <a:solidFill>
            <a:srgbClr val="EA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1152144" y="1164336"/>
            <a:ext cx="94488" cy="94488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1246632" y="1164336"/>
            <a:ext cx="94488" cy="94488"/>
          </a:xfrm>
          <a:prstGeom prst="rect">
            <a:avLst/>
          </a:prstGeom>
          <a:solidFill>
            <a:srgbClr val="D9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1341120" y="1164336"/>
            <a:ext cx="94488" cy="94488"/>
          </a:xfrm>
          <a:prstGeom prst="rect">
            <a:avLst/>
          </a:prstGeom>
          <a:solidFill>
            <a:srgbClr val="FEF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1435608" y="1164336"/>
            <a:ext cx="94488" cy="94488"/>
          </a:xfrm>
          <a:prstGeom prst="rect">
            <a:avLst/>
          </a:prstGeom>
          <a:solidFill>
            <a:srgbClr val="F5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1530096" y="1164336"/>
            <a:ext cx="94488" cy="9448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1624584" y="1164336"/>
            <a:ext cx="94488" cy="94488"/>
          </a:xfrm>
          <a:prstGeom prst="rect">
            <a:avLst/>
          </a:prstGeom>
          <a:solidFill>
            <a:srgbClr val="E2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1719072" y="1164336"/>
            <a:ext cx="94488" cy="94488"/>
          </a:xfrm>
          <a:prstGeom prst="rect">
            <a:avLst/>
          </a:prstGeom>
          <a:solidFill>
            <a:srgbClr val="F9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1813560" y="1164336"/>
            <a:ext cx="94488" cy="94488"/>
          </a:xfrm>
          <a:prstGeom prst="rect">
            <a:avLst/>
          </a:prstGeom>
          <a:solidFill>
            <a:srgbClr val="F6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1908048" y="1164336"/>
            <a:ext cx="94488" cy="94488"/>
          </a:xfrm>
          <a:prstGeom prst="rect">
            <a:avLst/>
          </a:prstGeom>
          <a:solidFill>
            <a:srgbClr val="F6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2002536" y="1164336"/>
            <a:ext cx="94488" cy="94488"/>
          </a:xfrm>
          <a:prstGeom prst="rect">
            <a:avLst/>
          </a:prstGeom>
          <a:solidFill>
            <a:srgbClr val="FB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2097024" y="1164336"/>
            <a:ext cx="94488" cy="94488"/>
          </a:xfrm>
          <a:prstGeom prst="rect">
            <a:avLst/>
          </a:prstGeom>
          <a:solidFill>
            <a:srgbClr val="FA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2191512" y="1164336"/>
            <a:ext cx="94488" cy="94488"/>
          </a:xfrm>
          <a:prstGeom prst="rect">
            <a:avLst/>
          </a:prstGeom>
          <a:solidFill>
            <a:srgbClr val="FB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2286000" y="1164336"/>
            <a:ext cx="94488" cy="94488"/>
          </a:xfrm>
          <a:prstGeom prst="rect">
            <a:avLst/>
          </a:prstGeom>
          <a:solidFill>
            <a:srgbClr val="F2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2380488" y="1164336"/>
            <a:ext cx="94488" cy="94488"/>
          </a:xfrm>
          <a:prstGeom prst="rect">
            <a:avLst/>
          </a:prstGeom>
          <a:solidFill>
            <a:srgbClr val="F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2474976" y="1164336"/>
            <a:ext cx="94488" cy="94488"/>
          </a:xfrm>
          <a:prstGeom prst="rect">
            <a:avLst/>
          </a:prstGeom>
          <a:solidFill>
            <a:srgbClr val="F2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2569464" y="1164336"/>
            <a:ext cx="94488" cy="94488"/>
          </a:xfrm>
          <a:prstGeom prst="rect">
            <a:avLst/>
          </a:prstGeom>
          <a:solidFill>
            <a:srgbClr val="E6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2663952" y="1164336"/>
            <a:ext cx="94488" cy="94488"/>
          </a:xfrm>
          <a:prstGeom prst="rect">
            <a:avLst/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2758440" y="1164336"/>
            <a:ext cx="94488" cy="94488"/>
          </a:xfrm>
          <a:prstGeom prst="rect">
            <a:avLst/>
          </a:prstGeom>
          <a:solidFill>
            <a:srgbClr val="D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2852928" y="1164336"/>
            <a:ext cx="94488" cy="94488"/>
          </a:xfrm>
          <a:prstGeom prst="rect">
            <a:avLst/>
          </a:prstGeom>
          <a:solidFill>
            <a:srgbClr val="D9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2947416" y="1164336"/>
            <a:ext cx="94488" cy="94488"/>
          </a:xfrm>
          <a:prstGeom prst="rect">
            <a:avLst/>
          </a:prstGeom>
          <a:solidFill>
            <a:srgbClr val="D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3041904" y="1164336"/>
            <a:ext cx="94488" cy="94488"/>
          </a:xfrm>
          <a:prstGeom prst="rect">
            <a:avLst/>
          </a:prstGeom>
          <a:solidFill>
            <a:srgbClr val="CD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3136392" y="1164336"/>
            <a:ext cx="94488" cy="94488"/>
          </a:xfrm>
          <a:prstGeom prst="rect">
            <a:avLst/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3230880" y="1164336"/>
            <a:ext cx="94488" cy="94488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3325368" y="1164336"/>
            <a:ext cx="94488" cy="94488"/>
          </a:xfrm>
          <a:prstGeom prst="rect">
            <a:avLst/>
          </a:prstGeom>
          <a:solidFill>
            <a:srgbClr val="F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3419856" y="1164336"/>
            <a:ext cx="94488" cy="94488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3514344" y="1164336"/>
            <a:ext cx="94488" cy="94488"/>
          </a:xfrm>
          <a:prstGeom prst="rect">
            <a:avLst/>
          </a:prstGeom>
          <a:solidFill>
            <a:srgbClr val="FE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3608832" y="1164336"/>
            <a:ext cx="94488" cy="94488"/>
          </a:xfrm>
          <a:prstGeom prst="rect">
            <a:avLst/>
          </a:prstGeom>
          <a:solidFill>
            <a:srgbClr val="E8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868680" y="1258824"/>
            <a:ext cx="94488" cy="94488"/>
          </a:xfrm>
          <a:prstGeom prst="rect">
            <a:avLst/>
          </a:prstGeom>
          <a:solidFill>
            <a:srgbClr val="F3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963168" y="1258824"/>
            <a:ext cx="94488" cy="94488"/>
          </a:xfrm>
          <a:prstGeom prst="rect">
            <a:avLst/>
          </a:prstGeom>
          <a:solidFill>
            <a:srgbClr val="F3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1057656" y="1258824"/>
            <a:ext cx="94488" cy="94488"/>
          </a:xfrm>
          <a:prstGeom prst="rect">
            <a:avLst/>
          </a:prstGeom>
          <a:solidFill>
            <a:srgbClr val="A4C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1152144" y="1258824"/>
            <a:ext cx="94488" cy="94488"/>
          </a:xfrm>
          <a:prstGeom prst="rect">
            <a:avLst/>
          </a:prstGeom>
          <a:solidFill>
            <a:srgbClr val="B1D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1246632" y="1258824"/>
            <a:ext cx="94488" cy="94488"/>
          </a:xfrm>
          <a:prstGeom prst="rect">
            <a:avLst/>
          </a:prstGeom>
          <a:solidFill>
            <a:srgbClr val="BC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1341120" y="1258824"/>
            <a:ext cx="94488" cy="94488"/>
          </a:xfrm>
          <a:prstGeom prst="rect">
            <a:avLst/>
          </a:prstGeom>
          <a:solidFill>
            <a:srgbClr val="ED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1435608" y="1258824"/>
            <a:ext cx="94488" cy="94488"/>
          </a:xfrm>
          <a:prstGeom prst="rect">
            <a:avLst/>
          </a:prstGeom>
          <a:solidFill>
            <a:srgbClr val="E5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1530096" y="1258824"/>
            <a:ext cx="94488" cy="94488"/>
          </a:xfrm>
          <a:prstGeom prst="rect">
            <a:avLst/>
          </a:prstGeom>
          <a:solidFill>
            <a:srgbClr val="E2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1624584" y="1258824"/>
            <a:ext cx="94488" cy="9448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1719072" y="1258824"/>
            <a:ext cx="94488" cy="94488"/>
          </a:xfrm>
          <a:prstGeom prst="rect">
            <a:avLst/>
          </a:prstGeom>
          <a:solidFill>
            <a:srgbClr val="E3A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1813560" y="1258824"/>
            <a:ext cx="94488" cy="94488"/>
          </a:xfrm>
          <a:prstGeom prst="rect">
            <a:avLst/>
          </a:prstGeom>
          <a:solidFill>
            <a:srgbClr val="EF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1908048" y="1258824"/>
            <a:ext cx="94488" cy="94488"/>
          </a:xfrm>
          <a:prstGeom prst="rect">
            <a:avLst/>
          </a:prstGeom>
          <a:solidFill>
            <a:srgbClr val="EAB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2002536" y="1258824"/>
            <a:ext cx="94488" cy="94488"/>
          </a:xfrm>
          <a:prstGeom prst="rect">
            <a:avLst/>
          </a:prstGeom>
          <a:solidFill>
            <a:srgbClr val="D87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2097024" y="1258824"/>
            <a:ext cx="94488" cy="94488"/>
          </a:xfrm>
          <a:prstGeom prst="rect">
            <a:avLst/>
          </a:prstGeom>
          <a:solidFill>
            <a:srgbClr val="D98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2191512" y="1258824"/>
            <a:ext cx="94488" cy="94488"/>
          </a:xfrm>
          <a:prstGeom prst="rect">
            <a:avLst/>
          </a:prstGeom>
          <a:solidFill>
            <a:srgbClr val="ED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2286000" y="1258824"/>
            <a:ext cx="94488" cy="94488"/>
          </a:xfrm>
          <a:prstGeom prst="rect">
            <a:avLst/>
          </a:prstGeom>
          <a:solidFill>
            <a:srgbClr val="EA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2380488" y="1258824"/>
            <a:ext cx="94488" cy="94488"/>
          </a:xfrm>
          <a:prstGeom prst="rect">
            <a:avLst/>
          </a:prstGeom>
          <a:solidFill>
            <a:srgbClr val="EAB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2474976" y="1258824"/>
            <a:ext cx="94488" cy="94488"/>
          </a:xfrm>
          <a:prstGeom prst="rect">
            <a:avLst/>
          </a:prstGeom>
          <a:solidFill>
            <a:srgbClr val="FE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2569464" y="1258824"/>
            <a:ext cx="94488" cy="94488"/>
          </a:xfrm>
          <a:prstGeom prst="rect">
            <a:avLst/>
          </a:prstGeom>
          <a:solidFill>
            <a:srgbClr val="D4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2663952" y="1258824"/>
            <a:ext cx="94488" cy="94488"/>
          </a:xfrm>
          <a:prstGeom prst="rect">
            <a:avLst/>
          </a:prstGeom>
          <a:solidFill>
            <a:srgbClr val="D5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2758440" y="1258824"/>
            <a:ext cx="94488" cy="94488"/>
          </a:xfrm>
          <a:prstGeom prst="rect">
            <a:avLst/>
          </a:prstGeom>
          <a:solidFill>
            <a:srgbClr val="D0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2852928" y="1258824"/>
            <a:ext cx="94488" cy="94488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2947416" y="1258824"/>
            <a:ext cx="94488" cy="94488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3041904" y="1258824"/>
            <a:ext cx="94488" cy="94488"/>
          </a:xfrm>
          <a:prstGeom prst="rect">
            <a:avLst/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3136392" y="1258824"/>
            <a:ext cx="94488" cy="94488"/>
          </a:xfrm>
          <a:prstGeom prst="rect">
            <a:avLst/>
          </a:prstGeom>
          <a:solidFill>
            <a:srgbClr val="EFC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3230880" y="1258824"/>
            <a:ext cx="94488" cy="94488"/>
          </a:xfrm>
          <a:prstGeom prst="rect">
            <a:avLst/>
          </a:prstGeom>
          <a:solidFill>
            <a:srgbClr val="EDC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3325368" y="1258824"/>
            <a:ext cx="94488" cy="94488"/>
          </a:xfrm>
          <a:prstGeom prst="rect">
            <a:avLst/>
          </a:prstGeom>
          <a:solidFill>
            <a:srgbClr val="EA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3419856" y="1258824"/>
            <a:ext cx="94488" cy="94488"/>
          </a:xfrm>
          <a:prstGeom prst="rect">
            <a:avLst/>
          </a:prstGeom>
          <a:solidFill>
            <a:srgbClr val="CE5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3514344" y="1258824"/>
            <a:ext cx="94488" cy="94488"/>
          </a:xfrm>
          <a:prstGeom prst="rect">
            <a:avLst/>
          </a:prstGeom>
          <a:solidFill>
            <a:srgbClr val="CD5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3608832" y="1258824"/>
            <a:ext cx="94488" cy="94488"/>
          </a:xfrm>
          <a:prstGeom prst="rect">
            <a:avLst/>
          </a:prstGeom>
          <a:solidFill>
            <a:srgbClr val="D47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868680" y="1353312"/>
            <a:ext cx="94488" cy="94488"/>
          </a:xfrm>
          <a:prstGeom prst="rect">
            <a:avLst/>
          </a:prstGeom>
          <a:solidFill>
            <a:srgbClr val="FD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963168" y="1353312"/>
            <a:ext cx="94488" cy="94488"/>
          </a:xfrm>
          <a:prstGeom prst="rect">
            <a:avLst/>
          </a:prstGeom>
          <a:solidFill>
            <a:srgbClr val="FD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1057656" y="1353312"/>
            <a:ext cx="94488" cy="94488"/>
          </a:xfrm>
          <a:prstGeom prst="rect">
            <a:avLst/>
          </a:prstGeom>
          <a:solidFill>
            <a:srgbClr val="87B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1152144" y="1353312"/>
            <a:ext cx="94488" cy="94488"/>
          </a:xfrm>
          <a:prstGeom prst="rect">
            <a:avLst/>
          </a:prstGeom>
          <a:solidFill>
            <a:srgbClr val="BD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1246632" y="1353312"/>
            <a:ext cx="94488" cy="94488"/>
          </a:xfrm>
          <a:prstGeom prst="rect">
            <a:avLst/>
          </a:prstGeom>
          <a:solidFill>
            <a:srgbClr val="B1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1341120" y="1353312"/>
            <a:ext cx="94488" cy="94488"/>
          </a:xfrm>
          <a:prstGeom prst="rect">
            <a:avLst/>
          </a:prstGeom>
          <a:solidFill>
            <a:srgbClr val="C5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1435608" y="1353312"/>
            <a:ext cx="94488" cy="94488"/>
          </a:xfrm>
          <a:prstGeom prst="rect">
            <a:avLst/>
          </a:prstGeom>
          <a:solidFill>
            <a:srgbClr val="DA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1530096" y="1353312"/>
            <a:ext cx="94488" cy="94488"/>
          </a:xfrm>
          <a:prstGeom prst="rect">
            <a:avLst/>
          </a:prstGeom>
          <a:solidFill>
            <a:srgbClr val="F9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1624584" y="1353312"/>
            <a:ext cx="94488" cy="94488"/>
          </a:xfrm>
          <a:prstGeom prst="rect">
            <a:avLst/>
          </a:prstGeom>
          <a:solidFill>
            <a:srgbClr val="E3A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1719072" y="1353312"/>
            <a:ext cx="94488" cy="9448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1813560" y="1353312"/>
            <a:ext cx="94488" cy="94488"/>
          </a:xfrm>
          <a:prstGeom prst="rect">
            <a:avLst/>
          </a:prstGeom>
          <a:solidFill>
            <a:srgbClr val="E8B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1908048" y="1353312"/>
            <a:ext cx="94488" cy="94488"/>
          </a:xfrm>
          <a:prstGeom prst="rect">
            <a:avLst/>
          </a:prstGeom>
          <a:solidFill>
            <a:srgbClr val="E09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2002536" y="1353312"/>
            <a:ext cx="94488" cy="94488"/>
          </a:xfrm>
          <a:prstGeom prst="rect">
            <a:avLst/>
          </a:prstGeom>
          <a:solidFill>
            <a:srgbClr val="DC8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2097024" y="1353312"/>
            <a:ext cx="94488" cy="94488"/>
          </a:xfrm>
          <a:prstGeom prst="rect">
            <a:avLst/>
          </a:prstGeom>
          <a:solidFill>
            <a:srgbClr val="D47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2191512" y="1353312"/>
            <a:ext cx="94488" cy="94488"/>
          </a:xfrm>
          <a:prstGeom prst="rect">
            <a:avLst/>
          </a:prstGeom>
          <a:solidFill>
            <a:srgbClr val="E7B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2286000" y="1353312"/>
            <a:ext cx="94488" cy="94488"/>
          </a:xfrm>
          <a:prstGeom prst="rect">
            <a:avLst/>
          </a:prstGeom>
          <a:solidFill>
            <a:srgbClr val="E4A6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2380488" y="1353312"/>
            <a:ext cx="94488" cy="94488"/>
          </a:xfrm>
          <a:prstGeom prst="rect">
            <a:avLst/>
          </a:prstGeom>
          <a:solidFill>
            <a:srgbClr val="FB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2474976" y="1353312"/>
            <a:ext cx="94488" cy="94488"/>
          </a:xfrm>
          <a:prstGeom prst="rect">
            <a:avLst/>
          </a:prstGeom>
          <a:solidFill>
            <a:srgbClr val="E5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2569464" y="1353312"/>
            <a:ext cx="94488" cy="94488"/>
          </a:xfrm>
          <a:prstGeom prst="rect">
            <a:avLst/>
          </a:prstGeom>
          <a:solidFill>
            <a:srgbClr val="8AC1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2663952" y="1353312"/>
            <a:ext cx="94488" cy="94488"/>
          </a:xfrm>
          <a:prstGeom prst="rect">
            <a:avLst/>
          </a:prstGeom>
          <a:solidFill>
            <a:srgbClr val="8DC2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2758440" y="1353312"/>
            <a:ext cx="94488" cy="94488"/>
          </a:xfrm>
          <a:prstGeom prst="rect">
            <a:avLst/>
          </a:prstGeom>
          <a:solidFill>
            <a:srgbClr val="8AC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2852928" y="1353312"/>
            <a:ext cx="94488" cy="94488"/>
          </a:xfrm>
          <a:prstGeom prst="rect">
            <a:avLst/>
          </a:prstGeom>
          <a:solidFill>
            <a:srgbClr val="9AC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2947416" y="1353312"/>
            <a:ext cx="94488" cy="94488"/>
          </a:xfrm>
          <a:prstGeom prst="rect">
            <a:avLst/>
          </a:prstGeom>
          <a:solidFill>
            <a:srgbClr val="9DCB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3041904" y="1353312"/>
            <a:ext cx="94488" cy="94488"/>
          </a:xfrm>
          <a:prstGeom prst="rect">
            <a:avLst/>
          </a:prstGeom>
          <a:solidFill>
            <a:srgbClr val="98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3136392" y="1353312"/>
            <a:ext cx="94488" cy="94488"/>
          </a:xfrm>
          <a:prstGeom prst="rect">
            <a:avLst/>
          </a:prstGeom>
          <a:solidFill>
            <a:srgbClr val="E6AC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3230880" y="1353312"/>
            <a:ext cx="94488" cy="94488"/>
          </a:xfrm>
          <a:prstGeom prst="rect">
            <a:avLst/>
          </a:prstGeom>
          <a:solidFill>
            <a:srgbClr val="DC8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3325368" y="1353312"/>
            <a:ext cx="94488" cy="94488"/>
          </a:xfrm>
          <a:prstGeom prst="rect">
            <a:avLst/>
          </a:prstGeom>
          <a:solidFill>
            <a:srgbClr val="E4A6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3419856" y="1353312"/>
            <a:ext cx="94488" cy="94488"/>
          </a:xfrm>
          <a:prstGeom prst="rect">
            <a:avLst/>
          </a:prstGeom>
          <a:solidFill>
            <a:srgbClr val="E09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3514344" y="1353312"/>
            <a:ext cx="94488" cy="94488"/>
          </a:xfrm>
          <a:prstGeom prst="rect">
            <a:avLst/>
          </a:prstGeom>
          <a:solidFill>
            <a:srgbClr val="E7B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3608832" y="1353312"/>
            <a:ext cx="94488" cy="94488"/>
          </a:xfrm>
          <a:prstGeom prst="rect">
            <a:avLst/>
          </a:prstGeom>
          <a:solidFill>
            <a:srgbClr val="E9B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868680" y="1447800"/>
            <a:ext cx="94488" cy="94488"/>
          </a:xfrm>
          <a:prstGeom prst="rect">
            <a:avLst/>
          </a:prstGeom>
          <a:solidFill>
            <a:srgbClr val="FB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963168" y="1447800"/>
            <a:ext cx="94488" cy="94488"/>
          </a:xfrm>
          <a:prstGeom prst="rect">
            <a:avLst/>
          </a:prstGeom>
          <a:solidFill>
            <a:srgbClr val="FB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1057656" y="1447800"/>
            <a:ext cx="94488" cy="94488"/>
          </a:xfrm>
          <a:prstGeom prst="rect">
            <a:avLst/>
          </a:prstGeom>
          <a:solidFill>
            <a:srgbClr val="F7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1152144" y="1447800"/>
            <a:ext cx="94488" cy="94488"/>
          </a:xfrm>
          <a:prstGeom prst="rect">
            <a:avLst/>
          </a:prstGeom>
          <a:solidFill>
            <a:srgbClr val="FA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1246632" y="1447800"/>
            <a:ext cx="94488" cy="94488"/>
          </a:xfrm>
          <a:prstGeom prst="rect">
            <a:avLst/>
          </a:prstGeom>
          <a:solidFill>
            <a:srgbClr val="F5D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1341120" y="1447800"/>
            <a:ext cx="94488" cy="94488"/>
          </a:xfrm>
          <a:prstGeom prst="rect">
            <a:avLst/>
          </a:prstGeom>
          <a:solidFill>
            <a:srgbClr val="F2D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1435608" y="1447800"/>
            <a:ext cx="94488" cy="94488"/>
          </a:xfrm>
          <a:prstGeom prst="rect">
            <a:avLst/>
          </a:prstGeom>
          <a:solidFill>
            <a:srgbClr val="F6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1530096" y="1447800"/>
            <a:ext cx="94488" cy="94488"/>
          </a:xfrm>
          <a:prstGeom prst="rect">
            <a:avLst/>
          </a:prstGeom>
          <a:solidFill>
            <a:srgbClr val="F6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1624584" y="1447800"/>
            <a:ext cx="94488" cy="94488"/>
          </a:xfrm>
          <a:prstGeom prst="rect">
            <a:avLst/>
          </a:prstGeom>
          <a:solidFill>
            <a:srgbClr val="EF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1719072" y="1447800"/>
            <a:ext cx="94488" cy="94488"/>
          </a:xfrm>
          <a:prstGeom prst="rect">
            <a:avLst/>
          </a:prstGeom>
          <a:solidFill>
            <a:srgbClr val="E8B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813560" y="1447800"/>
            <a:ext cx="94488" cy="9448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908048" y="1447800"/>
            <a:ext cx="94488" cy="94488"/>
          </a:xfrm>
          <a:prstGeom prst="rect">
            <a:avLst/>
          </a:prstGeom>
          <a:solidFill>
            <a:srgbClr val="D16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2002536" y="1447800"/>
            <a:ext cx="94488" cy="94488"/>
          </a:xfrm>
          <a:prstGeom prst="rect">
            <a:avLst/>
          </a:prstGeom>
          <a:solidFill>
            <a:srgbClr val="F8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2097024" y="1447800"/>
            <a:ext cx="94488" cy="94488"/>
          </a:xfrm>
          <a:prstGeom prst="rect">
            <a:avLst/>
          </a:prstGeom>
          <a:solidFill>
            <a:srgbClr val="DA8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2191512" y="1447800"/>
            <a:ext cx="94488" cy="94488"/>
          </a:xfrm>
          <a:prstGeom prst="rect">
            <a:avLst/>
          </a:prstGeom>
          <a:solidFill>
            <a:srgbClr val="F2D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2286000" y="1447800"/>
            <a:ext cx="94488" cy="94488"/>
          </a:xfrm>
          <a:prstGeom prst="rect">
            <a:avLst/>
          </a:prstGeom>
          <a:solidFill>
            <a:srgbClr val="F5D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2380488" y="1447800"/>
            <a:ext cx="94488" cy="94488"/>
          </a:xfrm>
          <a:prstGeom prst="rect">
            <a:avLst/>
          </a:prstGeom>
          <a:solidFill>
            <a:srgbClr val="DA8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2474976" y="1447800"/>
            <a:ext cx="94488" cy="94488"/>
          </a:xfrm>
          <a:prstGeom prst="rect">
            <a:avLst/>
          </a:prstGeom>
          <a:solidFill>
            <a:srgbClr val="E7A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2569464" y="1447800"/>
            <a:ext cx="94488" cy="94488"/>
          </a:xfrm>
          <a:prstGeom prst="rect">
            <a:avLst/>
          </a:prstGeom>
          <a:solidFill>
            <a:srgbClr val="F4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2663952" y="1447800"/>
            <a:ext cx="94488" cy="94488"/>
          </a:xfrm>
          <a:prstGeom prst="rect">
            <a:avLst/>
          </a:prstGeom>
          <a:solidFill>
            <a:srgbClr val="F6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2758440" y="1447800"/>
            <a:ext cx="94488" cy="94488"/>
          </a:xfrm>
          <a:prstGeom prst="rect">
            <a:avLst/>
          </a:prstGeom>
          <a:solidFill>
            <a:srgbClr val="F5D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2852928" y="1447800"/>
            <a:ext cx="94488" cy="94488"/>
          </a:xfrm>
          <a:prstGeom prst="rect">
            <a:avLst/>
          </a:prstGeom>
          <a:solidFill>
            <a:srgbClr val="F2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2947416" y="1447800"/>
            <a:ext cx="94488" cy="94488"/>
          </a:xfrm>
          <a:prstGeom prst="rect">
            <a:avLst/>
          </a:prstGeom>
          <a:solidFill>
            <a:srgbClr val="F3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3041904" y="1447800"/>
            <a:ext cx="94488" cy="94488"/>
          </a:xfrm>
          <a:prstGeom prst="rect">
            <a:avLst/>
          </a:prstGeom>
          <a:solidFill>
            <a:srgbClr val="F7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3136392" y="1447800"/>
            <a:ext cx="94488" cy="94488"/>
          </a:xfrm>
          <a:prstGeom prst="rect">
            <a:avLst/>
          </a:prstGeom>
          <a:solidFill>
            <a:srgbClr val="F9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3230880" y="1447800"/>
            <a:ext cx="94488" cy="94488"/>
          </a:xfrm>
          <a:prstGeom prst="rect">
            <a:avLst/>
          </a:prstGeom>
          <a:solidFill>
            <a:srgbClr val="FB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3325368" y="1447800"/>
            <a:ext cx="94488" cy="94488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3419856" y="1447800"/>
            <a:ext cx="94488" cy="94488"/>
          </a:xfrm>
          <a:prstGeom prst="rect">
            <a:avLst/>
          </a:prstGeom>
          <a:solidFill>
            <a:srgbClr val="E8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3514344" y="1447800"/>
            <a:ext cx="94488" cy="94488"/>
          </a:xfrm>
          <a:prstGeom prst="rect">
            <a:avLst/>
          </a:prstGeom>
          <a:solidFill>
            <a:srgbClr val="FD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3608832" y="1447800"/>
            <a:ext cx="94488" cy="94488"/>
          </a:xfrm>
          <a:prstGeom prst="rect">
            <a:avLst/>
          </a:prstGeom>
          <a:solidFill>
            <a:srgbClr val="DE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868680" y="1542288"/>
            <a:ext cx="94488" cy="94488"/>
          </a:xfrm>
          <a:prstGeom prst="rect">
            <a:avLst/>
          </a:prstGeom>
          <a:solidFill>
            <a:srgbClr val="FA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963168" y="1542288"/>
            <a:ext cx="94488" cy="94488"/>
          </a:xfrm>
          <a:prstGeom prst="rect">
            <a:avLst/>
          </a:prstGeom>
          <a:solidFill>
            <a:srgbClr val="FA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1057656" y="1542288"/>
            <a:ext cx="94488" cy="94488"/>
          </a:xfrm>
          <a:prstGeom prst="rect">
            <a:avLst/>
          </a:prstGeom>
          <a:solidFill>
            <a:srgbClr val="FD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1152144" y="1542288"/>
            <a:ext cx="94488" cy="94488"/>
          </a:xfrm>
          <a:prstGeom prst="rect">
            <a:avLst/>
          </a:prstGeom>
          <a:solidFill>
            <a:srgbClr val="D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1246632" y="1542288"/>
            <a:ext cx="94488" cy="94488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1341120" y="1542288"/>
            <a:ext cx="94488" cy="94488"/>
          </a:xfrm>
          <a:prstGeom prst="rect">
            <a:avLst/>
          </a:prstGeom>
          <a:solidFill>
            <a:srgbClr val="F1D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1435608" y="1542288"/>
            <a:ext cx="94488" cy="94488"/>
          </a:xfrm>
          <a:prstGeom prst="rect">
            <a:avLst/>
          </a:prstGeom>
          <a:solidFill>
            <a:srgbClr val="F2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1530096" y="1542288"/>
            <a:ext cx="94488" cy="94488"/>
          </a:xfrm>
          <a:prstGeom prst="rect">
            <a:avLst/>
          </a:prstGeom>
          <a:solidFill>
            <a:srgbClr val="F6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1624584" y="1542288"/>
            <a:ext cx="94488" cy="94488"/>
          </a:xfrm>
          <a:prstGeom prst="rect">
            <a:avLst/>
          </a:prstGeom>
          <a:solidFill>
            <a:srgbClr val="EAB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1719072" y="1542288"/>
            <a:ext cx="94488" cy="94488"/>
          </a:xfrm>
          <a:prstGeom prst="rect">
            <a:avLst/>
          </a:prstGeom>
          <a:solidFill>
            <a:srgbClr val="E09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1813560" y="1542288"/>
            <a:ext cx="94488" cy="94488"/>
          </a:xfrm>
          <a:prstGeom prst="rect">
            <a:avLst/>
          </a:prstGeom>
          <a:solidFill>
            <a:srgbClr val="D16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1908048" y="1542288"/>
            <a:ext cx="94488" cy="9448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2002536" y="1542288"/>
            <a:ext cx="94488" cy="94488"/>
          </a:xfrm>
          <a:prstGeom prst="rect">
            <a:avLst/>
          </a:prstGeom>
          <a:solidFill>
            <a:srgbClr val="F4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2097024" y="1542288"/>
            <a:ext cx="94488" cy="94488"/>
          </a:xfrm>
          <a:prstGeom prst="rect">
            <a:avLst/>
          </a:prstGeom>
          <a:solidFill>
            <a:srgbClr val="D06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2191512" y="1542288"/>
            <a:ext cx="94488" cy="94488"/>
          </a:xfrm>
          <a:prstGeom prst="rect">
            <a:avLst/>
          </a:prstGeom>
          <a:solidFill>
            <a:srgbClr val="F2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2286000" y="1542288"/>
            <a:ext cx="94488" cy="94488"/>
          </a:xfrm>
          <a:prstGeom prst="rect">
            <a:avLst/>
          </a:prstGeom>
          <a:solidFill>
            <a:srgbClr val="F6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2380488" y="1542288"/>
            <a:ext cx="94488" cy="94488"/>
          </a:xfrm>
          <a:prstGeom prst="rect">
            <a:avLst/>
          </a:prstGeom>
          <a:solidFill>
            <a:srgbClr val="EBBC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2474976" y="1542288"/>
            <a:ext cx="94488" cy="94488"/>
          </a:xfrm>
          <a:prstGeom prst="rect">
            <a:avLst/>
          </a:prstGeom>
          <a:solidFill>
            <a:srgbClr val="EFC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2569464" y="1542288"/>
            <a:ext cx="94488" cy="94488"/>
          </a:xfrm>
          <a:prstGeom prst="rect">
            <a:avLst/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2663952" y="1542288"/>
            <a:ext cx="94488" cy="94488"/>
          </a:xfrm>
          <a:prstGeom prst="rect">
            <a:avLst/>
          </a:prstGeom>
          <a:solidFill>
            <a:srgbClr val="E2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2758440" y="1542288"/>
            <a:ext cx="94488" cy="94488"/>
          </a:xfrm>
          <a:prstGeom prst="rect">
            <a:avLst/>
          </a:prstGeom>
          <a:solidFill>
            <a:srgbClr val="E5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2852928" y="1542288"/>
            <a:ext cx="94488" cy="94488"/>
          </a:xfrm>
          <a:prstGeom prst="rect">
            <a:avLst/>
          </a:prstGeom>
          <a:solidFill>
            <a:srgbClr val="E6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2947416" y="1542288"/>
            <a:ext cx="94488" cy="94488"/>
          </a:xfrm>
          <a:prstGeom prst="rect">
            <a:avLst/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3041904" y="1542288"/>
            <a:ext cx="94488" cy="94488"/>
          </a:xfrm>
          <a:prstGeom prst="rect">
            <a:avLst/>
          </a:prstGeom>
          <a:solidFill>
            <a:srgbClr val="D6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3136392" y="1542288"/>
            <a:ext cx="94488" cy="94488"/>
          </a:xfrm>
          <a:prstGeom prst="rect">
            <a:avLst/>
          </a:prstGeom>
          <a:solidFill>
            <a:srgbClr val="F6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3230880" y="1542288"/>
            <a:ext cx="94488" cy="94488"/>
          </a:xfrm>
          <a:prstGeom prst="rect">
            <a:avLst/>
          </a:prstGeom>
          <a:solidFill>
            <a:srgbClr val="F2D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3325368" y="1542288"/>
            <a:ext cx="94488" cy="94488"/>
          </a:xfrm>
          <a:prstGeom prst="rect">
            <a:avLst/>
          </a:prstGeom>
          <a:solidFill>
            <a:srgbClr val="F4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3419856" y="1542288"/>
            <a:ext cx="94488" cy="94488"/>
          </a:xfrm>
          <a:prstGeom prst="rect">
            <a:avLst/>
          </a:prstGeom>
          <a:solidFill>
            <a:srgbClr val="DD8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3514344" y="1542288"/>
            <a:ext cx="94488" cy="94488"/>
          </a:xfrm>
          <a:prstGeom prst="rect">
            <a:avLst/>
          </a:prstGeom>
          <a:solidFill>
            <a:srgbClr val="F5D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3608832" y="1542288"/>
            <a:ext cx="94488" cy="94488"/>
          </a:xfrm>
          <a:prstGeom prst="rect">
            <a:avLst/>
          </a:prstGeom>
          <a:solidFill>
            <a:srgbClr val="FB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868680" y="1636776"/>
            <a:ext cx="94488" cy="94488"/>
          </a:xfrm>
          <a:prstGeom prst="rect">
            <a:avLst/>
          </a:prstGeom>
          <a:solidFill>
            <a:srgbClr val="F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963168" y="1636776"/>
            <a:ext cx="94488" cy="94488"/>
          </a:xfrm>
          <a:prstGeom prst="rect">
            <a:avLst/>
          </a:prstGeom>
          <a:solidFill>
            <a:srgbClr val="F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1057656" y="1636776"/>
            <a:ext cx="94488" cy="94488"/>
          </a:xfrm>
          <a:prstGeom prst="rect">
            <a:avLst/>
          </a:prstGeom>
          <a:solidFill>
            <a:srgbClr val="74B5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1152144" y="1636776"/>
            <a:ext cx="94488" cy="94488"/>
          </a:xfrm>
          <a:prstGeom prst="rect">
            <a:avLst/>
          </a:prstGeom>
          <a:solidFill>
            <a:srgbClr val="9AC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1246632" y="1636776"/>
            <a:ext cx="94488" cy="94488"/>
          </a:xfrm>
          <a:prstGeom prst="rect">
            <a:avLst/>
          </a:prstGeom>
          <a:solidFill>
            <a:srgbClr val="95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1341120" y="1636776"/>
            <a:ext cx="94488" cy="94488"/>
          </a:xfrm>
          <a:prstGeom prst="rect">
            <a:avLst/>
          </a:prstGeom>
          <a:solidFill>
            <a:srgbClr val="E8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435608" y="1636776"/>
            <a:ext cx="94488" cy="94488"/>
          </a:xfrm>
          <a:prstGeom prst="rect">
            <a:avLst/>
          </a:prstGeom>
          <a:solidFill>
            <a:srgbClr val="ED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530096" y="1636776"/>
            <a:ext cx="94488" cy="94488"/>
          </a:xfrm>
          <a:prstGeom prst="rect">
            <a:avLst/>
          </a:prstGeom>
          <a:solidFill>
            <a:srgbClr val="FB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624584" y="1636776"/>
            <a:ext cx="94488" cy="94488"/>
          </a:xfrm>
          <a:prstGeom prst="rect">
            <a:avLst/>
          </a:prstGeom>
          <a:solidFill>
            <a:srgbClr val="D87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719072" y="1636776"/>
            <a:ext cx="94488" cy="94488"/>
          </a:xfrm>
          <a:prstGeom prst="rect">
            <a:avLst/>
          </a:prstGeom>
          <a:solidFill>
            <a:srgbClr val="DC8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813560" y="1636776"/>
            <a:ext cx="94488" cy="94488"/>
          </a:xfrm>
          <a:prstGeom prst="rect">
            <a:avLst/>
          </a:prstGeom>
          <a:solidFill>
            <a:srgbClr val="F8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908048" y="1636776"/>
            <a:ext cx="94488" cy="94488"/>
          </a:xfrm>
          <a:prstGeom prst="rect">
            <a:avLst/>
          </a:prstGeom>
          <a:solidFill>
            <a:srgbClr val="F4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2002536" y="1636776"/>
            <a:ext cx="94488" cy="9448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2097024" y="1636776"/>
            <a:ext cx="94488" cy="94488"/>
          </a:xfrm>
          <a:prstGeom prst="rect">
            <a:avLst/>
          </a:prstGeom>
          <a:solidFill>
            <a:srgbClr val="E19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2191512" y="1636776"/>
            <a:ext cx="94488" cy="94488"/>
          </a:xfrm>
          <a:prstGeom prst="rect">
            <a:avLst/>
          </a:prstGeom>
          <a:solidFill>
            <a:srgbClr val="E19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2286000" y="1636776"/>
            <a:ext cx="94488" cy="94488"/>
          </a:xfrm>
          <a:prstGeom prst="rect">
            <a:avLst/>
          </a:prstGeom>
          <a:solidFill>
            <a:srgbClr val="DC8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2380488" y="1636776"/>
            <a:ext cx="94488" cy="94488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2474976" y="1636776"/>
            <a:ext cx="94488" cy="94488"/>
          </a:xfrm>
          <a:prstGeom prst="rect">
            <a:avLst/>
          </a:prstGeom>
          <a:solidFill>
            <a:srgbClr val="BB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2569464" y="1636776"/>
            <a:ext cx="94488" cy="94488"/>
          </a:xfrm>
          <a:prstGeom prst="rect">
            <a:avLst/>
          </a:prstGeom>
          <a:solidFill>
            <a:srgbClr val="95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2663952" y="1636776"/>
            <a:ext cx="94488" cy="94488"/>
          </a:xfrm>
          <a:prstGeom prst="rect">
            <a:avLst/>
          </a:prstGeom>
          <a:solidFill>
            <a:srgbClr val="90C4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2758440" y="1636776"/>
            <a:ext cx="94488" cy="94488"/>
          </a:xfrm>
          <a:prstGeom prst="rect">
            <a:avLst/>
          </a:prstGeom>
          <a:solidFill>
            <a:srgbClr val="8FC3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2852928" y="1636776"/>
            <a:ext cx="94488" cy="94488"/>
          </a:xfrm>
          <a:prstGeom prst="rect">
            <a:avLst/>
          </a:prstGeom>
          <a:solidFill>
            <a:srgbClr val="A1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2947416" y="1636776"/>
            <a:ext cx="94488" cy="94488"/>
          </a:xfrm>
          <a:prstGeom prst="rect">
            <a:avLst/>
          </a:prstGeom>
          <a:solidFill>
            <a:srgbClr val="A6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3041904" y="1636776"/>
            <a:ext cx="94488" cy="94488"/>
          </a:xfrm>
          <a:prstGeom prst="rect">
            <a:avLst/>
          </a:prstGeom>
          <a:solidFill>
            <a:srgbClr val="AF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3136392" y="1636776"/>
            <a:ext cx="94488" cy="94488"/>
          </a:xfrm>
          <a:prstGeom prst="rect">
            <a:avLst/>
          </a:prstGeom>
          <a:solidFill>
            <a:srgbClr val="DD8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3230880" y="1636776"/>
            <a:ext cx="94488" cy="94488"/>
          </a:xfrm>
          <a:prstGeom prst="rect">
            <a:avLst/>
          </a:prstGeom>
          <a:solidFill>
            <a:srgbClr val="D88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3325368" y="1636776"/>
            <a:ext cx="94488" cy="94488"/>
          </a:xfrm>
          <a:prstGeom prst="rect">
            <a:avLst/>
          </a:prstGeom>
          <a:solidFill>
            <a:srgbClr val="D87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3419856" y="1636776"/>
            <a:ext cx="94488" cy="94488"/>
          </a:xfrm>
          <a:prstGeom prst="rect">
            <a:avLst/>
          </a:prstGeom>
          <a:solidFill>
            <a:srgbClr val="DE91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3514344" y="1636776"/>
            <a:ext cx="94488" cy="94488"/>
          </a:xfrm>
          <a:prstGeom prst="rect">
            <a:avLst/>
          </a:prstGeom>
          <a:solidFill>
            <a:srgbClr val="D87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3608832" y="1636776"/>
            <a:ext cx="94488" cy="94488"/>
          </a:xfrm>
          <a:prstGeom prst="rect">
            <a:avLst/>
          </a:prstGeom>
          <a:solidFill>
            <a:srgbClr val="D6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868680" y="1731264"/>
            <a:ext cx="94488" cy="94488"/>
          </a:xfrm>
          <a:prstGeom prst="rect">
            <a:avLst/>
          </a:prstGeom>
          <a:solidFill>
            <a:srgbClr val="F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963168" y="1731264"/>
            <a:ext cx="94488" cy="94488"/>
          </a:xfrm>
          <a:prstGeom prst="rect">
            <a:avLst/>
          </a:prstGeom>
          <a:solidFill>
            <a:srgbClr val="F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1057656" y="1731264"/>
            <a:ext cx="94488" cy="94488"/>
          </a:xfrm>
          <a:prstGeom prst="rect">
            <a:avLst/>
          </a:prstGeom>
          <a:solidFill>
            <a:srgbClr val="C4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152144" y="1731264"/>
            <a:ext cx="94488" cy="94488"/>
          </a:xfrm>
          <a:prstGeom prst="rect">
            <a:avLst/>
          </a:prstGeom>
          <a:solidFill>
            <a:srgbClr val="A2C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246632" y="1731264"/>
            <a:ext cx="94488" cy="94488"/>
          </a:xfrm>
          <a:prstGeom prst="rect">
            <a:avLst/>
          </a:prstGeom>
          <a:solidFill>
            <a:srgbClr val="CEE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1341120" y="1731264"/>
            <a:ext cx="94488" cy="94488"/>
          </a:xfrm>
          <a:prstGeom prst="rect">
            <a:avLst/>
          </a:prstGeom>
          <a:solidFill>
            <a:srgbClr val="FE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1435608" y="1731264"/>
            <a:ext cx="94488" cy="94488"/>
          </a:xfrm>
          <a:prstGeom prst="rect">
            <a:avLst/>
          </a:prstGeom>
          <a:solidFill>
            <a:srgbClr val="FE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1530096" y="1731264"/>
            <a:ext cx="94488" cy="94488"/>
          </a:xfrm>
          <a:prstGeom prst="rect">
            <a:avLst/>
          </a:prstGeom>
          <a:solidFill>
            <a:srgbClr val="FA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1624584" y="1731264"/>
            <a:ext cx="94488" cy="94488"/>
          </a:xfrm>
          <a:prstGeom prst="rect">
            <a:avLst/>
          </a:prstGeom>
          <a:solidFill>
            <a:srgbClr val="D98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1719072" y="1731264"/>
            <a:ext cx="94488" cy="94488"/>
          </a:xfrm>
          <a:prstGeom prst="rect">
            <a:avLst/>
          </a:prstGeom>
          <a:solidFill>
            <a:srgbClr val="D47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1813560" y="1731264"/>
            <a:ext cx="94488" cy="94488"/>
          </a:xfrm>
          <a:prstGeom prst="rect">
            <a:avLst/>
          </a:prstGeom>
          <a:solidFill>
            <a:srgbClr val="DA8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1908048" y="1731264"/>
            <a:ext cx="94488" cy="94488"/>
          </a:xfrm>
          <a:prstGeom prst="rect">
            <a:avLst/>
          </a:prstGeom>
          <a:solidFill>
            <a:srgbClr val="D06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2002536" y="1731264"/>
            <a:ext cx="94488" cy="94488"/>
          </a:xfrm>
          <a:prstGeom prst="rect">
            <a:avLst/>
          </a:prstGeom>
          <a:solidFill>
            <a:srgbClr val="E19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2097024" y="1731264"/>
            <a:ext cx="94488" cy="9448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2191512" y="1731264"/>
            <a:ext cx="94488" cy="94488"/>
          </a:xfrm>
          <a:prstGeom prst="rect">
            <a:avLst/>
          </a:prstGeom>
          <a:solidFill>
            <a:srgbClr val="E5A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2286000" y="1731264"/>
            <a:ext cx="94488" cy="94488"/>
          </a:xfrm>
          <a:prstGeom prst="rect">
            <a:avLst/>
          </a:prstGeom>
          <a:solidFill>
            <a:srgbClr val="E9B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2380488" y="1731264"/>
            <a:ext cx="94488" cy="94488"/>
          </a:xfrm>
          <a:prstGeom prst="rect">
            <a:avLst/>
          </a:prstGeom>
          <a:solidFill>
            <a:srgbClr val="EBB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2474976" y="1731264"/>
            <a:ext cx="94488" cy="94488"/>
          </a:xfrm>
          <a:prstGeom prst="rect">
            <a:avLst/>
          </a:prstGeom>
          <a:solidFill>
            <a:srgbClr val="F9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2569464" y="1731264"/>
            <a:ext cx="94488" cy="94488"/>
          </a:xfrm>
          <a:prstGeom prst="rect">
            <a:avLst/>
          </a:prstGeom>
          <a:solidFill>
            <a:srgbClr val="CFE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2663952" y="1731264"/>
            <a:ext cx="94488" cy="94488"/>
          </a:xfrm>
          <a:prstGeom prst="rect">
            <a:avLst/>
          </a:prstGeom>
          <a:solidFill>
            <a:srgbClr val="C7E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2758440" y="1731264"/>
            <a:ext cx="94488" cy="94488"/>
          </a:xfrm>
          <a:prstGeom prst="rect">
            <a:avLst/>
          </a:prstGeom>
          <a:solidFill>
            <a:srgbClr val="C5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2852928" y="1731264"/>
            <a:ext cx="94488" cy="94488"/>
          </a:xfrm>
          <a:prstGeom prst="rect">
            <a:avLst/>
          </a:prstGeom>
          <a:solidFill>
            <a:srgbClr val="D3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2947416" y="1731264"/>
            <a:ext cx="94488" cy="94488"/>
          </a:xfrm>
          <a:prstGeom prst="rect">
            <a:avLst/>
          </a:prstGeom>
          <a:solidFill>
            <a:srgbClr val="D1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3041904" y="1731264"/>
            <a:ext cx="94488" cy="94488"/>
          </a:xfrm>
          <a:prstGeom prst="rect">
            <a:avLst/>
          </a:prstGeom>
          <a:solidFill>
            <a:srgbClr val="D0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3136392" y="1731264"/>
            <a:ext cx="94488" cy="94488"/>
          </a:xfrm>
          <a:prstGeom prst="rect">
            <a:avLst/>
          </a:prstGeom>
          <a:solidFill>
            <a:srgbClr val="EA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3230880" y="1731264"/>
            <a:ext cx="94488" cy="94488"/>
          </a:xfrm>
          <a:prstGeom prst="rect">
            <a:avLst/>
          </a:prstGeom>
          <a:solidFill>
            <a:srgbClr val="E7B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3325368" y="1731264"/>
            <a:ext cx="94488" cy="94488"/>
          </a:xfrm>
          <a:prstGeom prst="rect">
            <a:avLst/>
          </a:prstGeom>
          <a:solidFill>
            <a:srgbClr val="EBB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3419856" y="1731264"/>
            <a:ext cx="94488" cy="94488"/>
          </a:xfrm>
          <a:prstGeom prst="rect">
            <a:avLst/>
          </a:prstGeom>
          <a:solidFill>
            <a:srgbClr val="D26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3514344" y="1731264"/>
            <a:ext cx="94488" cy="94488"/>
          </a:xfrm>
          <a:prstGeom prst="rect">
            <a:avLst/>
          </a:prstGeom>
          <a:solidFill>
            <a:srgbClr val="E7B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3608832" y="1731264"/>
            <a:ext cx="94488" cy="94488"/>
          </a:xfrm>
          <a:prstGeom prst="rect">
            <a:avLst/>
          </a:prstGeom>
          <a:solidFill>
            <a:srgbClr val="EEC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868680" y="1825752"/>
            <a:ext cx="94488" cy="94488"/>
          </a:xfrm>
          <a:prstGeom prst="rect">
            <a:avLst/>
          </a:prstGeom>
          <a:solidFill>
            <a:srgbClr val="F4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963168" y="1825752"/>
            <a:ext cx="94488" cy="94488"/>
          </a:xfrm>
          <a:prstGeom prst="rect">
            <a:avLst/>
          </a:prstGeom>
          <a:solidFill>
            <a:srgbClr val="F4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1057656" y="1825752"/>
            <a:ext cx="94488" cy="94488"/>
          </a:xfrm>
          <a:prstGeom prst="rect">
            <a:avLst/>
          </a:prstGeom>
          <a:solidFill>
            <a:srgbClr val="B3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1152144" y="1825752"/>
            <a:ext cx="94488" cy="94488"/>
          </a:xfrm>
          <a:prstGeom prst="rect">
            <a:avLst/>
          </a:prstGeom>
          <a:solidFill>
            <a:srgbClr val="F8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1246632" y="1825752"/>
            <a:ext cx="94488" cy="94488"/>
          </a:xfrm>
          <a:prstGeom prst="rect">
            <a:avLst/>
          </a:prstGeom>
          <a:solidFill>
            <a:srgbClr val="BD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1341120" y="1825752"/>
            <a:ext cx="94488" cy="94488"/>
          </a:xfrm>
          <a:prstGeom prst="rect">
            <a:avLst/>
          </a:prstGeom>
          <a:solidFill>
            <a:srgbClr val="E5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1435608" y="1825752"/>
            <a:ext cx="94488" cy="94488"/>
          </a:xfrm>
          <a:prstGeom prst="rect">
            <a:avLst/>
          </a:prstGeom>
          <a:solidFill>
            <a:srgbClr val="FC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1530096" y="1825752"/>
            <a:ext cx="94488" cy="94488"/>
          </a:xfrm>
          <a:prstGeom prst="rect">
            <a:avLst/>
          </a:prstGeom>
          <a:solidFill>
            <a:srgbClr val="FB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1624584" y="1825752"/>
            <a:ext cx="94488" cy="94488"/>
          </a:xfrm>
          <a:prstGeom prst="rect">
            <a:avLst/>
          </a:prstGeom>
          <a:solidFill>
            <a:srgbClr val="ED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1719072" y="1825752"/>
            <a:ext cx="94488" cy="94488"/>
          </a:xfrm>
          <a:prstGeom prst="rect">
            <a:avLst/>
          </a:prstGeom>
          <a:solidFill>
            <a:srgbClr val="E7B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1813560" y="1825752"/>
            <a:ext cx="94488" cy="94488"/>
          </a:xfrm>
          <a:prstGeom prst="rect">
            <a:avLst/>
          </a:prstGeom>
          <a:solidFill>
            <a:srgbClr val="F2D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1908048" y="1825752"/>
            <a:ext cx="94488" cy="94488"/>
          </a:xfrm>
          <a:prstGeom prst="rect">
            <a:avLst/>
          </a:prstGeom>
          <a:solidFill>
            <a:srgbClr val="F2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2002536" y="1825752"/>
            <a:ext cx="94488" cy="94488"/>
          </a:xfrm>
          <a:prstGeom prst="rect">
            <a:avLst/>
          </a:prstGeom>
          <a:solidFill>
            <a:srgbClr val="E19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2097024" y="1825752"/>
            <a:ext cx="94488" cy="94488"/>
          </a:xfrm>
          <a:prstGeom prst="rect">
            <a:avLst/>
          </a:prstGeom>
          <a:solidFill>
            <a:srgbClr val="E5A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2191512" y="1825752"/>
            <a:ext cx="94488" cy="9448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2286000" y="1825752"/>
            <a:ext cx="94488" cy="94488"/>
          </a:xfrm>
          <a:prstGeom prst="rect">
            <a:avLst/>
          </a:prstGeom>
          <a:solidFill>
            <a:srgbClr val="C94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2380488" y="1825752"/>
            <a:ext cx="94488" cy="94488"/>
          </a:xfrm>
          <a:prstGeom prst="rect">
            <a:avLst/>
          </a:prstGeom>
          <a:solidFill>
            <a:srgbClr val="F1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2474976" y="1825752"/>
            <a:ext cx="94488" cy="94488"/>
          </a:xfrm>
          <a:prstGeom prst="rect">
            <a:avLst/>
          </a:prstGeom>
          <a:solidFill>
            <a:srgbClr val="D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2569464" y="1825752"/>
            <a:ext cx="94488" cy="94488"/>
          </a:xfrm>
          <a:prstGeom prst="rect">
            <a:avLst/>
          </a:prstGeom>
          <a:solidFill>
            <a:srgbClr val="D6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2663952" y="1825752"/>
            <a:ext cx="94488" cy="94488"/>
          </a:xfrm>
          <a:prstGeom prst="rect">
            <a:avLst/>
          </a:prstGeom>
          <a:solidFill>
            <a:srgbClr val="D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2758440" y="1825752"/>
            <a:ext cx="94488" cy="94488"/>
          </a:xfrm>
          <a:prstGeom prst="rect">
            <a:avLst/>
          </a:prstGeom>
          <a:solidFill>
            <a:srgbClr val="D1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2852928" y="1825752"/>
            <a:ext cx="94488" cy="94488"/>
          </a:xfrm>
          <a:prstGeom prst="rect">
            <a:avLst/>
          </a:prstGeom>
          <a:solidFill>
            <a:srgbClr val="ED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2947416" y="1825752"/>
            <a:ext cx="94488" cy="94488"/>
          </a:xfrm>
          <a:prstGeom prst="rect">
            <a:avLst/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3041904" y="1825752"/>
            <a:ext cx="94488" cy="94488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3136392" y="1825752"/>
            <a:ext cx="94488" cy="94488"/>
          </a:xfrm>
          <a:prstGeom prst="rect">
            <a:avLst/>
          </a:prstGeom>
          <a:solidFill>
            <a:srgbClr val="C8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3230880" y="1825752"/>
            <a:ext cx="94488" cy="94488"/>
          </a:xfrm>
          <a:prstGeom prst="rect">
            <a:avLst/>
          </a:prstGeom>
          <a:solidFill>
            <a:srgbClr val="E09A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3325368" y="1825752"/>
            <a:ext cx="94488" cy="94488"/>
          </a:xfrm>
          <a:prstGeom prst="rect">
            <a:avLst/>
          </a:prstGeom>
          <a:solidFill>
            <a:srgbClr val="D98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3419856" y="1825752"/>
            <a:ext cx="94488" cy="94488"/>
          </a:xfrm>
          <a:prstGeom prst="rect">
            <a:avLst/>
          </a:prstGeom>
          <a:solidFill>
            <a:srgbClr val="F4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3514344" y="1825752"/>
            <a:ext cx="94488" cy="94488"/>
          </a:xfrm>
          <a:prstGeom prst="rect">
            <a:avLst/>
          </a:prstGeom>
          <a:solidFill>
            <a:srgbClr val="F7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3608832" y="1825752"/>
            <a:ext cx="94488" cy="94488"/>
          </a:xfrm>
          <a:prstGeom prst="rect">
            <a:avLst/>
          </a:prstGeom>
          <a:solidFill>
            <a:srgbClr val="ED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868680" y="1920240"/>
            <a:ext cx="94488" cy="94488"/>
          </a:xfrm>
          <a:prstGeom prst="rect">
            <a:avLst/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963168" y="1920240"/>
            <a:ext cx="94488" cy="94488"/>
          </a:xfrm>
          <a:prstGeom prst="rect">
            <a:avLst/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1057656" y="1920240"/>
            <a:ext cx="94488" cy="94488"/>
          </a:xfrm>
          <a:prstGeom prst="rect">
            <a:avLst/>
          </a:prstGeom>
          <a:solidFill>
            <a:srgbClr val="B7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1152144" y="1920240"/>
            <a:ext cx="94488" cy="94488"/>
          </a:xfrm>
          <a:prstGeom prst="rect">
            <a:avLst/>
          </a:prstGeom>
          <a:solidFill>
            <a:srgbClr val="F9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1246632" y="1920240"/>
            <a:ext cx="94488" cy="94488"/>
          </a:xfrm>
          <a:prstGeom prst="rect">
            <a:avLst/>
          </a:prstGeom>
          <a:solidFill>
            <a:srgbClr val="CB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1341120" y="1920240"/>
            <a:ext cx="94488" cy="94488"/>
          </a:xfrm>
          <a:prstGeom prst="rect">
            <a:avLst/>
          </a:prstGeom>
          <a:solidFill>
            <a:srgbClr val="DA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1435608" y="1920240"/>
            <a:ext cx="94488" cy="94488"/>
          </a:xfrm>
          <a:prstGeom prst="rect">
            <a:avLst/>
          </a:prstGeom>
          <a:solidFill>
            <a:srgbClr val="FB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1530096" y="1920240"/>
            <a:ext cx="94488" cy="94488"/>
          </a:xfrm>
          <a:prstGeom prst="rect">
            <a:avLst/>
          </a:prstGeom>
          <a:solidFill>
            <a:srgbClr val="F2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1624584" y="1920240"/>
            <a:ext cx="94488" cy="94488"/>
          </a:xfrm>
          <a:prstGeom prst="rect">
            <a:avLst/>
          </a:prstGeom>
          <a:solidFill>
            <a:srgbClr val="EA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1719072" y="1920240"/>
            <a:ext cx="94488" cy="94488"/>
          </a:xfrm>
          <a:prstGeom prst="rect">
            <a:avLst/>
          </a:prstGeom>
          <a:solidFill>
            <a:srgbClr val="E4A6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1813560" y="1920240"/>
            <a:ext cx="94488" cy="94488"/>
          </a:xfrm>
          <a:prstGeom prst="rect">
            <a:avLst/>
          </a:prstGeom>
          <a:solidFill>
            <a:srgbClr val="F5D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1908048" y="1920240"/>
            <a:ext cx="94488" cy="94488"/>
          </a:xfrm>
          <a:prstGeom prst="rect">
            <a:avLst/>
          </a:prstGeom>
          <a:solidFill>
            <a:srgbClr val="F6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2002536" y="1920240"/>
            <a:ext cx="94488" cy="94488"/>
          </a:xfrm>
          <a:prstGeom prst="rect">
            <a:avLst/>
          </a:prstGeom>
          <a:solidFill>
            <a:srgbClr val="DC8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2097024" y="1920240"/>
            <a:ext cx="94488" cy="94488"/>
          </a:xfrm>
          <a:prstGeom prst="rect">
            <a:avLst/>
          </a:prstGeom>
          <a:solidFill>
            <a:srgbClr val="E9B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2191512" y="1920240"/>
            <a:ext cx="94488" cy="94488"/>
          </a:xfrm>
          <a:prstGeom prst="rect">
            <a:avLst/>
          </a:prstGeom>
          <a:solidFill>
            <a:srgbClr val="C94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2286000" y="1920240"/>
            <a:ext cx="94488" cy="9448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2380488" y="1920240"/>
            <a:ext cx="94488" cy="94488"/>
          </a:xfrm>
          <a:prstGeom prst="rect">
            <a:avLst/>
          </a:prstGeom>
          <a:solidFill>
            <a:srgbClr val="EFC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2474976" y="1920240"/>
            <a:ext cx="94488" cy="94488"/>
          </a:xfrm>
          <a:prstGeom prst="rect">
            <a:avLst/>
          </a:prstGeom>
          <a:solidFill>
            <a:srgbClr val="E7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2569464" y="1920240"/>
            <a:ext cx="94488" cy="94488"/>
          </a:xfrm>
          <a:prstGeom prst="rect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2663952" y="1920240"/>
            <a:ext cx="94488" cy="94488"/>
          </a:xfrm>
          <a:prstGeom prst="rect">
            <a:avLst/>
          </a:prstGeom>
          <a:solidFill>
            <a:srgbClr val="C7E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2758440" y="1920240"/>
            <a:ext cx="94488" cy="94488"/>
          </a:xfrm>
          <a:prstGeom prst="rect">
            <a:avLst/>
          </a:prstGeom>
          <a:solidFill>
            <a:srgbClr val="C7E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2852928" y="1920240"/>
            <a:ext cx="94488" cy="94488"/>
          </a:xfrm>
          <a:prstGeom prst="rect">
            <a:avLst/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2947416" y="1920240"/>
            <a:ext cx="94488" cy="94488"/>
          </a:xfrm>
          <a:prstGeom prst="rect">
            <a:avLst/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3041904" y="1920240"/>
            <a:ext cx="94488" cy="94488"/>
          </a:xfrm>
          <a:prstGeom prst="rect">
            <a:avLst/>
          </a:prstGeom>
          <a:solidFill>
            <a:srgbClr val="F9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3136392" y="1920240"/>
            <a:ext cx="94488" cy="94488"/>
          </a:xfrm>
          <a:prstGeom prst="rect">
            <a:avLst/>
          </a:prstGeom>
          <a:solidFill>
            <a:srgbClr val="C94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3230880" y="1920240"/>
            <a:ext cx="94488" cy="94488"/>
          </a:xfrm>
          <a:prstGeom prst="rect">
            <a:avLst/>
          </a:prstGeom>
          <a:solidFill>
            <a:srgbClr val="DF9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3325368" y="1920240"/>
            <a:ext cx="94488" cy="94488"/>
          </a:xfrm>
          <a:prstGeom prst="rect">
            <a:avLst/>
          </a:prstGeom>
          <a:solidFill>
            <a:srgbClr val="D26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3419856" y="1920240"/>
            <a:ext cx="94488" cy="94488"/>
          </a:xfrm>
          <a:prstGeom prst="rect">
            <a:avLst/>
          </a:prstGeom>
          <a:solidFill>
            <a:srgbClr val="F5D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3514344" y="1920240"/>
            <a:ext cx="94488" cy="94488"/>
          </a:xfrm>
          <a:prstGeom prst="rect">
            <a:avLst/>
          </a:prstGeom>
          <a:solidFill>
            <a:srgbClr val="F3D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3608832" y="1920240"/>
            <a:ext cx="94488" cy="94488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868680" y="2014728"/>
            <a:ext cx="94488" cy="94488"/>
          </a:xfrm>
          <a:prstGeom prst="rect">
            <a:avLst/>
          </a:prstGeom>
          <a:solidFill>
            <a:srgbClr val="E3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963168" y="2014728"/>
            <a:ext cx="94488" cy="94488"/>
          </a:xfrm>
          <a:prstGeom prst="rect">
            <a:avLst/>
          </a:prstGeom>
          <a:solidFill>
            <a:srgbClr val="E3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1057656" y="2014728"/>
            <a:ext cx="94488" cy="94488"/>
          </a:xfrm>
          <a:prstGeom prst="rect">
            <a:avLst/>
          </a:prstGeom>
          <a:solidFill>
            <a:srgbClr val="F0CD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1152144" y="2014728"/>
            <a:ext cx="94488" cy="94488"/>
          </a:xfrm>
          <a:prstGeom prst="rect">
            <a:avLst/>
          </a:prstGeom>
          <a:solidFill>
            <a:srgbClr val="F9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1246632" y="2014728"/>
            <a:ext cx="94488" cy="94488"/>
          </a:xfrm>
          <a:prstGeom prst="rect">
            <a:avLst/>
          </a:prstGeom>
          <a:solidFill>
            <a:srgbClr val="F0C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1341120" y="2014728"/>
            <a:ext cx="94488" cy="94488"/>
          </a:xfrm>
          <a:prstGeom prst="rect">
            <a:avLst/>
          </a:prstGeom>
          <a:solidFill>
            <a:srgbClr val="F0C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Rectangle 488"/>
          <p:cNvSpPr/>
          <p:nvPr/>
        </p:nvSpPr>
        <p:spPr>
          <a:xfrm>
            <a:off x="1435608" y="2014728"/>
            <a:ext cx="94488" cy="94488"/>
          </a:xfrm>
          <a:prstGeom prst="rect">
            <a:avLst/>
          </a:prstGeom>
          <a:solidFill>
            <a:srgbClr val="E5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1530096" y="2014728"/>
            <a:ext cx="94488" cy="94488"/>
          </a:xfrm>
          <a:prstGeom prst="rect">
            <a:avLst/>
          </a:prstGeom>
          <a:solidFill>
            <a:srgbClr val="F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Rectangle 490"/>
          <p:cNvSpPr/>
          <p:nvPr/>
        </p:nvSpPr>
        <p:spPr>
          <a:xfrm>
            <a:off x="1624584" y="2014728"/>
            <a:ext cx="94488" cy="94488"/>
          </a:xfrm>
          <a:prstGeom prst="rect">
            <a:avLst/>
          </a:prstGeom>
          <a:solidFill>
            <a:srgbClr val="EAB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Rectangle 491"/>
          <p:cNvSpPr/>
          <p:nvPr/>
        </p:nvSpPr>
        <p:spPr>
          <a:xfrm>
            <a:off x="1719072" y="2014728"/>
            <a:ext cx="94488" cy="94488"/>
          </a:xfrm>
          <a:prstGeom prst="rect">
            <a:avLst/>
          </a:prstGeom>
          <a:solidFill>
            <a:srgbClr val="FB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Rectangle 492"/>
          <p:cNvSpPr/>
          <p:nvPr/>
        </p:nvSpPr>
        <p:spPr>
          <a:xfrm>
            <a:off x="1813560" y="2014728"/>
            <a:ext cx="94488" cy="94488"/>
          </a:xfrm>
          <a:prstGeom prst="rect">
            <a:avLst/>
          </a:prstGeom>
          <a:solidFill>
            <a:srgbClr val="DA8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Rectangle 493"/>
          <p:cNvSpPr/>
          <p:nvPr/>
        </p:nvSpPr>
        <p:spPr>
          <a:xfrm>
            <a:off x="1908048" y="2014728"/>
            <a:ext cx="94488" cy="94488"/>
          </a:xfrm>
          <a:prstGeom prst="rect">
            <a:avLst/>
          </a:prstGeom>
          <a:solidFill>
            <a:srgbClr val="EBBC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Rectangle 494"/>
          <p:cNvSpPr/>
          <p:nvPr/>
        </p:nvSpPr>
        <p:spPr>
          <a:xfrm>
            <a:off x="2002536" y="2014728"/>
            <a:ext cx="94488" cy="94488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Rectangle 495"/>
          <p:cNvSpPr/>
          <p:nvPr/>
        </p:nvSpPr>
        <p:spPr>
          <a:xfrm>
            <a:off x="2097024" y="2014728"/>
            <a:ext cx="94488" cy="94488"/>
          </a:xfrm>
          <a:prstGeom prst="rect">
            <a:avLst/>
          </a:prstGeom>
          <a:solidFill>
            <a:srgbClr val="EBB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Rectangle 496"/>
          <p:cNvSpPr/>
          <p:nvPr/>
        </p:nvSpPr>
        <p:spPr>
          <a:xfrm>
            <a:off x="2191512" y="2014728"/>
            <a:ext cx="94488" cy="94488"/>
          </a:xfrm>
          <a:prstGeom prst="rect">
            <a:avLst/>
          </a:prstGeom>
          <a:solidFill>
            <a:srgbClr val="F1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Rectangle 497"/>
          <p:cNvSpPr/>
          <p:nvPr/>
        </p:nvSpPr>
        <p:spPr>
          <a:xfrm>
            <a:off x="2286000" y="2014728"/>
            <a:ext cx="94488" cy="94488"/>
          </a:xfrm>
          <a:prstGeom prst="rect">
            <a:avLst/>
          </a:prstGeom>
          <a:solidFill>
            <a:srgbClr val="EFC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Rectangle 498"/>
          <p:cNvSpPr/>
          <p:nvPr/>
        </p:nvSpPr>
        <p:spPr>
          <a:xfrm>
            <a:off x="2380488" y="2014728"/>
            <a:ext cx="94488" cy="9448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Rectangle 499"/>
          <p:cNvSpPr/>
          <p:nvPr/>
        </p:nvSpPr>
        <p:spPr>
          <a:xfrm>
            <a:off x="2474976" y="2014728"/>
            <a:ext cx="94488" cy="94488"/>
          </a:xfrm>
          <a:prstGeom prst="rect">
            <a:avLst/>
          </a:prstGeom>
          <a:solidFill>
            <a:srgbClr val="E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Rectangle 500"/>
          <p:cNvSpPr/>
          <p:nvPr/>
        </p:nvSpPr>
        <p:spPr>
          <a:xfrm>
            <a:off x="2569464" y="2014728"/>
            <a:ext cx="94488" cy="94488"/>
          </a:xfrm>
          <a:prstGeom prst="rect">
            <a:avLst/>
          </a:prstGeom>
          <a:solidFill>
            <a:srgbClr val="E3A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Rectangle 501"/>
          <p:cNvSpPr/>
          <p:nvPr/>
        </p:nvSpPr>
        <p:spPr>
          <a:xfrm>
            <a:off x="2663952" y="2014728"/>
            <a:ext cx="94488" cy="94488"/>
          </a:xfrm>
          <a:prstGeom prst="rect">
            <a:avLst/>
          </a:prstGeom>
          <a:solidFill>
            <a:srgbClr val="E3A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Rectangle 502"/>
          <p:cNvSpPr/>
          <p:nvPr/>
        </p:nvSpPr>
        <p:spPr>
          <a:xfrm>
            <a:off x="2758440" y="2014728"/>
            <a:ext cx="94488" cy="94488"/>
          </a:xfrm>
          <a:prstGeom prst="rect">
            <a:avLst/>
          </a:prstGeom>
          <a:solidFill>
            <a:srgbClr val="E3A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Rectangle 503"/>
          <p:cNvSpPr/>
          <p:nvPr/>
        </p:nvSpPr>
        <p:spPr>
          <a:xfrm>
            <a:off x="2852928" y="2014728"/>
            <a:ext cx="94488" cy="94488"/>
          </a:xfrm>
          <a:prstGeom prst="rect">
            <a:avLst/>
          </a:prstGeom>
          <a:solidFill>
            <a:srgbClr val="E09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Rectangle 504"/>
          <p:cNvSpPr/>
          <p:nvPr/>
        </p:nvSpPr>
        <p:spPr>
          <a:xfrm>
            <a:off x="2947416" y="2014728"/>
            <a:ext cx="94488" cy="94488"/>
          </a:xfrm>
          <a:prstGeom prst="rect">
            <a:avLst/>
          </a:prstGeom>
          <a:solidFill>
            <a:srgbClr val="E09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Rectangle 505"/>
          <p:cNvSpPr/>
          <p:nvPr/>
        </p:nvSpPr>
        <p:spPr>
          <a:xfrm>
            <a:off x="3041904" y="2014728"/>
            <a:ext cx="94488" cy="94488"/>
          </a:xfrm>
          <a:prstGeom prst="rect">
            <a:avLst/>
          </a:prstGeom>
          <a:solidFill>
            <a:srgbClr val="E09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Rectangle 506"/>
          <p:cNvSpPr/>
          <p:nvPr/>
        </p:nvSpPr>
        <p:spPr>
          <a:xfrm>
            <a:off x="3136392" y="2014728"/>
            <a:ext cx="94488" cy="94488"/>
          </a:xfrm>
          <a:prstGeom prst="rect">
            <a:avLst/>
          </a:prstGeom>
          <a:solidFill>
            <a:srgbClr val="FA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Rectangle 507"/>
          <p:cNvSpPr/>
          <p:nvPr/>
        </p:nvSpPr>
        <p:spPr>
          <a:xfrm>
            <a:off x="3230880" y="2014728"/>
            <a:ext cx="94488" cy="94488"/>
          </a:xfrm>
          <a:prstGeom prst="rect">
            <a:avLst/>
          </a:prstGeom>
          <a:solidFill>
            <a:srgbClr val="CD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Rectangle 508"/>
          <p:cNvSpPr/>
          <p:nvPr/>
        </p:nvSpPr>
        <p:spPr>
          <a:xfrm>
            <a:off x="3325368" y="2014728"/>
            <a:ext cx="94488" cy="94488"/>
          </a:xfrm>
          <a:prstGeom prst="rect">
            <a:avLst/>
          </a:prstGeom>
          <a:solidFill>
            <a:srgbClr val="F6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Rectangle 509"/>
          <p:cNvSpPr/>
          <p:nvPr/>
        </p:nvSpPr>
        <p:spPr>
          <a:xfrm>
            <a:off x="3419856" y="2014728"/>
            <a:ext cx="94488" cy="94488"/>
          </a:xfrm>
          <a:prstGeom prst="rect">
            <a:avLst/>
          </a:prstGeom>
          <a:solidFill>
            <a:srgbClr val="F2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Rectangle 510"/>
          <p:cNvSpPr/>
          <p:nvPr/>
        </p:nvSpPr>
        <p:spPr>
          <a:xfrm>
            <a:off x="3514344" y="2014728"/>
            <a:ext cx="94488" cy="94488"/>
          </a:xfrm>
          <a:prstGeom prst="rect">
            <a:avLst/>
          </a:prstGeom>
          <a:solidFill>
            <a:srgbClr val="FBF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Rectangle 511"/>
          <p:cNvSpPr/>
          <p:nvPr/>
        </p:nvSpPr>
        <p:spPr>
          <a:xfrm>
            <a:off x="3608832" y="2014728"/>
            <a:ext cx="94488" cy="94488"/>
          </a:xfrm>
          <a:prstGeom prst="rect">
            <a:avLst/>
          </a:prstGeom>
          <a:solidFill>
            <a:srgbClr val="F9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Rectangle 512"/>
          <p:cNvSpPr/>
          <p:nvPr/>
        </p:nvSpPr>
        <p:spPr>
          <a:xfrm>
            <a:off x="868680" y="2109216"/>
            <a:ext cx="94488" cy="94488"/>
          </a:xfrm>
          <a:prstGeom prst="rect">
            <a:avLst/>
          </a:prstGeom>
          <a:solidFill>
            <a:srgbClr val="E9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Rectangle 513"/>
          <p:cNvSpPr/>
          <p:nvPr/>
        </p:nvSpPr>
        <p:spPr>
          <a:xfrm>
            <a:off x="963168" y="2109216"/>
            <a:ext cx="94488" cy="94488"/>
          </a:xfrm>
          <a:prstGeom prst="rect">
            <a:avLst/>
          </a:prstGeom>
          <a:solidFill>
            <a:srgbClr val="E9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Rectangle 514"/>
          <p:cNvSpPr/>
          <p:nvPr/>
        </p:nvSpPr>
        <p:spPr>
          <a:xfrm>
            <a:off x="1057656" y="2109216"/>
            <a:ext cx="94488" cy="94488"/>
          </a:xfrm>
          <a:prstGeom prst="rect">
            <a:avLst/>
          </a:prstGeom>
          <a:solidFill>
            <a:srgbClr val="F7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Rectangle 515"/>
          <p:cNvSpPr/>
          <p:nvPr/>
        </p:nvSpPr>
        <p:spPr>
          <a:xfrm>
            <a:off x="1152144" y="2109216"/>
            <a:ext cx="94488" cy="94488"/>
          </a:xfrm>
          <a:prstGeom prst="rect">
            <a:avLst/>
          </a:prstGeom>
          <a:solidFill>
            <a:srgbClr val="E0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Rectangle 516"/>
          <p:cNvSpPr/>
          <p:nvPr/>
        </p:nvSpPr>
        <p:spPr>
          <a:xfrm>
            <a:off x="1246632" y="2109216"/>
            <a:ext cx="94488" cy="94488"/>
          </a:xfrm>
          <a:prstGeom prst="rect">
            <a:avLst/>
          </a:prstGeom>
          <a:solidFill>
            <a:srgbClr val="F3D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Rectangle 517"/>
          <p:cNvSpPr/>
          <p:nvPr/>
        </p:nvSpPr>
        <p:spPr>
          <a:xfrm>
            <a:off x="1341120" y="2109216"/>
            <a:ext cx="94488" cy="94488"/>
          </a:xfrm>
          <a:prstGeom prst="rect">
            <a:avLst/>
          </a:prstGeom>
          <a:solidFill>
            <a:srgbClr val="FD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Rectangle 518"/>
          <p:cNvSpPr/>
          <p:nvPr/>
        </p:nvSpPr>
        <p:spPr>
          <a:xfrm>
            <a:off x="1435608" y="2109216"/>
            <a:ext cx="94488" cy="94488"/>
          </a:xfrm>
          <a:prstGeom prst="rect">
            <a:avLst/>
          </a:prstGeom>
          <a:solidFill>
            <a:srgbClr val="FB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Rectangle 519"/>
          <p:cNvSpPr/>
          <p:nvPr/>
        </p:nvSpPr>
        <p:spPr>
          <a:xfrm>
            <a:off x="1530096" y="2109216"/>
            <a:ext cx="94488" cy="94488"/>
          </a:xfrm>
          <a:prstGeom prst="rect">
            <a:avLst/>
          </a:prstGeom>
          <a:solidFill>
            <a:srgbClr val="F2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Rectangle 520"/>
          <p:cNvSpPr/>
          <p:nvPr/>
        </p:nvSpPr>
        <p:spPr>
          <a:xfrm>
            <a:off x="1624584" y="2109216"/>
            <a:ext cx="94488" cy="94488"/>
          </a:xfrm>
          <a:prstGeom prst="rect">
            <a:avLst/>
          </a:prstGeom>
          <a:solidFill>
            <a:srgbClr val="FE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Rectangle 521"/>
          <p:cNvSpPr/>
          <p:nvPr/>
        </p:nvSpPr>
        <p:spPr>
          <a:xfrm>
            <a:off x="1719072" y="2109216"/>
            <a:ext cx="94488" cy="94488"/>
          </a:xfrm>
          <a:prstGeom prst="rect">
            <a:avLst/>
          </a:prstGeom>
          <a:solidFill>
            <a:srgbClr val="E5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Rectangle 522"/>
          <p:cNvSpPr/>
          <p:nvPr/>
        </p:nvSpPr>
        <p:spPr>
          <a:xfrm>
            <a:off x="1813560" y="2109216"/>
            <a:ext cx="94488" cy="94488"/>
          </a:xfrm>
          <a:prstGeom prst="rect">
            <a:avLst/>
          </a:prstGeom>
          <a:solidFill>
            <a:srgbClr val="E7A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Rectangle 523"/>
          <p:cNvSpPr/>
          <p:nvPr/>
        </p:nvSpPr>
        <p:spPr>
          <a:xfrm>
            <a:off x="1908048" y="2109216"/>
            <a:ext cx="94488" cy="94488"/>
          </a:xfrm>
          <a:prstGeom prst="rect">
            <a:avLst/>
          </a:prstGeom>
          <a:solidFill>
            <a:srgbClr val="EFC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Rectangle 524"/>
          <p:cNvSpPr/>
          <p:nvPr/>
        </p:nvSpPr>
        <p:spPr>
          <a:xfrm>
            <a:off x="2002536" y="2109216"/>
            <a:ext cx="94488" cy="94488"/>
          </a:xfrm>
          <a:prstGeom prst="rect">
            <a:avLst/>
          </a:prstGeom>
          <a:solidFill>
            <a:srgbClr val="BB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Rectangle 525"/>
          <p:cNvSpPr/>
          <p:nvPr/>
        </p:nvSpPr>
        <p:spPr>
          <a:xfrm>
            <a:off x="2097024" y="2109216"/>
            <a:ext cx="94488" cy="94488"/>
          </a:xfrm>
          <a:prstGeom prst="rect">
            <a:avLst/>
          </a:prstGeom>
          <a:solidFill>
            <a:srgbClr val="F9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Rectangle 526"/>
          <p:cNvSpPr/>
          <p:nvPr/>
        </p:nvSpPr>
        <p:spPr>
          <a:xfrm>
            <a:off x="2191512" y="2109216"/>
            <a:ext cx="94488" cy="94488"/>
          </a:xfrm>
          <a:prstGeom prst="rect">
            <a:avLst/>
          </a:prstGeom>
          <a:solidFill>
            <a:srgbClr val="D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Rectangle 527"/>
          <p:cNvSpPr/>
          <p:nvPr/>
        </p:nvSpPr>
        <p:spPr>
          <a:xfrm>
            <a:off x="2286000" y="2109216"/>
            <a:ext cx="94488" cy="94488"/>
          </a:xfrm>
          <a:prstGeom prst="rect">
            <a:avLst/>
          </a:prstGeom>
          <a:solidFill>
            <a:srgbClr val="E7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Rectangle 528"/>
          <p:cNvSpPr/>
          <p:nvPr/>
        </p:nvSpPr>
        <p:spPr>
          <a:xfrm>
            <a:off x="2380488" y="2109216"/>
            <a:ext cx="94488" cy="94488"/>
          </a:xfrm>
          <a:prstGeom prst="rect">
            <a:avLst/>
          </a:prstGeom>
          <a:solidFill>
            <a:srgbClr val="E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Rectangle 529"/>
          <p:cNvSpPr/>
          <p:nvPr/>
        </p:nvSpPr>
        <p:spPr>
          <a:xfrm>
            <a:off x="2474976" y="2109216"/>
            <a:ext cx="94488" cy="9448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Rectangle 530"/>
          <p:cNvSpPr/>
          <p:nvPr/>
        </p:nvSpPr>
        <p:spPr>
          <a:xfrm>
            <a:off x="2569464" y="2109216"/>
            <a:ext cx="94488" cy="94488"/>
          </a:xfrm>
          <a:prstGeom prst="rect">
            <a:avLst/>
          </a:prstGeom>
          <a:solidFill>
            <a:srgbClr val="DF9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Rectangle 531"/>
          <p:cNvSpPr/>
          <p:nvPr/>
        </p:nvSpPr>
        <p:spPr>
          <a:xfrm>
            <a:off x="2663952" y="2109216"/>
            <a:ext cx="94488" cy="94488"/>
          </a:xfrm>
          <a:prstGeom prst="rect">
            <a:avLst/>
          </a:prstGeom>
          <a:solidFill>
            <a:srgbClr val="E4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Rectangle 532"/>
          <p:cNvSpPr/>
          <p:nvPr/>
        </p:nvSpPr>
        <p:spPr>
          <a:xfrm>
            <a:off x="2758440" y="2109216"/>
            <a:ext cx="94488" cy="94488"/>
          </a:xfrm>
          <a:prstGeom prst="rect">
            <a:avLst/>
          </a:prstGeom>
          <a:solidFill>
            <a:srgbClr val="E19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Rectangle 533"/>
          <p:cNvSpPr/>
          <p:nvPr/>
        </p:nvSpPr>
        <p:spPr>
          <a:xfrm>
            <a:off x="2852928" y="2109216"/>
            <a:ext cx="94488" cy="94488"/>
          </a:xfrm>
          <a:prstGeom prst="rect">
            <a:avLst/>
          </a:prstGeom>
          <a:solidFill>
            <a:srgbClr val="E5A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Rectangle 534"/>
          <p:cNvSpPr/>
          <p:nvPr/>
        </p:nvSpPr>
        <p:spPr>
          <a:xfrm>
            <a:off x="2947416" y="2109216"/>
            <a:ext cx="94488" cy="94488"/>
          </a:xfrm>
          <a:prstGeom prst="rect">
            <a:avLst/>
          </a:prstGeom>
          <a:solidFill>
            <a:srgbClr val="E4A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Rectangle 535"/>
          <p:cNvSpPr/>
          <p:nvPr/>
        </p:nvSpPr>
        <p:spPr>
          <a:xfrm>
            <a:off x="3041904" y="2109216"/>
            <a:ext cx="94488" cy="94488"/>
          </a:xfrm>
          <a:prstGeom prst="rect">
            <a:avLst/>
          </a:prstGeom>
          <a:solidFill>
            <a:srgbClr val="DE9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Rectangle 536"/>
          <p:cNvSpPr/>
          <p:nvPr/>
        </p:nvSpPr>
        <p:spPr>
          <a:xfrm>
            <a:off x="3136392" y="2109216"/>
            <a:ext cx="94488" cy="94488"/>
          </a:xfrm>
          <a:prstGeom prst="rect">
            <a:avLst/>
          </a:prstGeom>
          <a:solidFill>
            <a:srgbClr val="C3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Rectangle 537"/>
          <p:cNvSpPr/>
          <p:nvPr/>
        </p:nvSpPr>
        <p:spPr>
          <a:xfrm>
            <a:off x="3230880" y="2109216"/>
            <a:ext cx="94488" cy="94488"/>
          </a:xfrm>
          <a:prstGeom prst="rect">
            <a:avLst/>
          </a:prstGeom>
          <a:solidFill>
            <a:srgbClr val="B0D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3325368" y="2109216"/>
            <a:ext cx="94488" cy="94488"/>
          </a:xfrm>
          <a:prstGeom prst="rect">
            <a:avLst/>
          </a:prstGeom>
          <a:solidFill>
            <a:srgbClr val="C3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3419856" y="2109216"/>
            <a:ext cx="94488" cy="94488"/>
          </a:xfrm>
          <a:prstGeom prst="rect">
            <a:avLst/>
          </a:prstGeom>
          <a:solidFill>
            <a:srgbClr val="FD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3514344" y="2109216"/>
            <a:ext cx="94488" cy="94488"/>
          </a:xfrm>
          <a:prstGeom prst="rect">
            <a:avLst/>
          </a:prstGeom>
          <a:solidFill>
            <a:srgbClr val="CFE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3608832" y="2109216"/>
            <a:ext cx="94488" cy="94488"/>
          </a:xfrm>
          <a:prstGeom prst="rect">
            <a:avLst/>
          </a:prstGeom>
          <a:solidFill>
            <a:srgbClr val="D6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Rectangle 542"/>
          <p:cNvSpPr/>
          <p:nvPr/>
        </p:nvSpPr>
        <p:spPr>
          <a:xfrm>
            <a:off x="868680" y="2203704"/>
            <a:ext cx="94488" cy="94488"/>
          </a:xfrm>
          <a:prstGeom prst="rect">
            <a:avLst/>
          </a:prstGeom>
          <a:solidFill>
            <a:srgbClr val="CC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Rectangle 543"/>
          <p:cNvSpPr/>
          <p:nvPr/>
        </p:nvSpPr>
        <p:spPr>
          <a:xfrm>
            <a:off x="963168" y="2203704"/>
            <a:ext cx="94488" cy="94488"/>
          </a:xfrm>
          <a:prstGeom prst="rect">
            <a:avLst/>
          </a:prstGeom>
          <a:solidFill>
            <a:srgbClr val="CC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Rectangle 544"/>
          <p:cNvSpPr/>
          <p:nvPr/>
        </p:nvSpPr>
        <p:spPr>
          <a:xfrm>
            <a:off x="1057656" y="2203704"/>
            <a:ext cx="94488" cy="94488"/>
          </a:xfrm>
          <a:prstGeom prst="rect">
            <a:avLst/>
          </a:prstGeom>
          <a:solidFill>
            <a:srgbClr val="E29F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Rectangle 545"/>
          <p:cNvSpPr/>
          <p:nvPr/>
        </p:nvSpPr>
        <p:spPr>
          <a:xfrm>
            <a:off x="1152144" y="2203704"/>
            <a:ext cx="94488" cy="94488"/>
          </a:xfrm>
          <a:prstGeom prst="rect">
            <a:avLst/>
          </a:prstGeom>
          <a:solidFill>
            <a:srgbClr val="F3D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Rectangle 546"/>
          <p:cNvSpPr/>
          <p:nvPr/>
        </p:nvSpPr>
        <p:spPr>
          <a:xfrm>
            <a:off x="1246632" y="2203704"/>
            <a:ext cx="94488" cy="94488"/>
          </a:xfrm>
          <a:prstGeom prst="rect">
            <a:avLst/>
          </a:prstGeom>
          <a:solidFill>
            <a:srgbClr val="E9B7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Rectangle 547"/>
          <p:cNvSpPr/>
          <p:nvPr/>
        </p:nvSpPr>
        <p:spPr>
          <a:xfrm>
            <a:off x="1341120" y="2203704"/>
            <a:ext cx="94488" cy="94488"/>
          </a:xfrm>
          <a:prstGeom prst="rect">
            <a:avLst/>
          </a:prstGeom>
          <a:solidFill>
            <a:srgbClr val="E6A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Rectangle 548"/>
          <p:cNvSpPr/>
          <p:nvPr/>
        </p:nvSpPr>
        <p:spPr>
          <a:xfrm>
            <a:off x="1435608" y="2203704"/>
            <a:ext cx="94488" cy="94488"/>
          </a:xfrm>
          <a:prstGeom prst="rect">
            <a:avLst/>
          </a:prstGeom>
          <a:solidFill>
            <a:srgbClr val="DE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Rectangle 549"/>
          <p:cNvSpPr/>
          <p:nvPr/>
        </p:nvSpPr>
        <p:spPr>
          <a:xfrm>
            <a:off x="1530096" y="2203704"/>
            <a:ext cx="94488" cy="94488"/>
          </a:xfrm>
          <a:prstGeom prst="rect">
            <a:avLst/>
          </a:prstGeom>
          <a:solidFill>
            <a:srgbClr val="E6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Rectangle 550"/>
          <p:cNvSpPr/>
          <p:nvPr/>
        </p:nvSpPr>
        <p:spPr>
          <a:xfrm>
            <a:off x="1624584" y="2203704"/>
            <a:ext cx="94488" cy="94488"/>
          </a:xfrm>
          <a:prstGeom prst="rect">
            <a:avLst/>
          </a:prstGeom>
          <a:solidFill>
            <a:srgbClr val="D4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Rectangle 551"/>
          <p:cNvSpPr/>
          <p:nvPr/>
        </p:nvSpPr>
        <p:spPr>
          <a:xfrm>
            <a:off x="1719072" y="2203704"/>
            <a:ext cx="94488" cy="94488"/>
          </a:xfrm>
          <a:prstGeom prst="rect">
            <a:avLst/>
          </a:prstGeom>
          <a:solidFill>
            <a:srgbClr val="8AC1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Rectangle 552"/>
          <p:cNvSpPr/>
          <p:nvPr/>
        </p:nvSpPr>
        <p:spPr>
          <a:xfrm>
            <a:off x="1813560" y="2203704"/>
            <a:ext cx="94488" cy="94488"/>
          </a:xfrm>
          <a:prstGeom prst="rect">
            <a:avLst/>
          </a:prstGeom>
          <a:solidFill>
            <a:srgbClr val="F4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Rectangle 553"/>
          <p:cNvSpPr/>
          <p:nvPr/>
        </p:nvSpPr>
        <p:spPr>
          <a:xfrm>
            <a:off x="1908048" y="2203704"/>
            <a:ext cx="94488" cy="94488"/>
          </a:xfrm>
          <a:prstGeom prst="rect">
            <a:avLst/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Rectangle 554"/>
          <p:cNvSpPr/>
          <p:nvPr/>
        </p:nvSpPr>
        <p:spPr>
          <a:xfrm>
            <a:off x="2002536" y="2203704"/>
            <a:ext cx="94488" cy="94488"/>
          </a:xfrm>
          <a:prstGeom prst="rect">
            <a:avLst/>
          </a:prstGeom>
          <a:solidFill>
            <a:srgbClr val="95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Rectangle 555"/>
          <p:cNvSpPr/>
          <p:nvPr/>
        </p:nvSpPr>
        <p:spPr>
          <a:xfrm>
            <a:off x="2097024" y="2203704"/>
            <a:ext cx="94488" cy="94488"/>
          </a:xfrm>
          <a:prstGeom prst="rect">
            <a:avLst/>
          </a:prstGeom>
          <a:solidFill>
            <a:srgbClr val="CFE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Rectangle 556"/>
          <p:cNvSpPr/>
          <p:nvPr/>
        </p:nvSpPr>
        <p:spPr>
          <a:xfrm>
            <a:off x="2191512" y="2203704"/>
            <a:ext cx="94488" cy="94488"/>
          </a:xfrm>
          <a:prstGeom prst="rect">
            <a:avLst/>
          </a:prstGeom>
          <a:solidFill>
            <a:srgbClr val="D6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Rectangle 557"/>
          <p:cNvSpPr/>
          <p:nvPr/>
        </p:nvSpPr>
        <p:spPr>
          <a:xfrm>
            <a:off x="2286000" y="2203704"/>
            <a:ext cx="94488" cy="94488"/>
          </a:xfrm>
          <a:prstGeom prst="rect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Rectangle 558"/>
          <p:cNvSpPr/>
          <p:nvPr/>
        </p:nvSpPr>
        <p:spPr>
          <a:xfrm>
            <a:off x="2380488" y="2203704"/>
            <a:ext cx="94488" cy="94488"/>
          </a:xfrm>
          <a:prstGeom prst="rect">
            <a:avLst/>
          </a:prstGeom>
          <a:solidFill>
            <a:srgbClr val="E3A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Rectangle 559"/>
          <p:cNvSpPr/>
          <p:nvPr/>
        </p:nvSpPr>
        <p:spPr>
          <a:xfrm>
            <a:off x="2474976" y="2203704"/>
            <a:ext cx="94488" cy="94488"/>
          </a:xfrm>
          <a:prstGeom prst="rect">
            <a:avLst/>
          </a:prstGeom>
          <a:solidFill>
            <a:srgbClr val="DF9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Rectangle 560"/>
          <p:cNvSpPr/>
          <p:nvPr/>
        </p:nvSpPr>
        <p:spPr>
          <a:xfrm>
            <a:off x="2569464" y="2203704"/>
            <a:ext cx="94488" cy="9448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Rectangle 561"/>
          <p:cNvSpPr/>
          <p:nvPr/>
        </p:nvSpPr>
        <p:spPr>
          <a:xfrm>
            <a:off x="2663952" y="2203704"/>
            <a:ext cx="94488" cy="94488"/>
          </a:xfrm>
          <a:prstGeom prst="rect">
            <a:avLst/>
          </a:prstGeom>
          <a:solidFill>
            <a:srgbClr val="C8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Rectangle 562"/>
          <p:cNvSpPr/>
          <p:nvPr/>
        </p:nvSpPr>
        <p:spPr>
          <a:xfrm>
            <a:off x="2758440" y="2203704"/>
            <a:ext cx="94488" cy="94488"/>
          </a:xfrm>
          <a:prstGeom prst="rect">
            <a:avLst/>
          </a:prstGeom>
          <a:solidFill>
            <a:srgbClr val="C54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Rectangle 563"/>
          <p:cNvSpPr/>
          <p:nvPr/>
        </p:nvSpPr>
        <p:spPr>
          <a:xfrm>
            <a:off x="2852928" y="2203704"/>
            <a:ext cx="94488" cy="94488"/>
          </a:xfrm>
          <a:prstGeom prst="rect">
            <a:avLst/>
          </a:prstGeom>
          <a:solidFill>
            <a:srgbClr val="C94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Rectangle 564"/>
          <p:cNvSpPr/>
          <p:nvPr/>
        </p:nvSpPr>
        <p:spPr>
          <a:xfrm>
            <a:off x="2947416" y="2203704"/>
            <a:ext cx="94488" cy="94488"/>
          </a:xfrm>
          <a:prstGeom prst="rect">
            <a:avLst/>
          </a:prstGeom>
          <a:solidFill>
            <a:srgbClr val="CA5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Rectangle 565"/>
          <p:cNvSpPr/>
          <p:nvPr/>
        </p:nvSpPr>
        <p:spPr>
          <a:xfrm>
            <a:off x="3041904" y="2203704"/>
            <a:ext cx="94488" cy="94488"/>
          </a:xfrm>
          <a:prstGeom prst="rect">
            <a:avLst/>
          </a:prstGeom>
          <a:solidFill>
            <a:srgbClr val="CB5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Rectangle 566"/>
          <p:cNvSpPr/>
          <p:nvPr/>
        </p:nvSpPr>
        <p:spPr>
          <a:xfrm>
            <a:off x="3136392" y="2203704"/>
            <a:ext cx="94488" cy="94488"/>
          </a:xfrm>
          <a:prstGeom prst="rect">
            <a:avLst/>
          </a:prstGeom>
          <a:solidFill>
            <a:srgbClr val="B0D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Rectangle 567"/>
          <p:cNvSpPr/>
          <p:nvPr/>
        </p:nvSpPr>
        <p:spPr>
          <a:xfrm>
            <a:off x="3230880" y="2203704"/>
            <a:ext cx="94488" cy="94488"/>
          </a:xfrm>
          <a:prstGeom prst="rect">
            <a:avLst/>
          </a:prstGeom>
          <a:solidFill>
            <a:srgbClr val="50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Rectangle 568"/>
          <p:cNvSpPr/>
          <p:nvPr/>
        </p:nvSpPr>
        <p:spPr>
          <a:xfrm>
            <a:off x="3325368" y="2203704"/>
            <a:ext cx="94488" cy="94488"/>
          </a:xfrm>
          <a:prstGeom prst="rect">
            <a:avLst/>
          </a:prstGeom>
          <a:solidFill>
            <a:srgbClr val="98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Rectangle 569"/>
          <p:cNvSpPr/>
          <p:nvPr/>
        </p:nvSpPr>
        <p:spPr>
          <a:xfrm>
            <a:off x="3419856" y="2203704"/>
            <a:ext cx="94488" cy="94488"/>
          </a:xfrm>
          <a:prstGeom prst="rect">
            <a:avLst/>
          </a:prstGeom>
          <a:solidFill>
            <a:srgbClr val="C1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Rectangle 570"/>
          <p:cNvSpPr/>
          <p:nvPr/>
        </p:nvSpPr>
        <p:spPr>
          <a:xfrm>
            <a:off x="3514344" y="2203704"/>
            <a:ext cx="94488" cy="94488"/>
          </a:xfrm>
          <a:prstGeom prst="rect">
            <a:avLst/>
          </a:prstGeom>
          <a:solidFill>
            <a:srgbClr val="A7D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Rectangle 571"/>
          <p:cNvSpPr/>
          <p:nvPr/>
        </p:nvSpPr>
        <p:spPr>
          <a:xfrm>
            <a:off x="3608832" y="2203704"/>
            <a:ext cx="94488" cy="94488"/>
          </a:xfrm>
          <a:prstGeom prst="rect">
            <a:avLst/>
          </a:prstGeom>
          <a:solidFill>
            <a:srgbClr val="D3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Rectangle 572"/>
          <p:cNvSpPr/>
          <p:nvPr/>
        </p:nvSpPr>
        <p:spPr>
          <a:xfrm>
            <a:off x="868680" y="2298192"/>
            <a:ext cx="94488" cy="94488"/>
          </a:xfrm>
          <a:prstGeom prst="rect">
            <a:avLst/>
          </a:prstGeom>
          <a:solidFill>
            <a:srgbClr val="CC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Rectangle 573"/>
          <p:cNvSpPr/>
          <p:nvPr/>
        </p:nvSpPr>
        <p:spPr>
          <a:xfrm>
            <a:off x="963168" y="2298192"/>
            <a:ext cx="94488" cy="94488"/>
          </a:xfrm>
          <a:prstGeom prst="rect">
            <a:avLst/>
          </a:prstGeom>
          <a:solidFill>
            <a:srgbClr val="CC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Rectangle 574"/>
          <p:cNvSpPr/>
          <p:nvPr/>
        </p:nvSpPr>
        <p:spPr>
          <a:xfrm>
            <a:off x="1057656" y="2298192"/>
            <a:ext cx="94488" cy="94488"/>
          </a:xfrm>
          <a:prstGeom prst="rect">
            <a:avLst/>
          </a:prstGeom>
          <a:solidFill>
            <a:srgbClr val="E4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Rectangle 575"/>
          <p:cNvSpPr/>
          <p:nvPr/>
        </p:nvSpPr>
        <p:spPr>
          <a:xfrm>
            <a:off x="1152144" y="2298192"/>
            <a:ext cx="94488" cy="94488"/>
          </a:xfrm>
          <a:prstGeom prst="rect">
            <a:avLst/>
          </a:prstGeom>
          <a:solidFill>
            <a:srgbClr val="ECC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Rectangle 576"/>
          <p:cNvSpPr/>
          <p:nvPr/>
        </p:nvSpPr>
        <p:spPr>
          <a:xfrm>
            <a:off x="1246632" y="2298192"/>
            <a:ext cx="94488" cy="94488"/>
          </a:xfrm>
          <a:prstGeom prst="rect">
            <a:avLst/>
          </a:prstGeom>
          <a:solidFill>
            <a:srgbClr val="EDC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Rectangle 577"/>
          <p:cNvSpPr/>
          <p:nvPr/>
        </p:nvSpPr>
        <p:spPr>
          <a:xfrm>
            <a:off x="1341120" y="2298192"/>
            <a:ext cx="94488" cy="94488"/>
          </a:xfrm>
          <a:prstGeom prst="rect">
            <a:avLst/>
          </a:prstGeom>
          <a:solidFill>
            <a:srgbClr val="E9B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Rectangle 578"/>
          <p:cNvSpPr/>
          <p:nvPr/>
        </p:nvSpPr>
        <p:spPr>
          <a:xfrm>
            <a:off x="1435608" y="2298192"/>
            <a:ext cx="94488" cy="94488"/>
          </a:xfrm>
          <a:prstGeom prst="rect">
            <a:avLst/>
          </a:prstGeom>
          <a:solidFill>
            <a:srgbClr val="C9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Rectangle 579"/>
          <p:cNvSpPr/>
          <p:nvPr/>
        </p:nvSpPr>
        <p:spPr>
          <a:xfrm>
            <a:off x="1530096" y="2298192"/>
            <a:ext cx="94488" cy="94488"/>
          </a:xfrm>
          <a:prstGeom prst="rect">
            <a:avLst/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Rectangle 580"/>
          <p:cNvSpPr/>
          <p:nvPr/>
        </p:nvSpPr>
        <p:spPr>
          <a:xfrm>
            <a:off x="1624584" y="2298192"/>
            <a:ext cx="94488" cy="94488"/>
          </a:xfrm>
          <a:prstGeom prst="rect">
            <a:avLst/>
          </a:prstGeom>
          <a:solidFill>
            <a:srgbClr val="D5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Rectangle 581"/>
          <p:cNvSpPr/>
          <p:nvPr/>
        </p:nvSpPr>
        <p:spPr>
          <a:xfrm>
            <a:off x="1719072" y="2298192"/>
            <a:ext cx="94488" cy="94488"/>
          </a:xfrm>
          <a:prstGeom prst="rect">
            <a:avLst/>
          </a:prstGeom>
          <a:solidFill>
            <a:srgbClr val="8DC2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Rectangle 582"/>
          <p:cNvSpPr/>
          <p:nvPr/>
        </p:nvSpPr>
        <p:spPr>
          <a:xfrm>
            <a:off x="1813560" y="2298192"/>
            <a:ext cx="94488" cy="94488"/>
          </a:xfrm>
          <a:prstGeom prst="rect">
            <a:avLst/>
          </a:prstGeom>
          <a:solidFill>
            <a:srgbClr val="F6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Rectangle 583"/>
          <p:cNvSpPr/>
          <p:nvPr/>
        </p:nvSpPr>
        <p:spPr>
          <a:xfrm>
            <a:off x="1908048" y="2298192"/>
            <a:ext cx="94488" cy="94488"/>
          </a:xfrm>
          <a:prstGeom prst="rect">
            <a:avLst/>
          </a:prstGeom>
          <a:solidFill>
            <a:srgbClr val="E2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Rectangle 584"/>
          <p:cNvSpPr/>
          <p:nvPr/>
        </p:nvSpPr>
        <p:spPr>
          <a:xfrm>
            <a:off x="2002536" y="2298192"/>
            <a:ext cx="94488" cy="94488"/>
          </a:xfrm>
          <a:prstGeom prst="rect">
            <a:avLst/>
          </a:prstGeom>
          <a:solidFill>
            <a:srgbClr val="90C4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Rectangle 585"/>
          <p:cNvSpPr/>
          <p:nvPr/>
        </p:nvSpPr>
        <p:spPr>
          <a:xfrm>
            <a:off x="2097024" y="2298192"/>
            <a:ext cx="94488" cy="94488"/>
          </a:xfrm>
          <a:prstGeom prst="rect">
            <a:avLst/>
          </a:prstGeom>
          <a:solidFill>
            <a:srgbClr val="C7E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Rectangle 586"/>
          <p:cNvSpPr/>
          <p:nvPr/>
        </p:nvSpPr>
        <p:spPr>
          <a:xfrm>
            <a:off x="2191512" y="2298192"/>
            <a:ext cx="94488" cy="94488"/>
          </a:xfrm>
          <a:prstGeom prst="rect">
            <a:avLst/>
          </a:prstGeom>
          <a:solidFill>
            <a:srgbClr val="D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Rectangle 587"/>
          <p:cNvSpPr/>
          <p:nvPr/>
        </p:nvSpPr>
        <p:spPr>
          <a:xfrm>
            <a:off x="2286000" y="2298192"/>
            <a:ext cx="94488" cy="94488"/>
          </a:xfrm>
          <a:prstGeom prst="rect">
            <a:avLst/>
          </a:prstGeom>
          <a:solidFill>
            <a:srgbClr val="C7E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Rectangle 588"/>
          <p:cNvSpPr/>
          <p:nvPr/>
        </p:nvSpPr>
        <p:spPr>
          <a:xfrm>
            <a:off x="2380488" y="2298192"/>
            <a:ext cx="94488" cy="94488"/>
          </a:xfrm>
          <a:prstGeom prst="rect">
            <a:avLst/>
          </a:prstGeom>
          <a:solidFill>
            <a:srgbClr val="E3A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Rectangle 589"/>
          <p:cNvSpPr/>
          <p:nvPr/>
        </p:nvSpPr>
        <p:spPr>
          <a:xfrm>
            <a:off x="2474976" y="2298192"/>
            <a:ext cx="94488" cy="94488"/>
          </a:xfrm>
          <a:prstGeom prst="rect">
            <a:avLst/>
          </a:prstGeom>
          <a:solidFill>
            <a:srgbClr val="E4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Rectangle 590"/>
          <p:cNvSpPr/>
          <p:nvPr/>
        </p:nvSpPr>
        <p:spPr>
          <a:xfrm>
            <a:off x="2569464" y="2298192"/>
            <a:ext cx="94488" cy="94488"/>
          </a:xfrm>
          <a:prstGeom prst="rect">
            <a:avLst/>
          </a:prstGeom>
          <a:solidFill>
            <a:srgbClr val="C8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Rectangle 591"/>
          <p:cNvSpPr/>
          <p:nvPr/>
        </p:nvSpPr>
        <p:spPr>
          <a:xfrm>
            <a:off x="2663952" y="2298192"/>
            <a:ext cx="94488" cy="9448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Rectangle 592"/>
          <p:cNvSpPr/>
          <p:nvPr/>
        </p:nvSpPr>
        <p:spPr>
          <a:xfrm>
            <a:off x="2758440" y="2298192"/>
            <a:ext cx="94488" cy="94488"/>
          </a:xfrm>
          <a:prstGeom prst="rect">
            <a:avLst/>
          </a:prstGeom>
          <a:solidFill>
            <a:srgbClr val="C74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Rectangle 593"/>
          <p:cNvSpPr/>
          <p:nvPr/>
        </p:nvSpPr>
        <p:spPr>
          <a:xfrm>
            <a:off x="2852928" y="2298192"/>
            <a:ext cx="94488" cy="94488"/>
          </a:xfrm>
          <a:prstGeom prst="rect">
            <a:avLst/>
          </a:prstGeom>
          <a:solidFill>
            <a:srgbClr val="C64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Rectangle 594"/>
          <p:cNvSpPr/>
          <p:nvPr/>
        </p:nvSpPr>
        <p:spPr>
          <a:xfrm>
            <a:off x="2947416" y="2298192"/>
            <a:ext cx="94488" cy="94488"/>
          </a:xfrm>
          <a:prstGeom prst="rect">
            <a:avLst/>
          </a:prstGeom>
          <a:solidFill>
            <a:srgbClr val="C74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Rectangle 595"/>
          <p:cNvSpPr/>
          <p:nvPr/>
        </p:nvSpPr>
        <p:spPr>
          <a:xfrm>
            <a:off x="3041904" y="2298192"/>
            <a:ext cx="94488" cy="94488"/>
          </a:xfrm>
          <a:prstGeom prst="rect">
            <a:avLst/>
          </a:prstGeom>
          <a:solidFill>
            <a:srgbClr val="CA5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Rectangle 596"/>
          <p:cNvSpPr/>
          <p:nvPr/>
        </p:nvSpPr>
        <p:spPr>
          <a:xfrm>
            <a:off x="3136392" y="2298192"/>
            <a:ext cx="94488" cy="94488"/>
          </a:xfrm>
          <a:prstGeom prst="rect">
            <a:avLst/>
          </a:prstGeom>
          <a:solidFill>
            <a:srgbClr val="AF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Rectangle 597"/>
          <p:cNvSpPr/>
          <p:nvPr/>
        </p:nvSpPr>
        <p:spPr>
          <a:xfrm>
            <a:off x="3230880" y="2298192"/>
            <a:ext cx="94488" cy="94488"/>
          </a:xfrm>
          <a:prstGeom prst="rect">
            <a:avLst/>
          </a:prstGeom>
          <a:solidFill>
            <a:srgbClr val="52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Rectangle 598"/>
          <p:cNvSpPr/>
          <p:nvPr/>
        </p:nvSpPr>
        <p:spPr>
          <a:xfrm>
            <a:off x="3325368" y="2298192"/>
            <a:ext cx="94488" cy="94488"/>
          </a:xfrm>
          <a:prstGeom prst="rect">
            <a:avLst/>
          </a:prstGeom>
          <a:solidFill>
            <a:srgbClr val="8EC3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Rectangle 599"/>
          <p:cNvSpPr/>
          <p:nvPr/>
        </p:nvSpPr>
        <p:spPr>
          <a:xfrm>
            <a:off x="3419856" y="2298192"/>
            <a:ext cx="94488" cy="94488"/>
          </a:xfrm>
          <a:prstGeom prst="rect">
            <a:avLst/>
          </a:prstGeom>
          <a:solidFill>
            <a:srgbClr val="B4D7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Rectangle 600"/>
          <p:cNvSpPr/>
          <p:nvPr/>
        </p:nvSpPr>
        <p:spPr>
          <a:xfrm>
            <a:off x="3514344" y="2298192"/>
            <a:ext cx="94488" cy="94488"/>
          </a:xfrm>
          <a:prstGeom prst="rect">
            <a:avLst/>
          </a:prstGeom>
          <a:solidFill>
            <a:srgbClr val="A3C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Rectangle 601"/>
          <p:cNvSpPr/>
          <p:nvPr/>
        </p:nvSpPr>
        <p:spPr>
          <a:xfrm>
            <a:off x="3608832" y="2298192"/>
            <a:ext cx="94488" cy="94488"/>
          </a:xfrm>
          <a:prstGeom prst="rect">
            <a:avLst/>
          </a:prstGeom>
          <a:solidFill>
            <a:srgbClr val="D2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Rectangle 602"/>
          <p:cNvSpPr/>
          <p:nvPr/>
        </p:nvSpPr>
        <p:spPr>
          <a:xfrm>
            <a:off x="868680" y="2392680"/>
            <a:ext cx="94488" cy="94488"/>
          </a:xfrm>
          <a:prstGeom prst="rect">
            <a:avLst/>
          </a:prstGeom>
          <a:solidFill>
            <a:srgbClr val="C3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Rectangle 603"/>
          <p:cNvSpPr/>
          <p:nvPr/>
        </p:nvSpPr>
        <p:spPr>
          <a:xfrm>
            <a:off x="963168" y="2392680"/>
            <a:ext cx="94488" cy="94488"/>
          </a:xfrm>
          <a:prstGeom prst="rect">
            <a:avLst/>
          </a:prstGeom>
          <a:solidFill>
            <a:srgbClr val="C3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Rectangle 604"/>
          <p:cNvSpPr/>
          <p:nvPr/>
        </p:nvSpPr>
        <p:spPr>
          <a:xfrm>
            <a:off x="1057656" y="2392680"/>
            <a:ext cx="94488" cy="94488"/>
          </a:xfrm>
          <a:prstGeom prst="rect">
            <a:avLst/>
          </a:prstGeom>
          <a:solidFill>
            <a:srgbClr val="E29F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Rectangle 605"/>
          <p:cNvSpPr/>
          <p:nvPr/>
        </p:nvSpPr>
        <p:spPr>
          <a:xfrm>
            <a:off x="1152144" y="2392680"/>
            <a:ext cx="94488" cy="94488"/>
          </a:xfrm>
          <a:prstGeom prst="rect">
            <a:avLst/>
          </a:prstGeom>
          <a:solidFill>
            <a:srgbClr val="EDC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Rectangle 606"/>
          <p:cNvSpPr/>
          <p:nvPr/>
        </p:nvSpPr>
        <p:spPr>
          <a:xfrm>
            <a:off x="1246632" y="2392680"/>
            <a:ext cx="94488" cy="94488"/>
          </a:xfrm>
          <a:prstGeom prst="rect">
            <a:avLst/>
          </a:prstGeom>
          <a:solidFill>
            <a:srgbClr val="EA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Rectangle 607"/>
          <p:cNvSpPr/>
          <p:nvPr/>
        </p:nvSpPr>
        <p:spPr>
          <a:xfrm>
            <a:off x="1341120" y="2392680"/>
            <a:ext cx="94488" cy="94488"/>
          </a:xfrm>
          <a:prstGeom prst="rect">
            <a:avLst/>
          </a:prstGeom>
          <a:solidFill>
            <a:srgbClr val="E7B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Rectangle 608"/>
          <p:cNvSpPr/>
          <p:nvPr/>
        </p:nvSpPr>
        <p:spPr>
          <a:xfrm>
            <a:off x="1435608" y="2392680"/>
            <a:ext cx="94488" cy="94488"/>
          </a:xfrm>
          <a:prstGeom prst="rect">
            <a:avLst/>
          </a:prstGeom>
          <a:solidFill>
            <a:srgbClr val="D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Rectangle 609"/>
          <p:cNvSpPr/>
          <p:nvPr/>
        </p:nvSpPr>
        <p:spPr>
          <a:xfrm>
            <a:off x="1530096" y="2392680"/>
            <a:ext cx="94488" cy="94488"/>
          </a:xfrm>
          <a:prstGeom prst="rect">
            <a:avLst/>
          </a:prstGeom>
          <a:solidFill>
            <a:srgbClr val="D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Rectangle 610"/>
          <p:cNvSpPr/>
          <p:nvPr/>
        </p:nvSpPr>
        <p:spPr>
          <a:xfrm>
            <a:off x="1624584" y="2392680"/>
            <a:ext cx="94488" cy="94488"/>
          </a:xfrm>
          <a:prstGeom prst="rect">
            <a:avLst/>
          </a:prstGeom>
          <a:solidFill>
            <a:srgbClr val="D0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Rectangle 611"/>
          <p:cNvSpPr/>
          <p:nvPr/>
        </p:nvSpPr>
        <p:spPr>
          <a:xfrm>
            <a:off x="1719072" y="2392680"/>
            <a:ext cx="94488" cy="94488"/>
          </a:xfrm>
          <a:prstGeom prst="rect">
            <a:avLst/>
          </a:prstGeom>
          <a:solidFill>
            <a:srgbClr val="8AC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Rectangle 612"/>
          <p:cNvSpPr/>
          <p:nvPr/>
        </p:nvSpPr>
        <p:spPr>
          <a:xfrm>
            <a:off x="1813560" y="2392680"/>
            <a:ext cx="94488" cy="94488"/>
          </a:xfrm>
          <a:prstGeom prst="rect">
            <a:avLst/>
          </a:prstGeom>
          <a:solidFill>
            <a:srgbClr val="F5D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Rectangle 613"/>
          <p:cNvSpPr/>
          <p:nvPr/>
        </p:nvSpPr>
        <p:spPr>
          <a:xfrm>
            <a:off x="1908048" y="2392680"/>
            <a:ext cx="94488" cy="94488"/>
          </a:xfrm>
          <a:prstGeom prst="rect">
            <a:avLst/>
          </a:prstGeom>
          <a:solidFill>
            <a:srgbClr val="E5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Rectangle 614"/>
          <p:cNvSpPr/>
          <p:nvPr/>
        </p:nvSpPr>
        <p:spPr>
          <a:xfrm>
            <a:off x="2002536" y="2392680"/>
            <a:ext cx="94488" cy="94488"/>
          </a:xfrm>
          <a:prstGeom prst="rect">
            <a:avLst/>
          </a:prstGeom>
          <a:solidFill>
            <a:srgbClr val="8FC3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Rectangle 615"/>
          <p:cNvSpPr/>
          <p:nvPr/>
        </p:nvSpPr>
        <p:spPr>
          <a:xfrm>
            <a:off x="2097024" y="2392680"/>
            <a:ext cx="94488" cy="94488"/>
          </a:xfrm>
          <a:prstGeom prst="rect">
            <a:avLst/>
          </a:prstGeom>
          <a:solidFill>
            <a:srgbClr val="C5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Rectangle 616"/>
          <p:cNvSpPr/>
          <p:nvPr/>
        </p:nvSpPr>
        <p:spPr>
          <a:xfrm>
            <a:off x="2191512" y="2392680"/>
            <a:ext cx="94488" cy="94488"/>
          </a:xfrm>
          <a:prstGeom prst="rect">
            <a:avLst/>
          </a:prstGeom>
          <a:solidFill>
            <a:srgbClr val="D1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Rectangle 617"/>
          <p:cNvSpPr/>
          <p:nvPr/>
        </p:nvSpPr>
        <p:spPr>
          <a:xfrm>
            <a:off x="2286000" y="2392680"/>
            <a:ext cx="94488" cy="94488"/>
          </a:xfrm>
          <a:prstGeom prst="rect">
            <a:avLst/>
          </a:prstGeom>
          <a:solidFill>
            <a:srgbClr val="C7E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Rectangle 618"/>
          <p:cNvSpPr/>
          <p:nvPr/>
        </p:nvSpPr>
        <p:spPr>
          <a:xfrm>
            <a:off x="2380488" y="2392680"/>
            <a:ext cx="94488" cy="94488"/>
          </a:xfrm>
          <a:prstGeom prst="rect">
            <a:avLst/>
          </a:prstGeom>
          <a:solidFill>
            <a:srgbClr val="E3A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Rectangle 619"/>
          <p:cNvSpPr/>
          <p:nvPr/>
        </p:nvSpPr>
        <p:spPr>
          <a:xfrm>
            <a:off x="2474976" y="2392680"/>
            <a:ext cx="94488" cy="94488"/>
          </a:xfrm>
          <a:prstGeom prst="rect">
            <a:avLst/>
          </a:prstGeom>
          <a:solidFill>
            <a:srgbClr val="E19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Rectangle 620"/>
          <p:cNvSpPr/>
          <p:nvPr/>
        </p:nvSpPr>
        <p:spPr>
          <a:xfrm>
            <a:off x="2569464" y="2392680"/>
            <a:ext cx="94488" cy="94488"/>
          </a:xfrm>
          <a:prstGeom prst="rect">
            <a:avLst/>
          </a:prstGeom>
          <a:solidFill>
            <a:srgbClr val="C54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Rectangle 621"/>
          <p:cNvSpPr/>
          <p:nvPr/>
        </p:nvSpPr>
        <p:spPr>
          <a:xfrm>
            <a:off x="2663952" y="2392680"/>
            <a:ext cx="94488" cy="94488"/>
          </a:xfrm>
          <a:prstGeom prst="rect">
            <a:avLst/>
          </a:prstGeom>
          <a:solidFill>
            <a:srgbClr val="C74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Rectangle 622"/>
          <p:cNvSpPr/>
          <p:nvPr/>
        </p:nvSpPr>
        <p:spPr>
          <a:xfrm>
            <a:off x="2758440" y="2392680"/>
            <a:ext cx="94488" cy="9448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Rectangle 623"/>
          <p:cNvSpPr/>
          <p:nvPr/>
        </p:nvSpPr>
        <p:spPr>
          <a:xfrm>
            <a:off x="2852928" y="2392680"/>
            <a:ext cx="94488" cy="94488"/>
          </a:xfrm>
          <a:prstGeom prst="rect">
            <a:avLst/>
          </a:prstGeom>
          <a:solidFill>
            <a:srgbClr val="C74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Rectangle 624"/>
          <p:cNvSpPr/>
          <p:nvPr/>
        </p:nvSpPr>
        <p:spPr>
          <a:xfrm>
            <a:off x="2947416" y="2392680"/>
            <a:ext cx="94488" cy="94488"/>
          </a:xfrm>
          <a:prstGeom prst="rect">
            <a:avLst/>
          </a:prstGeom>
          <a:solidFill>
            <a:srgbClr val="C9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Rectangle 625"/>
          <p:cNvSpPr/>
          <p:nvPr/>
        </p:nvSpPr>
        <p:spPr>
          <a:xfrm>
            <a:off x="3041904" y="2392680"/>
            <a:ext cx="94488" cy="94488"/>
          </a:xfrm>
          <a:prstGeom prst="rect">
            <a:avLst/>
          </a:prstGeom>
          <a:solidFill>
            <a:srgbClr val="C94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Rectangle 626"/>
          <p:cNvSpPr/>
          <p:nvPr/>
        </p:nvSpPr>
        <p:spPr>
          <a:xfrm>
            <a:off x="3136392" y="2392680"/>
            <a:ext cx="94488" cy="94488"/>
          </a:xfrm>
          <a:prstGeom prst="rect">
            <a:avLst/>
          </a:prstGeom>
          <a:solidFill>
            <a:srgbClr val="ADD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Rectangle 627"/>
          <p:cNvSpPr/>
          <p:nvPr/>
        </p:nvSpPr>
        <p:spPr>
          <a:xfrm>
            <a:off x="3230880" y="2392680"/>
            <a:ext cx="94488" cy="94488"/>
          </a:xfrm>
          <a:prstGeom prst="rect">
            <a:avLst/>
          </a:prstGeom>
          <a:solidFill>
            <a:srgbClr val="49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Rectangle 628"/>
          <p:cNvSpPr/>
          <p:nvPr/>
        </p:nvSpPr>
        <p:spPr>
          <a:xfrm>
            <a:off x="3325368" y="2392680"/>
            <a:ext cx="94488" cy="94488"/>
          </a:xfrm>
          <a:prstGeom prst="rect">
            <a:avLst/>
          </a:prstGeom>
          <a:solidFill>
            <a:srgbClr val="92C5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Rectangle 629"/>
          <p:cNvSpPr/>
          <p:nvPr/>
        </p:nvSpPr>
        <p:spPr>
          <a:xfrm>
            <a:off x="3419856" y="2392680"/>
            <a:ext cx="94488" cy="94488"/>
          </a:xfrm>
          <a:prstGeom prst="rect">
            <a:avLst/>
          </a:prstGeom>
          <a:solidFill>
            <a:srgbClr val="B7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Rectangle 630"/>
          <p:cNvSpPr/>
          <p:nvPr/>
        </p:nvSpPr>
        <p:spPr>
          <a:xfrm>
            <a:off x="3514344" y="2392680"/>
            <a:ext cx="94488" cy="94488"/>
          </a:xfrm>
          <a:prstGeom prst="rect">
            <a:avLst/>
          </a:prstGeom>
          <a:solidFill>
            <a:srgbClr val="A3C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Rectangle 631"/>
          <p:cNvSpPr/>
          <p:nvPr/>
        </p:nvSpPr>
        <p:spPr>
          <a:xfrm>
            <a:off x="3608832" y="2392680"/>
            <a:ext cx="94488" cy="94488"/>
          </a:xfrm>
          <a:prstGeom prst="rect">
            <a:avLst/>
          </a:prstGeom>
          <a:solidFill>
            <a:srgbClr val="D0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Rectangle 632"/>
          <p:cNvSpPr/>
          <p:nvPr/>
        </p:nvSpPr>
        <p:spPr>
          <a:xfrm>
            <a:off x="868680" y="2487168"/>
            <a:ext cx="94488" cy="94488"/>
          </a:xfrm>
          <a:prstGeom prst="rect">
            <a:avLst/>
          </a:prstGeom>
          <a:solidFill>
            <a:srgbClr val="C0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Rectangle 633"/>
          <p:cNvSpPr/>
          <p:nvPr/>
        </p:nvSpPr>
        <p:spPr>
          <a:xfrm>
            <a:off x="963168" y="2487168"/>
            <a:ext cx="94488" cy="94488"/>
          </a:xfrm>
          <a:prstGeom prst="rect">
            <a:avLst/>
          </a:prstGeom>
          <a:solidFill>
            <a:srgbClr val="C0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Rectangle 634"/>
          <p:cNvSpPr/>
          <p:nvPr/>
        </p:nvSpPr>
        <p:spPr>
          <a:xfrm>
            <a:off x="1057656" y="2487168"/>
            <a:ext cx="94488" cy="94488"/>
          </a:xfrm>
          <a:prstGeom prst="rect">
            <a:avLst/>
          </a:prstGeom>
          <a:solidFill>
            <a:srgbClr val="E5AA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Rectangle 635"/>
          <p:cNvSpPr/>
          <p:nvPr/>
        </p:nvSpPr>
        <p:spPr>
          <a:xfrm>
            <a:off x="1152144" y="2487168"/>
            <a:ext cx="94488" cy="94488"/>
          </a:xfrm>
          <a:prstGeom prst="rect">
            <a:avLst/>
          </a:prstGeom>
          <a:solidFill>
            <a:srgbClr val="EAB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Rectangle 636"/>
          <p:cNvSpPr/>
          <p:nvPr/>
        </p:nvSpPr>
        <p:spPr>
          <a:xfrm>
            <a:off x="1246632" y="2487168"/>
            <a:ext cx="94488" cy="94488"/>
          </a:xfrm>
          <a:prstGeom prst="rect">
            <a:avLst/>
          </a:prstGeom>
          <a:solidFill>
            <a:srgbClr val="EEC7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Rectangle 637"/>
          <p:cNvSpPr/>
          <p:nvPr/>
        </p:nvSpPr>
        <p:spPr>
          <a:xfrm>
            <a:off x="1341120" y="2487168"/>
            <a:ext cx="94488" cy="94488"/>
          </a:xfrm>
          <a:prstGeom prst="rect">
            <a:avLst/>
          </a:prstGeom>
          <a:solidFill>
            <a:srgbClr val="EAB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Rectangle 638"/>
          <p:cNvSpPr/>
          <p:nvPr/>
        </p:nvSpPr>
        <p:spPr>
          <a:xfrm>
            <a:off x="1435608" y="2487168"/>
            <a:ext cx="94488" cy="94488"/>
          </a:xfrm>
          <a:prstGeom prst="rect">
            <a:avLst/>
          </a:prstGeom>
          <a:solidFill>
            <a:srgbClr val="BD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Rectangle 639"/>
          <p:cNvSpPr/>
          <p:nvPr/>
        </p:nvSpPr>
        <p:spPr>
          <a:xfrm>
            <a:off x="1530096" y="2487168"/>
            <a:ext cx="94488" cy="94488"/>
          </a:xfrm>
          <a:prstGeom prst="rect">
            <a:avLst/>
          </a:prstGeom>
          <a:solidFill>
            <a:srgbClr val="D9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Rectangle 640"/>
          <p:cNvSpPr/>
          <p:nvPr/>
        </p:nvSpPr>
        <p:spPr>
          <a:xfrm>
            <a:off x="1624584" y="2487168"/>
            <a:ext cx="94488" cy="94488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Rectangle 641"/>
          <p:cNvSpPr/>
          <p:nvPr/>
        </p:nvSpPr>
        <p:spPr>
          <a:xfrm>
            <a:off x="1719072" y="2487168"/>
            <a:ext cx="94488" cy="94488"/>
          </a:xfrm>
          <a:prstGeom prst="rect">
            <a:avLst/>
          </a:prstGeom>
          <a:solidFill>
            <a:srgbClr val="9AC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Rectangle 642"/>
          <p:cNvSpPr/>
          <p:nvPr/>
        </p:nvSpPr>
        <p:spPr>
          <a:xfrm>
            <a:off x="1813560" y="2487168"/>
            <a:ext cx="94488" cy="94488"/>
          </a:xfrm>
          <a:prstGeom prst="rect">
            <a:avLst/>
          </a:prstGeom>
          <a:solidFill>
            <a:srgbClr val="F2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Rectangle 643"/>
          <p:cNvSpPr/>
          <p:nvPr/>
        </p:nvSpPr>
        <p:spPr>
          <a:xfrm>
            <a:off x="1908048" y="2487168"/>
            <a:ext cx="94488" cy="94488"/>
          </a:xfrm>
          <a:prstGeom prst="rect">
            <a:avLst/>
          </a:prstGeom>
          <a:solidFill>
            <a:srgbClr val="E6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Rectangle 644"/>
          <p:cNvSpPr/>
          <p:nvPr/>
        </p:nvSpPr>
        <p:spPr>
          <a:xfrm>
            <a:off x="2002536" y="2487168"/>
            <a:ext cx="94488" cy="94488"/>
          </a:xfrm>
          <a:prstGeom prst="rect">
            <a:avLst/>
          </a:prstGeom>
          <a:solidFill>
            <a:srgbClr val="A1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Rectangle 645"/>
          <p:cNvSpPr/>
          <p:nvPr/>
        </p:nvSpPr>
        <p:spPr>
          <a:xfrm>
            <a:off x="2097024" y="2487168"/>
            <a:ext cx="94488" cy="94488"/>
          </a:xfrm>
          <a:prstGeom prst="rect">
            <a:avLst/>
          </a:prstGeom>
          <a:solidFill>
            <a:srgbClr val="D3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Rectangle 646"/>
          <p:cNvSpPr/>
          <p:nvPr/>
        </p:nvSpPr>
        <p:spPr>
          <a:xfrm>
            <a:off x="2191512" y="2487168"/>
            <a:ext cx="94488" cy="94488"/>
          </a:xfrm>
          <a:prstGeom prst="rect">
            <a:avLst/>
          </a:prstGeom>
          <a:solidFill>
            <a:srgbClr val="ED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Rectangle 647"/>
          <p:cNvSpPr/>
          <p:nvPr/>
        </p:nvSpPr>
        <p:spPr>
          <a:xfrm>
            <a:off x="2286000" y="2487168"/>
            <a:ext cx="94488" cy="94488"/>
          </a:xfrm>
          <a:prstGeom prst="rect">
            <a:avLst/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Rectangle 648"/>
          <p:cNvSpPr/>
          <p:nvPr/>
        </p:nvSpPr>
        <p:spPr>
          <a:xfrm>
            <a:off x="2380488" y="2487168"/>
            <a:ext cx="94488" cy="94488"/>
          </a:xfrm>
          <a:prstGeom prst="rect">
            <a:avLst/>
          </a:prstGeom>
          <a:solidFill>
            <a:srgbClr val="E09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Rectangle 649"/>
          <p:cNvSpPr/>
          <p:nvPr/>
        </p:nvSpPr>
        <p:spPr>
          <a:xfrm>
            <a:off x="2474976" y="2487168"/>
            <a:ext cx="94488" cy="94488"/>
          </a:xfrm>
          <a:prstGeom prst="rect">
            <a:avLst/>
          </a:prstGeom>
          <a:solidFill>
            <a:srgbClr val="E5A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Rectangle 650"/>
          <p:cNvSpPr/>
          <p:nvPr/>
        </p:nvSpPr>
        <p:spPr>
          <a:xfrm>
            <a:off x="2569464" y="2487168"/>
            <a:ext cx="94488" cy="94488"/>
          </a:xfrm>
          <a:prstGeom prst="rect">
            <a:avLst/>
          </a:prstGeom>
          <a:solidFill>
            <a:srgbClr val="C94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Rectangle 651"/>
          <p:cNvSpPr/>
          <p:nvPr/>
        </p:nvSpPr>
        <p:spPr>
          <a:xfrm>
            <a:off x="2663952" y="2487168"/>
            <a:ext cx="94488" cy="94488"/>
          </a:xfrm>
          <a:prstGeom prst="rect">
            <a:avLst/>
          </a:prstGeom>
          <a:solidFill>
            <a:srgbClr val="C64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Rectangle 652"/>
          <p:cNvSpPr/>
          <p:nvPr/>
        </p:nvSpPr>
        <p:spPr>
          <a:xfrm>
            <a:off x="2758440" y="2487168"/>
            <a:ext cx="94488" cy="94488"/>
          </a:xfrm>
          <a:prstGeom prst="rect">
            <a:avLst/>
          </a:prstGeom>
          <a:solidFill>
            <a:srgbClr val="C74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Rectangle 653"/>
          <p:cNvSpPr/>
          <p:nvPr/>
        </p:nvSpPr>
        <p:spPr>
          <a:xfrm>
            <a:off x="2852928" y="2487168"/>
            <a:ext cx="94488" cy="9448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Rectangle 654"/>
          <p:cNvSpPr/>
          <p:nvPr/>
        </p:nvSpPr>
        <p:spPr>
          <a:xfrm>
            <a:off x="2947416" y="2487168"/>
            <a:ext cx="94488" cy="94488"/>
          </a:xfrm>
          <a:prstGeom prst="rect">
            <a:avLst/>
          </a:prstGeom>
          <a:solidFill>
            <a:srgbClr val="C53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Rectangle 655"/>
          <p:cNvSpPr/>
          <p:nvPr/>
        </p:nvSpPr>
        <p:spPr>
          <a:xfrm>
            <a:off x="3041904" y="2487168"/>
            <a:ext cx="94488" cy="94488"/>
          </a:xfrm>
          <a:prstGeom prst="rect">
            <a:avLst/>
          </a:prstGeom>
          <a:solidFill>
            <a:srgbClr val="CA5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Rectangle 656"/>
          <p:cNvSpPr/>
          <p:nvPr/>
        </p:nvSpPr>
        <p:spPr>
          <a:xfrm>
            <a:off x="3136392" y="2487168"/>
            <a:ext cx="94488" cy="94488"/>
          </a:xfrm>
          <a:prstGeom prst="rect">
            <a:avLst/>
          </a:prstGeom>
          <a:solidFill>
            <a:srgbClr val="C2D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Rectangle 657"/>
          <p:cNvSpPr/>
          <p:nvPr/>
        </p:nvSpPr>
        <p:spPr>
          <a:xfrm>
            <a:off x="3230880" y="2487168"/>
            <a:ext cx="94488" cy="94488"/>
          </a:xfrm>
          <a:prstGeom prst="rect">
            <a:avLst/>
          </a:prstGeom>
          <a:solidFill>
            <a:srgbClr val="58A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Rectangle 658"/>
          <p:cNvSpPr/>
          <p:nvPr/>
        </p:nvSpPr>
        <p:spPr>
          <a:xfrm>
            <a:off x="3325368" y="2487168"/>
            <a:ext cx="94488" cy="94488"/>
          </a:xfrm>
          <a:prstGeom prst="rect">
            <a:avLst/>
          </a:prstGeom>
          <a:solidFill>
            <a:srgbClr val="A0C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Rectangle 659"/>
          <p:cNvSpPr/>
          <p:nvPr/>
        </p:nvSpPr>
        <p:spPr>
          <a:xfrm>
            <a:off x="3419856" y="2487168"/>
            <a:ext cx="94488" cy="94488"/>
          </a:xfrm>
          <a:prstGeom prst="rect">
            <a:avLst/>
          </a:prstGeom>
          <a:solidFill>
            <a:srgbClr val="C6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Rectangle 660"/>
          <p:cNvSpPr/>
          <p:nvPr/>
        </p:nvSpPr>
        <p:spPr>
          <a:xfrm>
            <a:off x="3514344" y="2487168"/>
            <a:ext cx="94488" cy="94488"/>
          </a:xfrm>
          <a:prstGeom prst="rect">
            <a:avLst/>
          </a:prstGeom>
          <a:solidFill>
            <a:srgbClr val="BD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Rectangle 661"/>
          <p:cNvSpPr/>
          <p:nvPr/>
        </p:nvSpPr>
        <p:spPr>
          <a:xfrm>
            <a:off x="3608832" y="2487168"/>
            <a:ext cx="94488" cy="94488"/>
          </a:xfrm>
          <a:prstGeom prst="rect">
            <a:avLst/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Rectangle 662"/>
          <p:cNvSpPr/>
          <p:nvPr/>
        </p:nvSpPr>
        <p:spPr>
          <a:xfrm>
            <a:off x="868680" y="2581656"/>
            <a:ext cx="94488" cy="94488"/>
          </a:xfrm>
          <a:prstGeom prst="rect">
            <a:avLst/>
          </a:prstGeom>
          <a:solidFill>
            <a:srgbClr val="BF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Rectangle 663"/>
          <p:cNvSpPr/>
          <p:nvPr/>
        </p:nvSpPr>
        <p:spPr>
          <a:xfrm>
            <a:off x="963168" y="2581656"/>
            <a:ext cx="94488" cy="94488"/>
          </a:xfrm>
          <a:prstGeom prst="rect">
            <a:avLst/>
          </a:prstGeom>
          <a:solidFill>
            <a:srgbClr val="BF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Rectangle 664"/>
          <p:cNvSpPr/>
          <p:nvPr/>
        </p:nvSpPr>
        <p:spPr>
          <a:xfrm>
            <a:off x="1057656" y="2581656"/>
            <a:ext cx="94488" cy="94488"/>
          </a:xfrm>
          <a:prstGeom prst="rect">
            <a:avLst/>
          </a:prstGeom>
          <a:solidFill>
            <a:srgbClr val="E7B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Rectangle 665"/>
          <p:cNvSpPr/>
          <p:nvPr/>
        </p:nvSpPr>
        <p:spPr>
          <a:xfrm>
            <a:off x="1152144" y="2581656"/>
            <a:ext cx="94488" cy="94488"/>
          </a:xfrm>
          <a:prstGeom prst="rect">
            <a:avLst/>
          </a:prstGeom>
          <a:solidFill>
            <a:srgbClr val="EBB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Rectangle 666"/>
          <p:cNvSpPr/>
          <p:nvPr/>
        </p:nvSpPr>
        <p:spPr>
          <a:xfrm>
            <a:off x="1246632" y="2581656"/>
            <a:ext cx="94488" cy="94488"/>
          </a:xfrm>
          <a:prstGeom prst="rect">
            <a:avLst/>
          </a:prstGeom>
          <a:solidFill>
            <a:srgbClr val="EEC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Rectangle 667"/>
          <p:cNvSpPr/>
          <p:nvPr/>
        </p:nvSpPr>
        <p:spPr>
          <a:xfrm>
            <a:off x="1341120" y="2581656"/>
            <a:ext cx="94488" cy="94488"/>
          </a:xfrm>
          <a:prstGeom prst="rect">
            <a:avLst/>
          </a:prstGeom>
          <a:solidFill>
            <a:srgbClr val="EC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Rectangle 668"/>
          <p:cNvSpPr/>
          <p:nvPr/>
        </p:nvSpPr>
        <p:spPr>
          <a:xfrm>
            <a:off x="1435608" y="2581656"/>
            <a:ext cx="94488" cy="94488"/>
          </a:xfrm>
          <a:prstGeom prst="rect">
            <a:avLst/>
          </a:prstGeom>
          <a:solidFill>
            <a:srgbClr val="BAD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Rectangle 669"/>
          <p:cNvSpPr/>
          <p:nvPr/>
        </p:nvSpPr>
        <p:spPr>
          <a:xfrm>
            <a:off x="1530096" y="2581656"/>
            <a:ext cx="94488" cy="94488"/>
          </a:xfrm>
          <a:prstGeom prst="rect">
            <a:avLst/>
          </a:prstGeom>
          <a:solidFill>
            <a:srgbClr val="D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Rectangle 670"/>
          <p:cNvSpPr/>
          <p:nvPr/>
        </p:nvSpPr>
        <p:spPr>
          <a:xfrm>
            <a:off x="1624584" y="2581656"/>
            <a:ext cx="94488" cy="94488"/>
          </a:xfrm>
          <a:prstGeom prst="rect">
            <a:avLst/>
          </a:prstGeom>
          <a:solidFill>
            <a:srgbClr val="F0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Rectangle 671"/>
          <p:cNvSpPr/>
          <p:nvPr/>
        </p:nvSpPr>
        <p:spPr>
          <a:xfrm>
            <a:off x="1719072" y="2581656"/>
            <a:ext cx="94488" cy="94488"/>
          </a:xfrm>
          <a:prstGeom prst="rect">
            <a:avLst/>
          </a:prstGeom>
          <a:solidFill>
            <a:srgbClr val="9DCB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Rectangle 672"/>
          <p:cNvSpPr/>
          <p:nvPr/>
        </p:nvSpPr>
        <p:spPr>
          <a:xfrm>
            <a:off x="1813560" y="2581656"/>
            <a:ext cx="94488" cy="94488"/>
          </a:xfrm>
          <a:prstGeom prst="rect">
            <a:avLst/>
          </a:prstGeom>
          <a:solidFill>
            <a:srgbClr val="F3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Rectangle 673"/>
          <p:cNvSpPr/>
          <p:nvPr/>
        </p:nvSpPr>
        <p:spPr>
          <a:xfrm>
            <a:off x="1908048" y="2581656"/>
            <a:ext cx="94488" cy="94488"/>
          </a:xfrm>
          <a:prstGeom prst="rect">
            <a:avLst/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Rectangle 674"/>
          <p:cNvSpPr/>
          <p:nvPr/>
        </p:nvSpPr>
        <p:spPr>
          <a:xfrm>
            <a:off x="2002536" y="2581656"/>
            <a:ext cx="94488" cy="94488"/>
          </a:xfrm>
          <a:prstGeom prst="rect">
            <a:avLst/>
          </a:prstGeom>
          <a:solidFill>
            <a:srgbClr val="A6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Rectangle 675"/>
          <p:cNvSpPr/>
          <p:nvPr/>
        </p:nvSpPr>
        <p:spPr>
          <a:xfrm>
            <a:off x="2097024" y="2581656"/>
            <a:ext cx="94488" cy="94488"/>
          </a:xfrm>
          <a:prstGeom prst="rect">
            <a:avLst/>
          </a:prstGeom>
          <a:solidFill>
            <a:srgbClr val="D1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Rectangle 676"/>
          <p:cNvSpPr/>
          <p:nvPr/>
        </p:nvSpPr>
        <p:spPr>
          <a:xfrm>
            <a:off x="2191512" y="2581656"/>
            <a:ext cx="94488" cy="94488"/>
          </a:xfrm>
          <a:prstGeom prst="rect">
            <a:avLst/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Rectangle 677"/>
          <p:cNvSpPr/>
          <p:nvPr/>
        </p:nvSpPr>
        <p:spPr>
          <a:xfrm>
            <a:off x="2286000" y="2581656"/>
            <a:ext cx="94488" cy="94488"/>
          </a:xfrm>
          <a:prstGeom prst="rect">
            <a:avLst/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Rectangle 678"/>
          <p:cNvSpPr/>
          <p:nvPr/>
        </p:nvSpPr>
        <p:spPr>
          <a:xfrm>
            <a:off x="2380488" y="2581656"/>
            <a:ext cx="94488" cy="94488"/>
          </a:xfrm>
          <a:prstGeom prst="rect">
            <a:avLst/>
          </a:prstGeom>
          <a:solidFill>
            <a:srgbClr val="E09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Rectangle 679"/>
          <p:cNvSpPr/>
          <p:nvPr/>
        </p:nvSpPr>
        <p:spPr>
          <a:xfrm>
            <a:off x="2474976" y="2581656"/>
            <a:ext cx="94488" cy="94488"/>
          </a:xfrm>
          <a:prstGeom prst="rect">
            <a:avLst/>
          </a:prstGeom>
          <a:solidFill>
            <a:srgbClr val="E4A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Rectangle 680"/>
          <p:cNvSpPr/>
          <p:nvPr/>
        </p:nvSpPr>
        <p:spPr>
          <a:xfrm>
            <a:off x="2569464" y="2581656"/>
            <a:ext cx="94488" cy="94488"/>
          </a:xfrm>
          <a:prstGeom prst="rect">
            <a:avLst/>
          </a:prstGeom>
          <a:solidFill>
            <a:srgbClr val="CA5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Rectangle 681"/>
          <p:cNvSpPr/>
          <p:nvPr/>
        </p:nvSpPr>
        <p:spPr>
          <a:xfrm>
            <a:off x="2663952" y="2581656"/>
            <a:ext cx="94488" cy="94488"/>
          </a:xfrm>
          <a:prstGeom prst="rect">
            <a:avLst/>
          </a:prstGeom>
          <a:solidFill>
            <a:srgbClr val="C74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Rectangle 682"/>
          <p:cNvSpPr/>
          <p:nvPr/>
        </p:nvSpPr>
        <p:spPr>
          <a:xfrm>
            <a:off x="2758440" y="2581656"/>
            <a:ext cx="94488" cy="94488"/>
          </a:xfrm>
          <a:prstGeom prst="rect">
            <a:avLst/>
          </a:prstGeom>
          <a:solidFill>
            <a:srgbClr val="C9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Rectangle 683"/>
          <p:cNvSpPr/>
          <p:nvPr/>
        </p:nvSpPr>
        <p:spPr>
          <a:xfrm>
            <a:off x="2852928" y="2581656"/>
            <a:ext cx="94488" cy="94488"/>
          </a:xfrm>
          <a:prstGeom prst="rect">
            <a:avLst/>
          </a:prstGeom>
          <a:solidFill>
            <a:srgbClr val="C53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Rectangle 684"/>
          <p:cNvSpPr/>
          <p:nvPr/>
        </p:nvSpPr>
        <p:spPr>
          <a:xfrm>
            <a:off x="2947416" y="2581656"/>
            <a:ext cx="94488" cy="9448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Rectangle 685"/>
          <p:cNvSpPr/>
          <p:nvPr/>
        </p:nvSpPr>
        <p:spPr>
          <a:xfrm>
            <a:off x="3041904" y="2581656"/>
            <a:ext cx="94488" cy="94488"/>
          </a:xfrm>
          <a:prstGeom prst="rect">
            <a:avLst/>
          </a:prstGeom>
          <a:solidFill>
            <a:srgbClr val="CB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Rectangle 686"/>
          <p:cNvSpPr/>
          <p:nvPr/>
        </p:nvSpPr>
        <p:spPr>
          <a:xfrm>
            <a:off x="3136392" y="2581656"/>
            <a:ext cx="94488" cy="94488"/>
          </a:xfrm>
          <a:prstGeom prst="rect">
            <a:avLst/>
          </a:prstGeom>
          <a:solidFill>
            <a:srgbClr val="C6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Rectangle 687"/>
          <p:cNvSpPr/>
          <p:nvPr/>
        </p:nvSpPr>
        <p:spPr>
          <a:xfrm>
            <a:off x="3230880" y="2581656"/>
            <a:ext cx="94488" cy="94488"/>
          </a:xfrm>
          <a:prstGeom prst="rect">
            <a:avLst/>
          </a:prstGeom>
          <a:solidFill>
            <a:srgbClr val="60A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Rectangle 688"/>
          <p:cNvSpPr/>
          <p:nvPr/>
        </p:nvSpPr>
        <p:spPr>
          <a:xfrm>
            <a:off x="3325368" y="2581656"/>
            <a:ext cx="94488" cy="94488"/>
          </a:xfrm>
          <a:prstGeom prst="rect">
            <a:avLst/>
          </a:prstGeom>
          <a:solidFill>
            <a:srgbClr val="A6C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Rectangle 689"/>
          <p:cNvSpPr/>
          <p:nvPr/>
        </p:nvSpPr>
        <p:spPr>
          <a:xfrm>
            <a:off x="3419856" y="2581656"/>
            <a:ext cx="94488" cy="94488"/>
          </a:xfrm>
          <a:prstGeom prst="rect">
            <a:avLst/>
          </a:prstGeom>
          <a:solidFill>
            <a:srgbClr val="BE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Rectangle 690"/>
          <p:cNvSpPr/>
          <p:nvPr/>
        </p:nvSpPr>
        <p:spPr>
          <a:xfrm>
            <a:off x="3514344" y="2581656"/>
            <a:ext cx="94488" cy="94488"/>
          </a:xfrm>
          <a:prstGeom prst="rect">
            <a:avLst/>
          </a:prstGeom>
          <a:solidFill>
            <a:srgbClr val="BC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Rectangle 691"/>
          <p:cNvSpPr/>
          <p:nvPr/>
        </p:nvSpPr>
        <p:spPr>
          <a:xfrm>
            <a:off x="3608832" y="2581656"/>
            <a:ext cx="94488" cy="94488"/>
          </a:xfrm>
          <a:prstGeom prst="rect">
            <a:avLst/>
          </a:prstGeom>
          <a:solidFill>
            <a:srgbClr val="E3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Rectangle 692"/>
          <p:cNvSpPr/>
          <p:nvPr/>
        </p:nvSpPr>
        <p:spPr>
          <a:xfrm>
            <a:off x="868680" y="2676144"/>
            <a:ext cx="94488" cy="94488"/>
          </a:xfrm>
          <a:prstGeom prst="rect">
            <a:avLst/>
          </a:prstGeom>
          <a:solidFill>
            <a:srgbClr val="B8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Rectangle 693"/>
          <p:cNvSpPr/>
          <p:nvPr/>
        </p:nvSpPr>
        <p:spPr>
          <a:xfrm>
            <a:off x="963168" y="2676144"/>
            <a:ext cx="94488" cy="94488"/>
          </a:xfrm>
          <a:prstGeom prst="rect">
            <a:avLst/>
          </a:prstGeom>
          <a:solidFill>
            <a:srgbClr val="B8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Rectangle 694"/>
          <p:cNvSpPr/>
          <p:nvPr/>
        </p:nvSpPr>
        <p:spPr>
          <a:xfrm>
            <a:off x="1057656" y="2676144"/>
            <a:ext cx="94488" cy="94488"/>
          </a:xfrm>
          <a:prstGeom prst="rect">
            <a:avLst/>
          </a:prstGeom>
          <a:solidFill>
            <a:srgbClr val="EAB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Rectangle 695"/>
          <p:cNvSpPr/>
          <p:nvPr/>
        </p:nvSpPr>
        <p:spPr>
          <a:xfrm>
            <a:off x="1152144" y="2676144"/>
            <a:ext cx="94488" cy="94488"/>
          </a:xfrm>
          <a:prstGeom prst="rect">
            <a:avLst/>
          </a:prstGeom>
          <a:solidFill>
            <a:srgbClr val="EFC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Rectangle 696"/>
          <p:cNvSpPr/>
          <p:nvPr/>
        </p:nvSpPr>
        <p:spPr>
          <a:xfrm>
            <a:off x="1246632" y="2676144"/>
            <a:ext cx="94488" cy="94488"/>
          </a:xfrm>
          <a:prstGeom prst="rect">
            <a:avLst/>
          </a:prstGeom>
          <a:solidFill>
            <a:srgbClr val="F1D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Rectangle 697"/>
          <p:cNvSpPr/>
          <p:nvPr/>
        </p:nvSpPr>
        <p:spPr>
          <a:xfrm>
            <a:off x="1341120" y="2676144"/>
            <a:ext cx="94488" cy="94488"/>
          </a:xfrm>
          <a:prstGeom prst="rect">
            <a:avLst/>
          </a:prstGeom>
          <a:solidFill>
            <a:srgbClr val="EDC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Rectangle 698"/>
          <p:cNvSpPr/>
          <p:nvPr/>
        </p:nvSpPr>
        <p:spPr>
          <a:xfrm>
            <a:off x="1435608" y="2676144"/>
            <a:ext cx="94488" cy="94488"/>
          </a:xfrm>
          <a:prstGeom prst="rect">
            <a:avLst/>
          </a:prstGeom>
          <a:solidFill>
            <a:srgbClr val="CB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Rectangle 699"/>
          <p:cNvSpPr/>
          <p:nvPr/>
        </p:nvSpPr>
        <p:spPr>
          <a:xfrm>
            <a:off x="1530096" y="2676144"/>
            <a:ext cx="94488" cy="94488"/>
          </a:xfrm>
          <a:prstGeom prst="rect">
            <a:avLst/>
          </a:prstGeom>
          <a:solidFill>
            <a:srgbClr val="CD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Rectangle 700"/>
          <p:cNvSpPr/>
          <p:nvPr/>
        </p:nvSpPr>
        <p:spPr>
          <a:xfrm>
            <a:off x="1624584" y="2676144"/>
            <a:ext cx="94488" cy="94488"/>
          </a:xfrm>
          <a:prstGeom prst="rect">
            <a:avLst/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Rectangle 701"/>
          <p:cNvSpPr/>
          <p:nvPr/>
        </p:nvSpPr>
        <p:spPr>
          <a:xfrm>
            <a:off x="1719072" y="2676144"/>
            <a:ext cx="94488" cy="94488"/>
          </a:xfrm>
          <a:prstGeom prst="rect">
            <a:avLst/>
          </a:prstGeom>
          <a:solidFill>
            <a:srgbClr val="98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Rectangle 702"/>
          <p:cNvSpPr/>
          <p:nvPr/>
        </p:nvSpPr>
        <p:spPr>
          <a:xfrm>
            <a:off x="1813560" y="2676144"/>
            <a:ext cx="94488" cy="94488"/>
          </a:xfrm>
          <a:prstGeom prst="rect">
            <a:avLst/>
          </a:prstGeom>
          <a:solidFill>
            <a:srgbClr val="F7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Rectangle 703"/>
          <p:cNvSpPr/>
          <p:nvPr/>
        </p:nvSpPr>
        <p:spPr>
          <a:xfrm>
            <a:off x="1908048" y="2676144"/>
            <a:ext cx="94488" cy="94488"/>
          </a:xfrm>
          <a:prstGeom prst="rect">
            <a:avLst/>
          </a:prstGeom>
          <a:solidFill>
            <a:srgbClr val="D6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Rectangle 704"/>
          <p:cNvSpPr/>
          <p:nvPr/>
        </p:nvSpPr>
        <p:spPr>
          <a:xfrm>
            <a:off x="2002536" y="2676144"/>
            <a:ext cx="94488" cy="94488"/>
          </a:xfrm>
          <a:prstGeom prst="rect">
            <a:avLst/>
          </a:prstGeom>
          <a:solidFill>
            <a:srgbClr val="AF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Rectangle 705"/>
          <p:cNvSpPr/>
          <p:nvPr/>
        </p:nvSpPr>
        <p:spPr>
          <a:xfrm>
            <a:off x="2097024" y="2676144"/>
            <a:ext cx="94488" cy="94488"/>
          </a:xfrm>
          <a:prstGeom prst="rect">
            <a:avLst/>
          </a:prstGeom>
          <a:solidFill>
            <a:srgbClr val="D0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Rectangle 706"/>
          <p:cNvSpPr/>
          <p:nvPr/>
        </p:nvSpPr>
        <p:spPr>
          <a:xfrm>
            <a:off x="2191512" y="2676144"/>
            <a:ext cx="94488" cy="94488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Rectangle 707"/>
          <p:cNvSpPr/>
          <p:nvPr/>
        </p:nvSpPr>
        <p:spPr>
          <a:xfrm>
            <a:off x="2286000" y="2676144"/>
            <a:ext cx="94488" cy="94488"/>
          </a:xfrm>
          <a:prstGeom prst="rect">
            <a:avLst/>
          </a:prstGeom>
          <a:solidFill>
            <a:srgbClr val="F9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Rectangle 708"/>
          <p:cNvSpPr/>
          <p:nvPr/>
        </p:nvSpPr>
        <p:spPr>
          <a:xfrm>
            <a:off x="2380488" y="2676144"/>
            <a:ext cx="94488" cy="94488"/>
          </a:xfrm>
          <a:prstGeom prst="rect">
            <a:avLst/>
          </a:prstGeom>
          <a:solidFill>
            <a:srgbClr val="E09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Rectangle 709"/>
          <p:cNvSpPr/>
          <p:nvPr/>
        </p:nvSpPr>
        <p:spPr>
          <a:xfrm>
            <a:off x="2474976" y="2676144"/>
            <a:ext cx="94488" cy="94488"/>
          </a:xfrm>
          <a:prstGeom prst="rect">
            <a:avLst/>
          </a:prstGeom>
          <a:solidFill>
            <a:srgbClr val="DE9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Rectangle 710"/>
          <p:cNvSpPr/>
          <p:nvPr/>
        </p:nvSpPr>
        <p:spPr>
          <a:xfrm>
            <a:off x="2569464" y="2676144"/>
            <a:ext cx="94488" cy="94488"/>
          </a:xfrm>
          <a:prstGeom prst="rect">
            <a:avLst/>
          </a:prstGeom>
          <a:solidFill>
            <a:srgbClr val="CB5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Rectangle 711"/>
          <p:cNvSpPr/>
          <p:nvPr/>
        </p:nvSpPr>
        <p:spPr>
          <a:xfrm>
            <a:off x="2663952" y="2676144"/>
            <a:ext cx="94488" cy="94488"/>
          </a:xfrm>
          <a:prstGeom prst="rect">
            <a:avLst/>
          </a:prstGeom>
          <a:solidFill>
            <a:srgbClr val="CA5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Rectangle 712"/>
          <p:cNvSpPr/>
          <p:nvPr/>
        </p:nvSpPr>
        <p:spPr>
          <a:xfrm>
            <a:off x="2758440" y="2676144"/>
            <a:ext cx="94488" cy="94488"/>
          </a:xfrm>
          <a:prstGeom prst="rect">
            <a:avLst/>
          </a:prstGeom>
          <a:solidFill>
            <a:srgbClr val="C94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Rectangle 713"/>
          <p:cNvSpPr/>
          <p:nvPr/>
        </p:nvSpPr>
        <p:spPr>
          <a:xfrm>
            <a:off x="2852928" y="2676144"/>
            <a:ext cx="94488" cy="94488"/>
          </a:xfrm>
          <a:prstGeom prst="rect">
            <a:avLst/>
          </a:prstGeom>
          <a:solidFill>
            <a:srgbClr val="CA5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Rectangle 714"/>
          <p:cNvSpPr/>
          <p:nvPr/>
        </p:nvSpPr>
        <p:spPr>
          <a:xfrm>
            <a:off x="2947416" y="2676144"/>
            <a:ext cx="94488" cy="94488"/>
          </a:xfrm>
          <a:prstGeom prst="rect">
            <a:avLst/>
          </a:prstGeom>
          <a:solidFill>
            <a:srgbClr val="CB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Rectangle 715"/>
          <p:cNvSpPr/>
          <p:nvPr/>
        </p:nvSpPr>
        <p:spPr>
          <a:xfrm>
            <a:off x="3041904" y="2676144"/>
            <a:ext cx="94488" cy="9448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Rectangle 716"/>
          <p:cNvSpPr/>
          <p:nvPr/>
        </p:nvSpPr>
        <p:spPr>
          <a:xfrm>
            <a:off x="3136392" y="2676144"/>
            <a:ext cx="94488" cy="94488"/>
          </a:xfrm>
          <a:prstGeom prst="rect">
            <a:avLst/>
          </a:prstGeom>
          <a:solidFill>
            <a:srgbClr val="D7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Rectangle 717"/>
          <p:cNvSpPr/>
          <p:nvPr/>
        </p:nvSpPr>
        <p:spPr>
          <a:xfrm>
            <a:off x="3230880" y="2676144"/>
            <a:ext cx="94488" cy="94488"/>
          </a:xfrm>
          <a:prstGeom prst="rect">
            <a:avLst/>
          </a:prstGeom>
          <a:solidFill>
            <a:srgbClr val="70B3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Rectangle 718"/>
          <p:cNvSpPr/>
          <p:nvPr/>
        </p:nvSpPr>
        <p:spPr>
          <a:xfrm>
            <a:off x="3325368" y="2676144"/>
            <a:ext cx="94488" cy="94488"/>
          </a:xfrm>
          <a:prstGeom prst="rect">
            <a:avLst/>
          </a:prstGeom>
          <a:solidFill>
            <a:srgbClr val="B3D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Rectangle 719"/>
          <p:cNvSpPr/>
          <p:nvPr/>
        </p:nvSpPr>
        <p:spPr>
          <a:xfrm>
            <a:off x="3419856" y="2676144"/>
            <a:ext cx="94488" cy="94488"/>
          </a:xfrm>
          <a:prstGeom prst="rect">
            <a:avLst/>
          </a:prstGeom>
          <a:solidFill>
            <a:srgbClr val="B3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Rectangle 720"/>
          <p:cNvSpPr/>
          <p:nvPr/>
        </p:nvSpPr>
        <p:spPr>
          <a:xfrm>
            <a:off x="3514344" y="2676144"/>
            <a:ext cx="94488" cy="94488"/>
          </a:xfrm>
          <a:prstGeom prst="rect">
            <a:avLst/>
          </a:prstGeom>
          <a:solidFill>
            <a:srgbClr val="A0C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Rectangle 721"/>
          <p:cNvSpPr/>
          <p:nvPr/>
        </p:nvSpPr>
        <p:spPr>
          <a:xfrm>
            <a:off x="3608832" y="2676144"/>
            <a:ext cx="94488" cy="94488"/>
          </a:xfrm>
          <a:prstGeom prst="rect">
            <a:avLst/>
          </a:prstGeom>
          <a:solidFill>
            <a:srgbClr val="C8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Rectangle 722"/>
          <p:cNvSpPr/>
          <p:nvPr/>
        </p:nvSpPr>
        <p:spPr>
          <a:xfrm>
            <a:off x="868680" y="2770632"/>
            <a:ext cx="94488" cy="94488"/>
          </a:xfrm>
          <a:prstGeom prst="rect">
            <a:avLst/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Rectangle 723"/>
          <p:cNvSpPr/>
          <p:nvPr/>
        </p:nvSpPr>
        <p:spPr>
          <a:xfrm>
            <a:off x="963168" y="2770632"/>
            <a:ext cx="94488" cy="94488"/>
          </a:xfrm>
          <a:prstGeom prst="rect">
            <a:avLst/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Rectangle 724"/>
          <p:cNvSpPr/>
          <p:nvPr/>
        </p:nvSpPr>
        <p:spPr>
          <a:xfrm>
            <a:off x="1057656" y="2770632"/>
            <a:ext cx="94488" cy="94488"/>
          </a:xfrm>
          <a:prstGeom prst="rect">
            <a:avLst/>
          </a:prstGeom>
          <a:solidFill>
            <a:srgbClr val="ACD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Rectangle 725"/>
          <p:cNvSpPr/>
          <p:nvPr/>
        </p:nvSpPr>
        <p:spPr>
          <a:xfrm>
            <a:off x="1152144" y="2770632"/>
            <a:ext cx="94488" cy="94488"/>
          </a:xfrm>
          <a:prstGeom prst="rect">
            <a:avLst/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Rectangle 726"/>
          <p:cNvSpPr/>
          <p:nvPr/>
        </p:nvSpPr>
        <p:spPr>
          <a:xfrm>
            <a:off x="1246632" y="2770632"/>
            <a:ext cx="94488" cy="94488"/>
          </a:xfrm>
          <a:prstGeom prst="rect">
            <a:avLst/>
          </a:prstGeom>
          <a:solidFill>
            <a:srgbClr val="BB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Rectangle 727"/>
          <p:cNvSpPr/>
          <p:nvPr/>
        </p:nvSpPr>
        <p:spPr>
          <a:xfrm>
            <a:off x="1341120" y="2770632"/>
            <a:ext cx="94488" cy="94488"/>
          </a:xfrm>
          <a:prstGeom prst="rect">
            <a:avLst/>
          </a:prstGeom>
          <a:solidFill>
            <a:srgbClr val="DD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Rectangle 728"/>
          <p:cNvSpPr/>
          <p:nvPr/>
        </p:nvSpPr>
        <p:spPr>
          <a:xfrm>
            <a:off x="1435608" y="2770632"/>
            <a:ext cx="94488" cy="94488"/>
          </a:xfrm>
          <a:prstGeom prst="rect">
            <a:avLst/>
          </a:prstGeom>
          <a:solidFill>
            <a:srgbClr val="F8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Rectangle 729"/>
          <p:cNvSpPr/>
          <p:nvPr/>
        </p:nvSpPr>
        <p:spPr>
          <a:xfrm>
            <a:off x="1530096" y="2770632"/>
            <a:ext cx="94488" cy="94488"/>
          </a:xfrm>
          <a:prstGeom prst="rect">
            <a:avLst/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Rectangle 730"/>
          <p:cNvSpPr/>
          <p:nvPr/>
        </p:nvSpPr>
        <p:spPr>
          <a:xfrm>
            <a:off x="1624584" y="2770632"/>
            <a:ext cx="94488" cy="94488"/>
          </a:xfrm>
          <a:prstGeom prst="rect">
            <a:avLst/>
          </a:prstGeom>
          <a:solidFill>
            <a:srgbClr val="EFC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Rectangle 731"/>
          <p:cNvSpPr/>
          <p:nvPr/>
        </p:nvSpPr>
        <p:spPr>
          <a:xfrm>
            <a:off x="1719072" y="2770632"/>
            <a:ext cx="94488" cy="94488"/>
          </a:xfrm>
          <a:prstGeom prst="rect">
            <a:avLst/>
          </a:prstGeom>
          <a:solidFill>
            <a:srgbClr val="E6AC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Rectangle 732"/>
          <p:cNvSpPr/>
          <p:nvPr/>
        </p:nvSpPr>
        <p:spPr>
          <a:xfrm>
            <a:off x="1813560" y="2770632"/>
            <a:ext cx="94488" cy="94488"/>
          </a:xfrm>
          <a:prstGeom prst="rect">
            <a:avLst/>
          </a:prstGeom>
          <a:solidFill>
            <a:srgbClr val="F9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Rectangle 733"/>
          <p:cNvSpPr/>
          <p:nvPr/>
        </p:nvSpPr>
        <p:spPr>
          <a:xfrm>
            <a:off x="1908048" y="2770632"/>
            <a:ext cx="94488" cy="94488"/>
          </a:xfrm>
          <a:prstGeom prst="rect">
            <a:avLst/>
          </a:prstGeom>
          <a:solidFill>
            <a:srgbClr val="F6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Rectangle 734"/>
          <p:cNvSpPr/>
          <p:nvPr/>
        </p:nvSpPr>
        <p:spPr>
          <a:xfrm>
            <a:off x="2002536" y="2770632"/>
            <a:ext cx="94488" cy="94488"/>
          </a:xfrm>
          <a:prstGeom prst="rect">
            <a:avLst/>
          </a:prstGeom>
          <a:solidFill>
            <a:srgbClr val="DD8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Rectangle 735"/>
          <p:cNvSpPr/>
          <p:nvPr/>
        </p:nvSpPr>
        <p:spPr>
          <a:xfrm>
            <a:off x="2097024" y="2770632"/>
            <a:ext cx="94488" cy="94488"/>
          </a:xfrm>
          <a:prstGeom prst="rect">
            <a:avLst/>
          </a:prstGeom>
          <a:solidFill>
            <a:srgbClr val="EA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Rectangle 736"/>
          <p:cNvSpPr/>
          <p:nvPr/>
        </p:nvSpPr>
        <p:spPr>
          <a:xfrm>
            <a:off x="2191512" y="2770632"/>
            <a:ext cx="94488" cy="94488"/>
          </a:xfrm>
          <a:prstGeom prst="rect">
            <a:avLst/>
          </a:prstGeom>
          <a:solidFill>
            <a:srgbClr val="C8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Rectangle 737"/>
          <p:cNvSpPr/>
          <p:nvPr/>
        </p:nvSpPr>
        <p:spPr>
          <a:xfrm>
            <a:off x="2286000" y="2770632"/>
            <a:ext cx="94488" cy="94488"/>
          </a:xfrm>
          <a:prstGeom prst="rect">
            <a:avLst/>
          </a:prstGeom>
          <a:solidFill>
            <a:srgbClr val="C94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Rectangle 738"/>
          <p:cNvSpPr/>
          <p:nvPr/>
        </p:nvSpPr>
        <p:spPr>
          <a:xfrm>
            <a:off x="2380488" y="2770632"/>
            <a:ext cx="94488" cy="94488"/>
          </a:xfrm>
          <a:prstGeom prst="rect">
            <a:avLst/>
          </a:prstGeom>
          <a:solidFill>
            <a:srgbClr val="FA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Rectangle 739"/>
          <p:cNvSpPr/>
          <p:nvPr/>
        </p:nvSpPr>
        <p:spPr>
          <a:xfrm>
            <a:off x="2474976" y="2770632"/>
            <a:ext cx="94488" cy="94488"/>
          </a:xfrm>
          <a:prstGeom prst="rect">
            <a:avLst/>
          </a:prstGeom>
          <a:solidFill>
            <a:srgbClr val="C3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Rectangle 740"/>
          <p:cNvSpPr/>
          <p:nvPr/>
        </p:nvSpPr>
        <p:spPr>
          <a:xfrm>
            <a:off x="2569464" y="2770632"/>
            <a:ext cx="94488" cy="94488"/>
          </a:xfrm>
          <a:prstGeom prst="rect">
            <a:avLst/>
          </a:prstGeom>
          <a:solidFill>
            <a:srgbClr val="B0D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Rectangle 741"/>
          <p:cNvSpPr/>
          <p:nvPr/>
        </p:nvSpPr>
        <p:spPr>
          <a:xfrm>
            <a:off x="2663952" y="2770632"/>
            <a:ext cx="94488" cy="94488"/>
          </a:xfrm>
          <a:prstGeom prst="rect">
            <a:avLst/>
          </a:prstGeom>
          <a:solidFill>
            <a:srgbClr val="AF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Rectangle 742"/>
          <p:cNvSpPr/>
          <p:nvPr/>
        </p:nvSpPr>
        <p:spPr>
          <a:xfrm>
            <a:off x="2758440" y="2770632"/>
            <a:ext cx="94488" cy="94488"/>
          </a:xfrm>
          <a:prstGeom prst="rect">
            <a:avLst/>
          </a:prstGeom>
          <a:solidFill>
            <a:srgbClr val="ADD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Rectangle 743"/>
          <p:cNvSpPr/>
          <p:nvPr/>
        </p:nvSpPr>
        <p:spPr>
          <a:xfrm>
            <a:off x="2852928" y="2770632"/>
            <a:ext cx="94488" cy="94488"/>
          </a:xfrm>
          <a:prstGeom prst="rect">
            <a:avLst/>
          </a:prstGeom>
          <a:solidFill>
            <a:srgbClr val="C2D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Rectangle 744"/>
          <p:cNvSpPr/>
          <p:nvPr/>
        </p:nvSpPr>
        <p:spPr>
          <a:xfrm>
            <a:off x="2947416" y="2770632"/>
            <a:ext cx="94488" cy="94488"/>
          </a:xfrm>
          <a:prstGeom prst="rect">
            <a:avLst/>
          </a:prstGeom>
          <a:solidFill>
            <a:srgbClr val="C6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Rectangle 745"/>
          <p:cNvSpPr/>
          <p:nvPr/>
        </p:nvSpPr>
        <p:spPr>
          <a:xfrm>
            <a:off x="3041904" y="2770632"/>
            <a:ext cx="94488" cy="94488"/>
          </a:xfrm>
          <a:prstGeom prst="rect">
            <a:avLst/>
          </a:prstGeom>
          <a:solidFill>
            <a:srgbClr val="D7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Rectangle 746"/>
          <p:cNvSpPr/>
          <p:nvPr/>
        </p:nvSpPr>
        <p:spPr>
          <a:xfrm>
            <a:off x="3136392" y="2770632"/>
            <a:ext cx="94488" cy="9448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Rectangle 747"/>
          <p:cNvSpPr/>
          <p:nvPr/>
        </p:nvSpPr>
        <p:spPr>
          <a:xfrm>
            <a:off x="3230880" y="2770632"/>
            <a:ext cx="94488" cy="94488"/>
          </a:xfrm>
          <a:prstGeom prst="rect">
            <a:avLst/>
          </a:prstGeom>
          <a:solidFill>
            <a:srgbClr val="DA8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Rectangle 748"/>
          <p:cNvSpPr/>
          <p:nvPr/>
        </p:nvSpPr>
        <p:spPr>
          <a:xfrm>
            <a:off x="3325368" y="2770632"/>
            <a:ext cx="94488" cy="94488"/>
          </a:xfrm>
          <a:prstGeom prst="rect">
            <a:avLst/>
          </a:prstGeom>
          <a:solidFill>
            <a:srgbClr val="D26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Rectangle 749"/>
          <p:cNvSpPr/>
          <p:nvPr/>
        </p:nvSpPr>
        <p:spPr>
          <a:xfrm>
            <a:off x="3419856" y="2770632"/>
            <a:ext cx="94488" cy="94488"/>
          </a:xfrm>
          <a:prstGeom prst="rect">
            <a:avLst/>
          </a:prstGeom>
          <a:solidFill>
            <a:srgbClr val="F4D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Rectangle 750"/>
          <p:cNvSpPr/>
          <p:nvPr/>
        </p:nvSpPr>
        <p:spPr>
          <a:xfrm>
            <a:off x="3514344" y="2770632"/>
            <a:ext cx="94488" cy="94488"/>
          </a:xfrm>
          <a:prstGeom prst="rect">
            <a:avLst/>
          </a:prstGeom>
          <a:solidFill>
            <a:srgbClr val="F3D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Rectangle 751"/>
          <p:cNvSpPr/>
          <p:nvPr/>
        </p:nvSpPr>
        <p:spPr>
          <a:xfrm>
            <a:off x="3608832" y="2770632"/>
            <a:ext cx="94488" cy="94488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Rectangle 752"/>
          <p:cNvSpPr/>
          <p:nvPr/>
        </p:nvSpPr>
        <p:spPr>
          <a:xfrm>
            <a:off x="868680" y="2865120"/>
            <a:ext cx="94488" cy="94488"/>
          </a:xfrm>
          <a:prstGeom prst="rect">
            <a:avLst/>
          </a:prstGeom>
          <a:solidFill>
            <a:srgbClr val="FA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Rectangle 753"/>
          <p:cNvSpPr/>
          <p:nvPr/>
        </p:nvSpPr>
        <p:spPr>
          <a:xfrm>
            <a:off x="963168" y="2865120"/>
            <a:ext cx="94488" cy="94488"/>
          </a:xfrm>
          <a:prstGeom prst="rect">
            <a:avLst/>
          </a:prstGeom>
          <a:solidFill>
            <a:srgbClr val="FA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Rectangle 754"/>
          <p:cNvSpPr/>
          <p:nvPr/>
        </p:nvSpPr>
        <p:spPr>
          <a:xfrm>
            <a:off x="1057656" y="2865120"/>
            <a:ext cx="94488" cy="94488"/>
          </a:xfrm>
          <a:prstGeom prst="rect">
            <a:avLst/>
          </a:prstGeom>
          <a:solidFill>
            <a:srgbClr val="74B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Rectangle 755"/>
          <p:cNvSpPr/>
          <p:nvPr/>
        </p:nvSpPr>
        <p:spPr>
          <a:xfrm>
            <a:off x="1152144" y="2865120"/>
            <a:ext cx="94488" cy="94488"/>
          </a:xfrm>
          <a:prstGeom prst="rect">
            <a:avLst/>
          </a:prstGeom>
          <a:solidFill>
            <a:srgbClr val="A6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Rectangle 756"/>
          <p:cNvSpPr/>
          <p:nvPr/>
        </p:nvSpPr>
        <p:spPr>
          <a:xfrm>
            <a:off x="1246632" y="2865120"/>
            <a:ext cx="94488" cy="94488"/>
          </a:xfrm>
          <a:prstGeom prst="rect">
            <a:avLst/>
          </a:prstGeom>
          <a:solidFill>
            <a:srgbClr val="A9D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Rectangle 757"/>
          <p:cNvSpPr/>
          <p:nvPr/>
        </p:nvSpPr>
        <p:spPr>
          <a:xfrm>
            <a:off x="1341120" y="2865120"/>
            <a:ext cx="94488" cy="94488"/>
          </a:xfrm>
          <a:prstGeom prst="rect">
            <a:avLst/>
          </a:prstGeom>
          <a:solidFill>
            <a:srgbClr val="B4D7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Rectangle 758"/>
          <p:cNvSpPr/>
          <p:nvPr/>
        </p:nvSpPr>
        <p:spPr>
          <a:xfrm>
            <a:off x="1435608" y="2865120"/>
            <a:ext cx="94488" cy="94488"/>
          </a:xfrm>
          <a:prstGeom prst="rect">
            <a:avLst/>
          </a:prstGeom>
          <a:solidFill>
            <a:srgbClr val="F6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Rectangle 759"/>
          <p:cNvSpPr/>
          <p:nvPr/>
        </p:nvSpPr>
        <p:spPr>
          <a:xfrm>
            <a:off x="1530096" y="2865120"/>
            <a:ext cx="94488" cy="94488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Rectangle 760"/>
          <p:cNvSpPr/>
          <p:nvPr/>
        </p:nvSpPr>
        <p:spPr>
          <a:xfrm>
            <a:off x="1624584" y="2865120"/>
            <a:ext cx="94488" cy="94488"/>
          </a:xfrm>
          <a:prstGeom prst="rect">
            <a:avLst/>
          </a:prstGeom>
          <a:solidFill>
            <a:srgbClr val="EDC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Rectangle 761"/>
          <p:cNvSpPr/>
          <p:nvPr/>
        </p:nvSpPr>
        <p:spPr>
          <a:xfrm>
            <a:off x="1719072" y="2865120"/>
            <a:ext cx="94488" cy="94488"/>
          </a:xfrm>
          <a:prstGeom prst="rect">
            <a:avLst/>
          </a:prstGeom>
          <a:solidFill>
            <a:srgbClr val="DC8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Rectangle 762"/>
          <p:cNvSpPr/>
          <p:nvPr/>
        </p:nvSpPr>
        <p:spPr>
          <a:xfrm>
            <a:off x="1813560" y="2865120"/>
            <a:ext cx="94488" cy="94488"/>
          </a:xfrm>
          <a:prstGeom prst="rect">
            <a:avLst/>
          </a:prstGeom>
          <a:solidFill>
            <a:srgbClr val="FB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Rectangle 763"/>
          <p:cNvSpPr/>
          <p:nvPr/>
        </p:nvSpPr>
        <p:spPr>
          <a:xfrm>
            <a:off x="1908048" y="2865120"/>
            <a:ext cx="94488" cy="94488"/>
          </a:xfrm>
          <a:prstGeom prst="rect">
            <a:avLst/>
          </a:prstGeom>
          <a:solidFill>
            <a:srgbClr val="F2D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Rectangle 764"/>
          <p:cNvSpPr/>
          <p:nvPr/>
        </p:nvSpPr>
        <p:spPr>
          <a:xfrm>
            <a:off x="2002536" y="2865120"/>
            <a:ext cx="94488" cy="94488"/>
          </a:xfrm>
          <a:prstGeom prst="rect">
            <a:avLst/>
          </a:prstGeom>
          <a:solidFill>
            <a:srgbClr val="D88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Rectangle 765"/>
          <p:cNvSpPr/>
          <p:nvPr/>
        </p:nvSpPr>
        <p:spPr>
          <a:xfrm>
            <a:off x="2097024" y="2865120"/>
            <a:ext cx="94488" cy="94488"/>
          </a:xfrm>
          <a:prstGeom prst="rect">
            <a:avLst/>
          </a:prstGeom>
          <a:solidFill>
            <a:srgbClr val="E7B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Rectangle 766"/>
          <p:cNvSpPr/>
          <p:nvPr/>
        </p:nvSpPr>
        <p:spPr>
          <a:xfrm>
            <a:off x="2191512" y="2865120"/>
            <a:ext cx="94488" cy="94488"/>
          </a:xfrm>
          <a:prstGeom prst="rect">
            <a:avLst/>
          </a:prstGeom>
          <a:solidFill>
            <a:srgbClr val="E09A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Rectangle 767"/>
          <p:cNvSpPr/>
          <p:nvPr/>
        </p:nvSpPr>
        <p:spPr>
          <a:xfrm>
            <a:off x="2286000" y="2865120"/>
            <a:ext cx="94488" cy="94488"/>
          </a:xfrm>
          <a:prstGeom prst="rect">
            <a:avLst/>
          </a:prstGeom>
          <a:solidFill>
            <a:srgbClr val="DF9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Rectangle 768"/>
          <p:cNvSpPr/>
          <p:nvPr/>
        </p:nvSpPr>
        <p:spPr>
          <a:xfrm>
            <a:off x="2380488" y="2865120"/>
            <a:ext cx="94488" cy="94488"/>
          </a:xfrm>
          <a:prstGeom prst="rect">
            <a:avLst/>
          </a:prstGeom>
          <a:solidFill>
            <a:srgbClr val="CD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Rectangle 769"/>
          <p:cNvSpPr/>
          <p:nvPr/>
        </p:nvSpPr>
        <p:spPr>
          <a:xfrm>
            <a:off x="2474976" y="2865120"/>
            <a:ext cx="94488" cy="94488"/>
          </a:xfrm>
          <a:prstGeom prst="rect">
            <a:avLst/>
          </a:prstGeom>
          <a:solidFill>
            <a:srgbClr val="B0D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Rectangle 770"/>
          <p:cNvSpPr/>
          <p:nvPr/>
        </p:nvSpPr>
        <p:spPr>
          <a:xfrm>
            <a:off x="2569464" y="2865120"/>
            <a:ext cx="94488" cy="94488"/>
          </a:xfrm>
          <a:prstGeom prst="rect">
            <a:avLst/>
          </a:prstGeom>
          <a:solidFill>
            <a:srgbClr val="50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Rectangle 771"/>
          <p:cNvSpPr/>
          <p:nvPr/>
        </p:nvSpPr>
        <p:spPr>
          <a:xfrm>
            <a:off x="2663952" y="2865120"/>
            <a:ext cx="94488" cy="94488"/>
          </a:xfrm>
          <a:prstGeom prst="rect">
            <a:avLst/>
          </a:prstGeom>
          <a:solidFill>
            <a:srgbClr val="52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Rectangle 772"/>
          <p:cNvSpPr/>
          <p:nvPr/>
        </p:nvSpPr>
        <p:spPr>
          <a:xfrm>
            <a:off x="2758440" y="2865120"/>
            <a:ext cx="94488" cy="94488"/>
          </a:xfrm>
          <a:prstGeom prst="rect">
            <a:avLst/>
          </a:prstGeom>
          <a:solidFill>
            <a:srgbClr val="49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Rectangle 773"/>
          <p:cNvSpPr/>
          <p:nvPr/>
        </p:nvSpPr>
        <p:spPr>
          <a:xfrm>
            <a:off x="2852928" y="2865120"/>
            <a:ext cx="94488" cy="94488"/>
          </a:xfrm>
          <a:prstGeom prst="rect">
            <a:avLst/>
          </a:prstGeom>
          <a:solidFill>
            <a:srgbClr val="58A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Rectangle 774"/>
          <p:cNvSpPr/>
          <p:nvPr/>
        </p:nvSpPr>
        <p:spPr>
          <a:xfrm>
            <a:off x="2947416" y="2865120"/>
            <a:ext cx="94488" cy="94488"/>
          </a:xfrm>
          <a:prstGeom prst="rect">
            <a:avLst/>
          </a:prstGeom>
          <a:solidFill>
            <a:srgbClr val="60A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Rectangle 775"/>
          <p:cNvSpPr/>
          <p:nvPr/>
        </p:nvSpPr>
        <p:spPr>
          <a:xfrm>
            <a:off x="3041904" y="2865120"/>
            <a:ext cx="94488" cy="94488"/>
          </a:xfrm>
          <a:prstGeom prst="rect">
            <a:avLst/>
          </a:prstGeom>
          <a:solidFill>
            <a:srgbClr val="70B3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Rectangle 776"/>
          <p:cNvSpPr/>
          <p:nvPr/>
        </p:nvSpPr>
        <p:spPr>
          <a:xfrm>
            <a:off x="3136392" y="2865120"/>
            <a:ext cx="94488" cy="94488"/>
          </a:xfrm>
          <a:prstGeom prst="rect">
            <a:avLst/>
          </a:prstGeom>
          <a:solidFill>
            <a:srgbClr val="DA8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Rectangle 777"/>
          <p:cNvSpPr/>
          <p:nvPr/>
        </p:nvSpPr>
        <p:spPr>
          <a:xfrm>
            <a:off x="3230880" y="2865120"/>
            <a:ext cx="94488" cy="9448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Rectangle 778"/>
          <p:cNvSpPr/>
          <p:nvPr/>
        </p:nvSpPr>
        <p:spPr>
          <a:xfrm>
            <a:off x="3325368" y="2865120"/>
            <a:ext cx="94488" cy="94488"/>
          </a:xfrm>
          <a:prstGeom prst="rect">
            <a:avLst/>
          </a:prstGeom>
          <a:solidFill>
            <a:srgbClr val="DA8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Rectangle 779"/>
          <p:cNvSpPr/>
          <p:nvPr/>
        </p:nvSpPr>
        <p:spPr>
          <a:xfrm>
            <a:off x="3419856" y="2865120"/>
            <a:ext cx="94488" cy="94488"/>
          </a:xfrm>
          <a:prstGeom prst="rect">
            <a:avLst/>
          </a:prstGeom>
          <a:solidFill>
            <a:srgbClr val="E9B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Rectangle 780"/>
          <p:cNvSpPr/>
          <p:nvPr/>
        </p:nvSpPr>
        <p:spPr>
          <a:xfrm>
            <a:off x="3514344" y="2865120"/>
            <a:ext cx="94488" cy="94488"/>
          </a:xfrm>
          <a:prstGeom prst="rect">
            <a:avLst/>
          </a:prstGeom>
          <a:solidFill>
            <a:srgbClr val="E9B7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Rectangle 781"/>
          <p:cNvSpPr/>
          <p:nvPr/>
        </p:nvSpPr>
        <p:spPr>
          <a:xfrm>
            <a:off x="3608832" y="2865120"/>
            <a:ext cx="94488" cy="94488"/>
          </a:xfrm>
          <a:prstGeom prst="rect">
            <a:avLst/>
          </a:prstGeom>
          <a:solidFill>
            <a:srgbClr val="F1D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Rectangle 782"/>
          <p:cNvSpPr/>
          <p:nvPr/>
        </p:nvSpPr>
        <p:spPr>
          <a:xfrm>
            <a:off x="868680" y="2959608"/>
            <a:ext cx="94488" cy="94488"/>
          </a:xfrm>
          <a:prstGeom prst="rect">
            <a:avLst/>
          </a:prstGeom>
          <a:solidFill>
            <a:srgbClr val="FC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Rectangle 783"/>
          <p:cNvSpPr/>
          <p:nvPr/>
        </p:nvSpPr>
        <p:spPr>
          <a:xfrm>
            <a:off x="963168" y="2959608"/>
            <a:ext cx="94488" cy="94488"/>
          </a:xfrm>
          <a:prstGeom prst="rect">
            <a:avLst/>
          </a:prstGeom>
          <a:solidFill>
            <a:srgbClr val="FC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Rectangle 784"/>
          <p:cNvSpPr/>
          <p:nvPr/>
        </p:nvSpPr>
        <p:spPr>
          <a:xfrm>
            <a:off x="1057656" y="2959608"/>
            <a:ext cx="94488" cy="94488"/>
          </a:xfrm>
          <a:prstGeom prst="rect">
            <a:avLst/>
          </a:prstGeom>
          <a:solidFill>
            <a:srgbClr val="B3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Rectangle 785"/>
          <p:cNvSpPr/>
          <p:nvPr/>
        </p:nvSpPr>
        <p:spPr>
          <a:xfrm>
            <a:off x="1152144" y="2959608"/>
            <a:ext cx="94488" cy="94488"/>
          </a:xfrm>
          <a:prstGeom prst="rect">
            <a:avLst/>
          </a:prstGeom>
          <a:solidFill>
            <a:srgbClr val="D8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Rectangle 786"/>
          <p:cNvSpPr/>
          <p:nvPr/>
        </p:nvSpPr>
        <p:spPr>
          <a:xfrm>
            <a:off x="1246632" y="2959608"/>
            <a:ext cx="94488" cy="94488"/>
          </a:xfrm>
          <a:prstGeom prst="rect">
            <a:avLst/>
          </a:prstGeom>
          <a:solidFill>
            <a:srgbClr val="C8E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Rectangle 787"/>
          <p:cNvSpPr/>
          <p:nvPr/>
        </p:nvSpPr>
        <p:spPr>
          <a:xfrm>
            <a:off x="1341120" y="2959608"/>
            <a:ext cx="94488" cy="94488"/>
          </a:xfrm>
          <a:prstGeom prst="rect">
            <a:avLst/>
          </a:prstGeom>
          <a:solidFill>
            <a:srgbClr val="F1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Rectangle 788"/>
          <p:cNvSpPr/>
          <p:nvPr/>
        </p:nvSpPr>
        <p:spPr>
          <a:xfrm>
            <a:off x="1435608" y="2959608"/>
            <a:ext cx="94488" cy="94488"/>
          </a:xfrm>
          <a:prstGeom prst="rect">
            <a:avLst/>
          </a:prstGeom>
          <a:solidFill>
            <a:srgbClr val="F3D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Rectangle 789"/>
          <p:cNvSpPr/>
          <p:nvPr/>
        </p:nvSpPr>
        <p:spPr>
          <a:xfrm>
            <a:off x="1530096" y="2959608"/>
            <a:ext cx="94488" cy="94488"/>
          </a:xfrm>
          <a:prstGeom prst="rect">
            <a:avLst/>
          </a:prstGeom>
          <a:solidFill>
            <a:srgbClr val="F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Rectangle 790"/>
          <p:cNvSpPr/>
          <p:nvPr/>
        </p:nvSpPr>
        <p:spPr>
          <a:xfrm>
            <a:off x="1624584" y="2959608"/>
            <a:ext cx="94488" cy="94488"/>
          </a:xfrm>
          <a:prstGeom prst="rect">
            <a:avLst/>
          </a:prstGeom>
          <a:solidFill>
            <a:srgbClr val="EA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Rectangle 791"/>
          <p:cNvSpPr/>
          <p:nvPr/>
        </p:nvSpPr>
        <p:spPr>
          <a:xfrm>
            <a:off x="1719072" y="2959608"/>
            <a:ext cx="94488" cy="94488"/>
          </a:xfrm>
          <a:prstGeom prst="rect">
            <a:avLst/>
          </a:prstGeom>
          <a:solidFill>
            <a:srgbClr val="E4A6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Rectangle 792"/>
          <p:cNvSpPr/>
          <p:nvPr/>
        </p:nvSpPr>
        <p:spPr>
          <a:xfrm>
            <a:off x="1813560" y="2959608"/>
            <a:ext cx="94488" cy="94488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Rectangle 793"/>
          <p:cNvSpPr/>
          <p:nvPr/>
        </p:nvSpPr>
        <p:spPr>
          <a:xfrm>
            <a:off x="1908048" y="2959608"/>
            <a:ext cx="94488" cy="94488"/>
          </a:xfrm>
          <a:prstGeom prst="rect">
            <a:avLst/>
          </a:prstGeom>
          <a:solidFill>
            <a:srgbClr val="F4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Rectangle 794"/>
          <p:cNvSpPr/>
          <p:nvPr/>
        </p:nvSpPr>
        <p:spPr>
          <a:xfrm>
            <a:off x="2002536" y="2959608"/>
            <a:ext cx="94488" cy="94488"/>
          </a:xfrm>
          <a:prstGeom prst="rect">
            <a:avLst/>
          </a:prstGeom>
          <a:solidFill>
            <a:srgbClr val="D87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Rectangle 795"/>
          <p:cNvSpPr/>
          <p:nvPr/>
        </p:nvSpPr>
        <p:spPr>
          <a:xfrm>
            <a:off x="2097024" y="2959608"/>
            <a:ext cx="94488" cy="94488"/>
          </a:xfrm>
          <a:prstGeom prst="rect">
            <a:avLst/>
          </a:prstGeom>
          <a:solidFill>
            <a:srgbClr val="EBB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Rectangle 796"/>
          <p:cNvSpPr/>
          <p:nvPr/>
        </p:nvSpPr>
        <p:spPr>
          <a:xfrm>
            <a:off x="2191512" y="2959608"/>
            <a:ext cx="94488" cy="94488"/>
          </a:xfrm>
          <a:prstGeom prst="rect">
            <a:avLst/>
          </a:prstGeom>
          <a:solidFill>
            <a:srgbClr val="D98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Rectangle 797"/>
          <p:cNvSpPr/>
          <p:nvPr/>
        </p:nvSpPr>
        <p:spPr>
          <a:xfrm>
            <a:off x="2286000" y="2959608"/>
            <a:ext cx="94488" cy="94488"/>
          </a:xfrm>
          <a:prstGeom prst="rect">
            <a:avLst/>
          </a:prstGeom>
          <a:solidFill>
            <a:srgbClr val="D26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Rectangle 798"/>
          <p:cNvSpPr/>
          <p:nvPr/>
        </p:nvSpPr>
        <p:spPr>
          <a:xfrm>
            <a:off x="2380488" y="2959608"/>
            <a:ext cx="94488" cy="94488"/>
          </a:xfrm>
          <a:prstGeom prst="rect">
            <a:avLst/>
          </a:prstGeom>
          <a:solidFill>
            <a:srgbClr val="F6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Rectangle 799"/>
          <p:cNvSpPr/>
          <p:nvPr/>
        </p:nvSpPr>
        <p:spPr>
          <a:xfrm>
            <a:off x="2474976" y="2959608"/>
            <a:ext cx="94488" cy="94488"/>
          </a:xfrm>
          <a:prstGeom prst="rect">
            <a:avLst/>
          </a:prstGeom>
          <a:solidFill>
            <a:srgbClr val="C3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Rectangle 800"/>
          <p:cNvSpPr/>
          <p:nvPr/>
        </p:nvSpPr>
        <p:spPr>
          <a:xfrm>
            <a:off x="2569464" y="2959608"/>
            <a:ext cx="94488" cy="94488"/>
          </a:xfrm>
          <a:prstGeom prst="rect">
            <a:avLst/>
          </a:prstGeom>
          <a:solidFill>
            <a:srgbClr val="98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Rectangle 801"/>
          <p:cNvSpPr/>
          <p:nvPr/>
        </p:nvSpPr>
        <p:spPr>
          <a:xfrm>
            <a:off x="2663952" y="2959608"/>
            <a:ext cx="94488" cy="94488"/>
          </a:xfrm>
          <a:prstGeom prst="rect">
            <a:avLst/>
          </a:prstGeom>
          <a:solidFill>
            <a:srgbClr val="8EC3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Rectangle 802"/>
          <p:cNvSpPr/>
          <p:nvPr/>
        </p:nvSpPr>
        <p:spPr>
          <a:xfrm>
            <a:off x="2758440" y="2959608"/>
            <a:ext cx="94488" cy="94488"/>
          </a:xfrm>
          <a:prstGeom prst="rect">
            <a:avLst/>
          </a:prstGeom>
          <a:solidFill>
            <a:srgbClr val="92C5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Rectangle 803"/>
          <p:cNvSpPr/>
          <p:nvPr/>
        </p:nvSpPr>
        <p:spPr>
          <a:xfrm>
            <a:off x="2852928" y="2959608"/>
            <a:ext cx="94488" cy="94488"/>
          </a:xfrm>
          <a:prstGeom prst="rect">
            <a:avLst/>
          </a:prstGeom>
          <a:solidFill>
            <a:srgbClr val="A0C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Rectangle 804"/>
          <p:cNvSpPr/>
          <p:nvPr/>
        </p:nvSpPr>
        <p:spPr>
          <a:xfrm>
            <a:off x="2947416" y="2959608"/>
            <a:ext cx="94488" cy="94488"/>
          </a:xfrm>
          <a:prstGeom prst="rect">
            <a:avLst/>
          </a:prstGeom>
          <a:solidFill>
            <a:srgbClr val="A6C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Rectangle 805"/>
          <p:cNvSpPr/>
          <p:nvPr/>
        </p:nvSpPr>
        <p:spPr>
          <a:xfrm>
            <a:off x="3041904" y="2959608"/>
            <a:ext cx="94488" cy="94488"/>
          </a:xfrm>
          <a:prstGeom prst="rect">
            <a:avLst/>
          </a:prstGeom>
          <a:solidFill>
            <a:srgbClr val="B3D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Rectangle 806"/>
          <p:cNvSpPr/>
          <p:nvPr/>
        </p:nvSpPr>
        <p:spPr>
          <a:xfrm>
            <a:off x="3136392" y="2959608"/>
            <a:ext cx="94488" cy="94488"/>
          </a:xfrm>
          <a:prstGeom prst="rect">
            <a:avLst/>
          </a:prstGeom>
          <a:solidFill>
            <a:srgbClr val="D26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Rectangle 807"/>
          <p:cNvSpPr/>
          <p:nvPr/>
        </p:nvSpPr>
        <p:spPr>
          <a:xfrm>
            <a:off x="3230880" y="2959608"/>
            <a:ext cx="94488" cy="94488"/>
          </a:xfrm>
          <a:prstGeom prst="rect">
            <a:avLst/>
          </a:prstGeom>
          <a:solidFill>
            <a:srgbClr val="DA8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Rectangle 808"/>
          <p:cNvSpPr/>
          <p:nvPr/>
        </p:nvSpPr>
        <p:spPr>
          <a:xfrm>
            <a:off x="3325368" y="2959608"/>
            <a:ext cx="94488" cy="9448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Rectangle 809"/>
          <p:cNvSpPr/>
          <p:nvPr/>
        </p:nvSpPr>
        <p:spPr>
          <a:xfrm>
            <a:off x="3419856" y="2959608"/>
            <a:ext cx="94488" cy="94488"/>
          </a:xfrm>
          <a:prstGeom prst="rect">
            <a:avLst/>
          </a:prstGeom>
          <a:solidFill>
            <a:srgbClr val="EFC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Rectangle 810"/>
          <p:cNvSpPr/>
          <p:nvPr/>
        </p:nvSpPr>
        <p:spPr>
          <a:xfrm>
            <a:off x="3514344" y="2959608"/>
            <a:ext cx="94488" cy="94488"/>
          </a:xfrm>
          <a:prstGeom prst="rect">
            <a:avLst/>
          </a:prstGeom>
          <a:solidFill>
            <a:srgbClr val="ECC2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Rectangle 811"/>
          <p:cNvSpPr/>
          <p:nvPr/>
        </p:nvSpPr>
        <p:spPr>
          <a:xfrm>
            <a:off x="3608832" y="2959608"/>
            <a:ext cx="94488" cy="94488"/>
          </a:xfrm>
          <a:prstGeom prst="rect">
            <a:avLst/>
          </a:prstGeom>
          <a:solidFill>
            <a:srgbClr val="EFCD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Rectangle 812"/>
          <p:cNvSpPr/>
          <p:nvPr/>
        </p:nvSpPr>
        <p:spPr>
          <a:xfrm>
            <a:off x="868680" y="3054096"/>
            <a:ext cx="94488" cy="94488"/>
          </a:xfrm>
          <a:prstGeom prst="rect">
            <a:avLst/>
          </a:prstGeom>
          <a:solidFill>
            <a:srgbClr val="FE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Rectangle 813"/>
          <p:cNvSpPr/>
          <p:nvPr/>
        </p:nvSpPr>
        <p:spPr>
          <a:xfrm>
            <a:off x="963168" y="3054096"/>
            <a:ext cx="94488" cy="94488"/>
          </a:xfrm>
          <a:prstGeom prst="rect">
            <a:avLst/>
          </a:prstGeom>
          <a:solidFill>
            <a:srgbClr val="FE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Rectangle 814"/>
          <p:cNvSpPr/>
          <p:nvPr/>
        </p:nvSpPr>
        <p:spPr>
          <a:xfrm>
            <a:off x="1057656" y="3054096"/>
            <a:ext cx="94488" cy="94488"/>
          </a:xfrm>
          <a:prstGeom prst="rect">
            <a:avLst/>
          </a:prstGeom>
          <a:solidFill>
            <a:srgbClr val="B7D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Rectangle 815"/>
          <p:cNvSpPr/>
          <p:nvPr/>
        </p:nvSpPr>
        <p:spPr>
          <a:xfrm>
            <a:off x="1152144" y="3054096"/>
            <a:ext cx="94488" cy="94488"/>
          </a:xfrm>
          <a:prstGeom prst="rect">
            <a:avLst/>
          </a:prstGeom>
          <a:solidFill>
            <a:srgbClr val="8EC3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Rectangle 816"/>
          <p:cNvSpPr/>
          <p:nvPr/>
        </p:nvSpPr>
        <p:spPr>
          <a:xfrm>
            <a:off x="1246632" y="3054096"/>
            <a:ext cx="94488" cy="94488"/>
          </a:xfrm>
          <a:prstGeom prst="rect">
            <a:avLst/>
          </a:prstGeom>
          <a:solidFill>
            <a:srgbClr val="C3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Rectangle 817"/>
          <p:cNvSpPr/>
          <p:nvPr/>
        </p:nvSpPr>
        <p:spPr>
          <a:xfrm>
            <a:off x="1341120" y="3054096"/>
            <a:ext cx="94488" cy="94488"/>
          </a:xfrm>
          <a:prstGeom prst="rect">
            <a:avLst/>
          </a:prstGeom>
          <a:solidFill>
            <a:srgbClr val="FA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Rectangle 818"/>
          <p:cNvSpPr/>
          <p:nvPr/>
        </p:nvSpPr>
        <p:spPr>
          <a:xfrm>
            <a:off x="1435608" y="3054096"/>
            <a:ext cx="94488" cy="94488"/>
          </a:xfrm>
          <a:prstGeom prst="rect">
            <a:avLst/>
          </a:prstGeom>
          <a:solidFill>
            <a:srgbClr val="FB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Rectangle 819"/>
          <p:cNvSpPr/>
          <p:nvPr/>
        </p:nvSpPr>
        <p:spPr>
          <a:xfrm>
            <a:off x="1530096" y="3054096"/>
            <a:ext cx="94488" cy="94488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Rectangle 820"/>
          <p:cNvSpPr/>
          <p:nvPr/>
        </p:nvSpPr>
        <p:spPr>
          <a:xfrm>
            <a:off x="1624584" y="3054096"/>
            <a:ext cx="94488" cy="94488"/>
          </a:xfrm>
          <a:prstGeom prst="rect">
            <a:avLst/>
          </a:prstGeom>
          <a:solidFill>
            <a:srgbClr val="CE5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Rectangle 821"/>
          <p:cNvSpPr/>
          <p:nvPr/>
        </p:nvSpPr>
        <p:spPr>
          <a:xfrm>
            <a:off x="1719072" y="3054096"/>
            <a:ext cx="94488" cy="94488"/>
          </a:xfrm>
          <a:prstGeom prst="rect">
            <a:avLst/>
          </a:prstGeom>
          <a:solidFill>
            <a:srgbClr val="E09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Rectangle 822"/>
          <p:cNvSpPr/>
          <p:nvPr/>
        </p:nvSpPr>
        <p:spPr>
          <a:xfrm>
            <a:off x="1813560" y="3054096"/>
            <a:ext cx="94488" cy="94488"/>
          </a:xfrm>
          <a:prstGeom prst="rect">
            <a:avLst/>
          </a:prstGeom>
          <a:solidFill>
            <a:srgbClr val="E8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Rectangle 823"/>
          <p:cNvSpPr/>
          <p:nvPr/>
        </p:nvSpPr>
        <p:spPr>
          <a:xfrm>
            <a:off x="1908048" y="3054096"/>
            <a:ext cx="94488" cy="94488"/>
          </a:xfrm>
          <a:prstGeom prst="rect">
            <a:avLst/>
          </a:prstGeom>
          <a:solidFill>
            <a:srgbClr val="DD8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Rectangle 824"/>
          <p:cNvSpPr/>
          <p:nvPr/>
        </p:nvSpPr>
        <p:spPr>
          <a:xfrm>
            <a:off x="2002536" y="3054096"/>
            <a:ext cx="94488" cy="94488"/>
          </a:xfrm>
          <a:prstGeom prst="rect">
            <a:avLst/>
          </a:prstGeom>
          <a:solidFill>
            <a:srgbClr val="DE91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Rectangle 825"/>
          <p:cNvSpPr/>
          <p:nvPr/>
        </p:nvSpPr>
        <p:spPr>
          <a:xfrm>
            <a:off x="2097024" y="3054096"/>
            <a:ext cx="94488" cy="94488"/>
          </a:xfrm>
          <a:prstGeom prst="rect">
            <a:avLst/>
          </a:prstGeom>
          <a:solidFill>
            <a:srgbClr val="D26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Rectangle 826"/>
          <p:cNvSpPr/>
          <p:nvPr/>
        </p:nvSpPr>
        <p:spPr>
          <a:xfrm>
            <a:off x="2191512" y="3054096"/>
            <a:ext cx="94488" cy="94488"/>
          </a:xfrm>
          <a:prstGeom prst="rect">
            <a:avLst/>
          </a:prstGeom>
          <a:solidFill>
            <a:srgbClr val="F4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Rectangle 827"/>
          <p:cNvSpPr/>
          <p:nvPr/>
        </p:nvSpPr>
        <p:spPr>
          <a:xfrm>
            <a:off x="2286000" y="3054096"/>
            <a:ext cx="94488" cy="94488"/>
          </a:xfrm>
          <a:prstGeom prst="rect">
            <a:avLst/>
          </a:prstGeom>
          <a:solidFill>
            <a:srgbClr val="F5D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Rectangle 828"/>
          <p:cNvSpPr/>
          <p:nvPr/>
        </p:nvSpPr>
        <p:spPr>
          <a:xfrm>
            <a:off x="2380488" y="3054096"/>
            <a:ext cx="94488" cy="94488"/>
          </a:xfrm>
          <a:prstGeom prst="rect">
            <a:avLst/>
          </a:prstGeom>
          <a:solidFill>
            <a:srgbClr val="F2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Rectangle 829"/>
          <p:cNvSpPr/>
          <p:nvPr/>
        </p:nvSpPr>
        <p:spPr>
          <a:xfrm>
            <a:off x="2474976" y="3054096"/>
            <a:ext cx="94488" cy="94488"/>
          </a:xfrm>
          <a:prstGeom prst="rect">
            <a:avLst/>
          </a:prstGeom>
          <a:solidFill>
            <a:srgbClr val="FD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Rectangle 830"/>
          <p:cNvSpPr/>
          <p:nvPr/>
        </p:nvSpPr>
        <p:spPr>
          <a:xfrm>
            <a:off x="2569464" y="3054096"/>
            <a:ext cx="94488" cy="94488"/>
          </a:xfrm>
          <a:prstGeom prst="rect">
            <a:avLst/>
          </a:prstGeom>
          <a:solidFill>
            <a:srgbClr val="C1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Rectangle 831"/>
          <p:cNvSpPr/>
          <p:nvPr/>
        </p:nvSpPr>
        <p:spPr>
          <a:xfrm>
            <a:off x="2663952" y="3054096"/>
            <a:ext cx="94488" cy="94488"/>
          </a:xfrm>
          <a:prstGeom prst="rect">
            <a:avLst/>
          </a:prstGeom>
          <a:solidFill>
            <a:srgbClr val="B4D7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Rectangle 832"/>
          <p:cNvSpPr/>
          <p:nvPr/>
        </p:nvSpPr>
        <p:spPr>
          <a:xfrm>
            <a:off x="2758440" y="3054096"/>
            <a:ext cx="94488" cy="94488"/>
          </a:xfrm>
          <a:prstGeom prst="rect">
            <a:avLst/>
          </a:prstGeom>
          <a:solidFill>
            <a:srgbClr val="B7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Rectangle 833"/>
          <p:cNvSpPr/>
          <p:nvPr/>
        </p:nvSpPr>
        <p:spPr>
          <a:xfrm>
            <a:off x="2852928" y="3054096"/>
            <a:ext cx="94488" cy="94488"/>
          </a:xfrm>
          <a:prstGeom prst="rect">
            <a:avLst/>
          </a:prstGeom>
          <a:solidFill>
            <a:srgbClr val="C6E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Rectangle 834"/>
          <p:cNvSpPr/>
          <p:nvPr/>
        </p:nvSpPr>
        <p:spPr>
          <a:xfrm>
            <a:off x="2947416" y="3054096"/>
            <a:ext cx="94488" cy="94488"/>
          </a:xfrm>
          <a:prstGeom prst="rect">
            <a:avLst/>
          </a:prstGeom>
          <a:solidFill>
            <a:srgbClr val="BE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Rectangle 835"/>
          <p:cNvSpPr/>
          <p:nvPr/>
        </p:nvSpPr>
        <p:spPr>
          <a:xfrm>
            <a:off x="3041904" y="3054096"/>
            <a:ext cx="94488" cy="94488"/>
          </a:xfrm>
          <a:prstGeom prst="rect">
            <a:avLst/>
          </a:prstGeom>
          <a:solidFill>
            <a:srgbClr val="B3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Rectangle 836"/>
          <p:cNvSpPr/>
          <p:nvPr/>
        </p:nvSpPr>
        <p:spPr>
          <a:xfrm>
            <a:off x="3136392" y="3054096"/>
            <a:ext cx="94488" cy="94488"/>
          </a:xfrm>
          <a:prstGeom prst="rect">
            <a:avLst/>
          </a:prstGeom>
          <a:solidFill>
            <a:srgbClr val="F4D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Rectangle 837"/>
          <p:cNvSpPr/>
          <p:nvPr/>
        </p:nvSpPr>
        <p:spPr>
          <a:xfrm>
            <a:off x="3230880" y="3054096"/>
            <a:ext cx="94488" cy="94488"/>
          </a:xfrm>
          <a:prstGeom prst="rect">
            <a:avLst/>
          </a:prstGeom>
          <a:solidFill>
            <a:srgbClr val="E9B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Rectangle 838"/>
          <p:cNvSpPr/>
          <p:nvPr/>
        </p:nvSpPr>
        <p:spPr>
          <a:xfrm>
            <a:off x="3325368" y="3054096"/>
            <a:ext cx="94488" cy="94488"/>
          </a:xfrm>
          <a:prstGeom prst="rect">
            <a:avLst/>
          </a:prstGeom>
          <a:solidFill>
            <a:srgbClr val="EFC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Rectangle 839"/>
          <p:cNvSpPr/>
          <p:nvPr/>
        </p:nvSpPr>
        <p:spPr>
          <a:xfrm>
            <a:off x="3419856" y="3054096"/>
            <a:ext cx="94488" cy="9448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Rectangle 840"/>
          <p:cNvSpPr/>
          <p:nvPr/>
        </p:nvSpPr>
        <p:spPr>
          <a:xfrm>
            <a:off x="3514344" y="3054096"/>
            <a:ext cx="94488" cy="94488"/>
          </a:xfrm>
          <a:prstGeom prst="rect">
            <a:avLst/>
          </a:prstGeom>
          <a:solidFill>
            <a:srgbClr val="D3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Rectangle 841"/>
          <p:cNvSpPr/>
          <p:nvPr/>
        </p:nvSpPr>
        <p:spPr>
          <a:xfrm>
            <a:off x="3608832" y="3054096"/>
            <a:ext cx="94488" cy="94488"/>
          </a:xfrm>
          <a:prstGeom prst="rect">
            <a:avLst/>
          </a:prstGeom>
          <a:solidFill>
            <a:srgbClr val="DC8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Rectangle 842"/>
          <p:cNvSpPr/>
          <p:nvPr/>
        </p:nvSpPr>
        <p:spPr>
          <a:xfrm>
            <a:off x="868680" y="3148584"/>
            <a:ext cx="94488" cy="94488"/>
          </a:xfrm>
          <a:prstGeom prst="rect">
            <a:avLst/>
          </a:prstGeom>
          <a:solidFill>
            <a:srgbClr val="FA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Rectangle 843"/>
          <p:cNvSpPr/>
          <p:nvPr/>
        </p:nvSpPr>
        <p:spPr>
          <a:xfrm>
            <a:off x="963168" y="3148584"/>
            <a:ext cx="94488" cy="94488"/>
          </a:xfrm>
          <a:prstGeom prst="rect">
            <a:avLst/>
          </a:prstGeom>
          <a:solidFill>
            <a:srgbClr val="FA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Rectangle 844"/>
          <p:cNvSpPr/>
          <p:nvPr/>
        </p:nvSpPr>
        <p:spPr>
          <a:xfrm>
            <a:off x="1057656" y="3148584"/>
            <a:ext cx="94488" cy="94488"/>
          </a:xfrm>
          <a:prstGeom prst="rect">
            <a:avLst/>
          </a:prstGeom>
          <a:solidFill>
            <a:srgbClr val="83B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Rectangle 845"/>
          <p:cNvSpPr/>
          <p:nvPr/>
        </p:nvSpPr>
        <p:spPr>
          <a:xfrm>
            <a:off x="1152144" y="3148584"/>
            <a:ext cx="94488" cy="94488"/>
          </a:xfrm>
          <a:prstGeom prst="rect">
            <a:avLst/>
          </a:prstGeom>
          <a:solidFill>
            <a:srgbClr val="B3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Rectangle 846"/>
          <p:cNvSpPr/>
          <p:nvPr/>
        </p:nvSpPr>
        <p:spPr>
          <a:xfrm>
            <a:off x="1246632" y="3148584"/>
            <a:ext cx="94488" cy="94488"/>
          </a:xfrm>
          <a:prstGeom prst="rect">
            <a:avLst/>
          </a:prstGeom>
          <a:solidFill>
            <a:srgbClr val="A2C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Rectangle 847"/>
          <p:cNvSpPr/>
          <p:nvPr/>
        </p:nvSpPr>
        <p:spPr>
          <a:xfrm>
            <a:off x="1341120" y="3148584"/>
            <a:ext cx="94488" cy="94488"/>
          </a:xfrm>
          <a:prstGeom prst="rect">
            <a:avLst/>
          </a:prstGeom>
          <a:solidFill>
            <a:srgbClr val="CB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Rectangle 848"/>
          <p:cNvSpPr/>
          <p:nvPr/>
        </p:nvSpPr>
        <p:spPr>
          <a:xfrm>
            <a:off x="1435608" y="3148584"/>
            <a:ext cx="94488" cy="94488"/>
          </a:xfrm>
          <a:prstGeom prst="rect">
            <a:avLst/>
          </a:prstGeom>
          <a:solidFill>
            <a:srgbClr val="EE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Rectangle 849"/>
          <p:cNvSpPr/>
          <p:nvPr/>
        </p:nvSpPr>
        <p:spPr>
          <a:xfrm>
            <a:off x="1530096" y="3148584"/>
            <a:ext cx="94488" cy="94488"/>
          </a:xfrm>
          <a:prstGeom prst="rect">
            <a:avLst/>
          </a:prstGeom>
          <a:solidFill>
            <a:srgbClr val="FE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Rectangle 850"/>
          <p:cNvSpPr/>
          <p:nvPr/>
        </p:nvSpPr>
        <p:spPr>
          <a:xfrm>
            <a:off x="1624584" y="3148584"/>
            <a:ext cx="94488" cy="94488"/>
          </a:xfrm>
          <a:prstGeom prst="rect">
            <a:avLst/>
          </a:prstGeom>
          <a:solidFill>
            <a:srgbClr val="CD5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Rectangle 851"/>
          <p:cNvSpPr/>
          <p:nvPr/>
        </p:nvSpPr>
        <p:spPr>
          <a:xfrm>
            <a:off x="1719072" y="3148584"/>
            <a:ext cx="94488" cy="94488"/>
          </a:xfrm>
          <a:prstGeom prst="rect">
            <a:avLst/>
          </a:prstGeom>
          <a:solidFill>
            <a:srgbClr val="E7B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Rectangle 852"/>
          <p:cNvSpPr/>
          <p:nvPr/>
        </p:nvSpPr>
        <p:spPr>
          <a:xfrm>
            <a:off x="1813560" y="3148584"/>
            <a:ext cx="94488" cy="94488"/>
          </a:xfrm>
          <a:prstGeom prst="rect">
            <a:avLst/>
          </a:prstGeom>
          <a:solidFill>
            <a:srgbClr val="FD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Rectangle 853"/>
          <p:cNvSpPr/>
          <p:nvPr/>
        </p:nvSpPr>
        <p:spPr>
          <a:xfrm>
            <a:off x="1908048" y="3148584"/>
            <a:ext cx="94488" cy="94488"/>
          </a:xfrm>
          <a:prstGeom prst="rect">
            <a:avLst/>
          </a:prstGeom>
          <a:solidFill>
            <a:srgbClr val="F5D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Rectangle 854"/>
          <p:cNvSpPr/>
          <p:nvPr/>
        </p:nvSpPr>
        <p:spPr>
          <a:xfrm>
            <a:off x="2002536" y="3148584"/>
            <a:ext cx="94488" cy="94488"/>
          </a:xfrm>
          <a:prstGeom prst="rect">
            <a:avLst/>
          </a:prstGeom>
          <a:solidFill>
            <a:srgbClr val="D87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Rectangle 855"/>
          <p:cNvSpPr/>
          <p:nvPr/>
        </p:nvSpPr>
        <p:spPr>
          <a:xfrm>
            <a:off x="2097024" y="3148584"/>
            <a:ext cx="94488" cy="94488"/>
          </a:xfrm>
          <a:prstGeom prst="rect">
            <a:avLst/>
          </a:prstGeom>
          <a:solidFill>
            <a:srgbClr val="E7B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Rectangle 856"/>
          <p:cNvSpPr/>
          <p:nvPr/>
        </p:nvSpPr>
        <p:spPr>
          <a:xfrm>
            <a:off x="2191512" y="3148584"/>
            <a:ext cx="94488" cy="94488"/>
          </a:xfrm>
          <a:prstGeom prst="rect">
            <a:avLst/>
          </a:prstGeom>
          <a:solidFill>
            <a:srgbClr val="F7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Rectangle 857"/>
          <p:cNvSpPr/>
          <p:nvPr/>
        </p:nvSpPr>
        <p:spPr>
          <a:xfrm>
            <a:off x="2286000" y="3148584"/>
            <a:ext cx="94488" cy="94488"/>
          </a:xfrm>
          <a:prstGeom prst="rect">
            <a:avLst/>
          </a:prstGeom>
          <a:solidFill>
            <a:srgbClr val="F3D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Rectangle 858"/>
          <p:cNvSpPr/>
          <p:nvPr/>
        </p:nvSpPr>
        <p:spPr>
          <a:xfrm>
            <a:off x="2380488" y="3148584"/>
            <a:ext cx="94488" cy="94488"/>
          </a:xfrm>
          <a:prstGeom prst="rect">
            <a:avLst/>
          </a:prstGeom>
          <a:solidFill>
            <a:srgbClr val="FBF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Rectangle 859"/>
          <p:cNvSpPr/>
          <p:nvPr/>
        </p:nvSpPr>
        <p:spPr>
          <a:xfrm>
            <a:off x="2474976" y="3148584"/>
            <a:ext cx="94488" cy="94488"/>
          </a:xfrm>
          <a:prstGeom prst="rect">
            <a:avLst/>
          </a:prstGeom>
          <a:solidFill>
            <a:srgbClr val="CFE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Rectangle 860"/>
          <p:cNvSpPr/>
          <p:nvPr/>
        </p:nvSpPr>
        <p:spPr>
          <a:xfrm>
            <a:off x="2569464" y="3148584"/>
            <a:ext cx="94488" cy="94488"/>
          </a:xfrm>
          <a:prstGeom prst="rect">
            <a:avLst/>
          </a:prstGeom>
          <a:solidFill>
            <a:srgbClr val="A7D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Rectangle 861"/>
          <p:cNvSpPr/>
          <p:nvPr/>
        </p:nvSpPr>
        <p:spPr>
          <a:xfrm>
            <a:off x="2663952" y="3148584"/>
            <a:ext cx="94488" cy="94488"/>
          </a:xfrm>
          <a:prstGeom prst="rect">
            <a:avLst/>
          </a:prstGeom>
          <a:solidFill>
            <a:srgbClr val="A3C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Rectangle 862"/>
          <p:cNvSpPr/>
          <p:nvPr/>
        </p:nvSpPr>
        <p:spPr>
          <a:xfrm>
            <a:off x="2758440" y="3148584"/>
            <a:ext cx="94488" cy="94488"/>
          </a:xfrm>
          <a:prstGeom prst="rect">
            <a:avLst/>
          </a:prstGeom>
          <a:solidFill>
            <a:srgbClr val="A3C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Rectangle 863"/>
          <p:cNvSpPr/>
          <p:nvPr/>
        </p:nvSpPr>
        <p:spPr>
          <a:xfrm>
            <a:off x="2852928" y="3148584"/>
            <a:ext cx="94488" cy="94488"/>
          </a:xfrm>
          <a:prstGeom prst="rect">
            <a:avLst/>
          </a:prstGeom>
          <a:solidFill>
            <a:srgbClr val="BD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Rectangle 864"/>
          <p:cNvSpPr/>
          <p:nvPr/>
        </p:nvSpPr>
        <p:spPr>
          <a:xfrm>
            <a:off x="2947416" y="3148584"/>
            <a:ext cx="94488" cy="94488"/>
          </a:xfrm>
          <a:prstGeom prst="rect">
            <a:avLst/>
          </a:prstGeom>
          <a:solidFill>
            <a:srgbClr val="BC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Rectangle 865"/>
          <p:cNvSpPr/>
          <p:nvPr/>
        </p:nvSpPr>
        <p:spPr>
          <a:xfrm>
            <a:off x="3041904" y="3148584"/>
            <a:ext cx="94488" cy="94488"/>
          </a:xfrm>
          <a:prstGeom prst="rect">
            <a:avLst/>
          </a:prstGeom>
          <a:solidFill>
            <a:srgbClr val="A0C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Rectangle 866"/>
          <p:cNvSpPr/>
          <p:nvPr/>
        </p:nvSpPr>
        <p:spPr>
          <a:xfrm>
            <a:off x="3136392" y="3148584"/>
            <a:ext cx="94488" cy="94488"/>
          </a:xfrm>
          <a:prstGeom prst="rect">
            <a:avLst/>
          </a:prstGeom>
          <a:solidFill>
            <a:srgbClr val="F3D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Rectangle 867"/>
          <p:cNvSpPr/>
          <p:nvPr/>
        </p:nvSpPr>
        <p:spPr>
          <a:xfrm>
            <a:off x="3230880" y="3148584"/>
            <a:ext cx="94488" cy="94488"/>
          </a:xfrm>
          <a:prstGeom prst="rect">
            <a:avLst/>
          </a:prstGeom>
          <a:solidFill>
            <a:srgbClr val="E9B7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Rectangle 868"/>
          <p:cNvSpPr/>
          <p:nvPr/>
        </p:nvSpPr>
        <p:spPr>
          <a:xfrm>
            <a:off x="3325368" y="3148584"/>
            <a:ext cx="94488" cy="94488"/>
          </a:xfrm>
          <a:prstGeom prst="rect">
            <a:avLst/>
          </a:prstGeom>
          <a:solidFill>
            <a:srgbClr val="ECC2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Rectangle 869"/>
          <p:cNvSpPr/>
          <p:nvPr/>
        </p:nvSpPr>
        <p:spPr>
          <a:xfrm>
            <a:off x="3419856" y="3148584"/>
            <a:ext cx="94488" cy="94488"/>
          </a:xfrm>
          <a:prstGeom prst="rect">
            <a:avLst/>
          </a:prstGeom>
          <a:solidFill>
            <a:srgbClr val="D3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Rectangle 870"/>
          <p:cNvSpPr/>
          <p:nvPr/>
        </p:nvSpPr>
        <p:spPr>
          <a:xfrm>
            <a:off x="3514344" y="3148584"/>
            <a:ext cx="94488" cy="9448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Rectangle 871"/>
          <p:cNvSpPr/>
          <p:nvPr/>
        </p:nvSpPr>
        <p:spPr>
          <a:xfrm>
            <a:off x="3608832" y="3148584"/>
            <a:ext cx="94488" cy="94488"/>
          </a:xfrm>
          <a:prstGeom prst="rect">
            <a:avLst/>
          </a:prstGeom>
          <a:solidFill>
            <a:srgbClr val="CF6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Rectangle 872"/>
          <p:cNvSpPr/>
          <p:nvPr/>
        </p:nvSpPr>
        <p:spPr>
          <a:xfrm>
            <a:off x="868680" y="3243072"/>
            <a:ext cx="94488" cy="94488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Rectangle 873"/>
          <p:cNvSpPr/>
          <p:nvPr/>
        </p:nvSpPr>
        <p:spPr>
          <a:xfrm>
            <a:off x="963168" y="3243072"/>
            <a:ext cx="94488" cy="94488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Rectangle 874"/>
          <p:cNvSpPr/>
          <p:nvPr/>
        </p:nvSpPr>
        <p:spPr>
          <a:xfrm>
            <a:off x="1057656" y="3243072"/>
            <a:ext cx="94488" cy="94488"/>
          </a:xfrm>
          <a:prstGeom prst="rect">
            <a:avLst/>
          </a:prstGeom>
          <a:solidFill>
            <a:srgbClr val="93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Rectangle 875"/>
          <p:cNvSpPr/>
          <p:nvPr/>
        </p:nvSpPr>
        <p:spPr>
          <a:xfrm>
            <a:off x="1152144" y="3243072"/>
            <a:ext cx="94488" cy="94488"/>
          </a:xfrm>
          <a:prstGeom prst="rect">
            <a:avLst/>
          </a:prstGeom>
          <a:solidFill>
            <a:srgbClr val="A0C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Rectangle 876"/>
          <p:cNvSpPr/>
          <p:nvPr/>
        </p:nvSpPr>
        <p:spPr>
          <a:xfrm>
            <a:off x="1246632" y="3243072"/>
            <a:ext cx="94488" cy="94488"/>
          </a:xfrm>
          <a:prstGeom prst="rect">
            <a:avLst/>
          </a:prstGeom>
          <a:solidFill>
            <a:srgbClr val="B6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Rectangle 877"/>
          <p:cNvSpPr/>
          <p:nvPr/>
        </p:nvSpPr>
        <p:spPr>
          <a:xfrm>
            <a:off x="1341120" y="3243072"/>
            <a:ext cx="94488" cy="94488"/>
          </a:xfrm>
          <a:prstGeom prst="rect">
            <a:avLst/>
          </a:prstGeom>
          <a:solidFill>
            <a:srgbClr val="EF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Rectangle 878"/>
          <p:cNvSpPr/>
          <p:nvPr/>
        </p:nvSpPr>
        <p:spPr>
          <a:xfrm>
            <a:off x="1435608" y="3243072"/>
            <a:ext cx="94488" cy="94488"/>
          </a:xfrm>
          <a:prstGeom prst="rect">
            <a:avLst/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Rectangle 879"/>
          <p:cNvSpPr/>
          <p:nvPr/>
        </p:nvSpPr>
        <p:spPr>
          <a:xfrm>
            <a:off x="1530096" y="3243072"/>
            <a:ext cx="94488" cy="94488"/>
          </a:xfrm>
          <a:prstGeom prst="rect">
            <a:avLst/>
          </a:prstGeom>
          <a:solidFill>
            <a:srgbClr val="E8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Rectangle 880"/>
          <p:cNvSpPr/>
          <p:nvPr/>
        </p:nvSpPr>
        <p:spPr>
          <a:xfrm>
            <a:off x="1624584" y="3243072"/>
            <a:ext cx="94488" cy="94488"/>
          </a:xfrm>
          <a:prstGeom prst="rect">
            <a:avLst/>
          </a:prstGeom>
          <a:solidFill>
            <a:srgbClr val="D47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Rectangle 881"/>
          <p:cNvSpPr/>
          <p:nvPr/>
        </p:nvSpPr>
        <p:spPr>
          <a:xfrm>
            <a:off x="1719072" y="3243072"/>
            <a:ext cx="94488" cy="94488"/>
          </a:xfrm>
          <a:prstGeom prst="rect">
            <a:avLst/>
          </a:prstGeom>
          <a:solidFill>
            <a:srgbClr val="E9B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Rectangle 882"/>
          <p:cNvSpPr/>
          <p:nvPr/>
        </p:nvSpPr>
        <p:spPr>
          <a:xfrm>
            <a:off x="1813560" y="3243072"/>
            <a:ext cx="94488" cy="94488"/>
          </a:xfrm>
          <a:prstGeom prst="rect">
            <a:avLst/>
          </a:prstGeom>
          <a:solidFill>
            <a:srgbClr val="DE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Rectangle 883"/>
          <p:cNvSpPr/>
          <p:nvPr/>
        </p:nvSpPr>
        <p:spPr>
          <a:xfrm>
            <a:off x="1908048" y="3243072"/>
            <a:ext cx="94488" cy="94488"/>
          </a:xfrm>
          <a:prstGeom prst="rect">
            <a:avLst/>
          </a:prstGeom>
          <a:solidFill>
            <a:srgbClr val="FB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Rectangle 884"/>
          <p:cNvSpPr/>
          <p:nvPr/>
        </p:nvSpPr>
        <p:spPr>
          <a:xfrm>
            <a:off x="2002536" y="3243072"/>
            <a:ext cx="94488" cy="94488"/>
          </a:xfrm>
          <a:prstGeom prst="rect">
            <a:avLst/>
          </a:prstGeom>
          <a:solidFill>
            <a:srgbClr val="D6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Rectangle 885"/>
          <p:cNvSpPr/>
          <p:nvPr/>
        </p:nvSpPr>
        <p:spPr>
          <a:xfrm>
            <a:off x="2097024" y="3243072"/>
            <a:ext cx="94488" cy="94488"/>
          </a:xfrm>
          <a:prstGeom prst="rect">
            <a:avLst/>
          </a:prstGeom>
          <a:solidFill>
            <a:srgbClr val="EEC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Rectangle 886"/>
          <p:cNvSpPr/>
          <p:nvPr/>
        </p:nvSpPr>
        <p:spPr>
          <a:xfrm>
            <a:off x="2191512" y="3243072"/>
            <a:ext cx="94488" cy="94488"/>
          </a:xfrm>
          <a:prstGeom prst="rect">
            <a:avLst/>
          </a:prstGeom>
          <a:solidFill>
            <a:srgbClr val="ED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Rectangle 887"/>
          <p:cNvSpPr/>
          <p:nvPr/>
        </p:nvSpPr>
        <p:spPr>
          <a:xfrm>
            <a:off x="2286000" y="3243072"/>
            <a:ext cx="94488" cy="94488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Rectangle 888"/>
          <p:cNvSpPr/>
          <p:nvPr/>
        </p:nvSpPr>
        <p:spPr>
          <a:xfrm>
            <a:off x="2380488" y="3243072"/>
            <a:ext cx="94488" cy="94488"/>
          </a:xfrm>
          <a:prstGeom prst="rect">
            <a:avLst/>
          </a:prstGeom>
          <a:solidFill>
            <a:srgbClr val="F9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Rectangle 889"/>
          <p:cNvSpPr/>
          <p:nvPr/>
        </p:nvSpPr>
        <p:spPr>
          <a:xfrm>
            <a:off x="2474976" y="3243072"/>
            <a:ext cx="94488" cy="94488"/>
          </a:xfrm>
          <a:prstGeom prst="rect">
            <a:avLst/>
          </a:prstGeom>
          <a:solidFill>
            <a:srgbClr val="D6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Rectangle 890"/>
          <p:cNvSpPr/>
          <p:nvPr/>
        </p:nvSpPr>
        <p:spPr>
          <a:xfrm>
            <a:off x="2569464" y="3243072"/>
            <a:ext cx="94488" cy="94488"/>
          </a:xfrm>
          <a:prstGeom prst="rect">
            <a:avLst/>
          </a:prstGeom>
          <a:solidFill>
            <a:srgbClr val="D3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Rectangle 891"/>
          <p:cNvSpPr/>
          <p:nvPr/>
        </p:nvSpPr>
        <p:spPr>
          <a:xfrm>
            <a:off x="2663952" y="3243072"/>
            <a:ext cx="94488" cy="94488"/>
          </a:xfrm>
          <a:prstGeom prst="rect">
            <a:avLst/>
          </a:prstGeom>
          <a:solidFill>
            <a:srgbClr val="D2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Rectangle 892"/>
          <p:cNvSpPr/>
          <p:nvPr/>
        </p:nvSpPr>
        <p:spPr>
          <a:xfrm>
            <a:off x="2758440" y="3243072"/>
            <a:ext cx="94488" cy="94488"/>
          </a:xfrm>
          <a:prstGeom prst="rect">
            <a:avLst/>
          </a:prstGeom>
          <a:solidFill>
            <a:srgbClr val="D0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Rectangle 893"/>
          <p:cNvSpPr/>
          <p:nvPr/>
        </p:nvSpPr>
        <p:spPr>
          <a:xfrm>
            <a:off x="2852928" y="3243072"/>
            <a:ext cx="94488" cy="94488"/>
          </a:xfrm>
          <a:prstGeom prst="rect">
            <a:avLst/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Rectangle 894"/>
          <p:cNvSpPr/>
          <p:nvPr/>
        </p:nvSpPr>
        <p:spPr>
          <a:xfrm>
            <a:off x="2947416" y="3243072"/>
            <a:ext cx="94488" cy="94488"/>
          </a:xfrm>
          <a:prstGeom prst="rect">
            <a:avLst/>
          </a:prstGeom>
          <a:solidFill>
            <a:srgbClr val="E3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Rectangle 895"/>
          <p:cNvSpPr/>
          <p:nvPr/>
        </p:nvSpPr>
        <p:spPr>
          <a:xfrm>
            <a:off x="3041904" y="3243072"/>
            <a:ext cx="94488" cy="94488"/>
          </a:xfrm>
          <a:prstGeom prst="rect">
            <a:avLst/>
          </a:prstGeom>
          <a:solidFill>
            <a:srgbClr val="C8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Rectangle 896"/>
          <p:cNvSpPr/>
          <p:nvPr/>
        </p:nvSpPr>
        <p:spPr>
          <a:xfrm>
            <a:off x="3136392" y="3243072"/>
            <a:ext cx="94488" cy="94488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Rectangle 897"/>
          <p:cNvSpPr/>
          <p:nvPr/>
        </p:nvSpPr>
        <p:spPr>
          <a:xfrm>
            <a:off x="3230880" y="3243072"/>
            <a:ext cx="94488" cy="94488"/>
          </a:xfrm>
          <a:prstGeom prst="rect">
            <a:avLst/>
          </a:prstGeom>
          <a:solidFill>
            <a:srgbClr val="F1D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Rectangle 898"/>
          <p:cNvSpPr/>
          <p:nvPr/>
        </p:nvSpPr>
        <p:spPr>
          <a:xfrm>
            <a:off x="3325368" y="3243072"/>
            <a:ext cx="94488" cy="94488"/>
          </a:xfrm>
          <a:prstGeom prst="rect">
            <a:avLst/>
          </a:prstGeom>
          <a:solidFill>
            <a:srgbClr val="EFCD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Rectangle 899"/>
          <p:cNvSpPr/>
          <p:nvPr/>
        </p:nvSpPr>
        <p:spPr>
          <a:xfrm>
            <a:off x="3419856" y="3243072"/>
            <a:ext cx="94488" cy="94488"/>
          </a:xfrm>
          <a:prstGeom prst="rect">
            <a:avLst/>
          </a:prstGeom>
          <a:solidFill>
            <a:srgbClr val="DC8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Rectangle 900"/>
          <p:cNvSpPr/>
          <p:nvPr/>
        </p:nvSpPr>
        <p:spPr>
          <a:xfrm>
            <a:off x="3514344" y="3243072"/>
            <a:ext cx="94488" cy="94488"/>
          </a:xfrm>
          <a:prstGeom prst="rect">
            <a:avLst/>
          </a:prstGeom>
          <a:solidFill>
            <a:srgbClr val="CF6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Rectangle 901"/>
          <p:cNvSpPr/>
          <p:nvPr/>
        </p:nvSpPr>
        <p:spPr>
          <a:xfrm>
            <a:off x="3608832" y="3243072"/>
            <a:ext cx="94488" cy="9448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Rectangle 902"/>
          <p:cNvSpPr/>
          <p:nvPr/>
        </p:nvSpPr>
        <p:spPr>
          <a:xfrm>
            <a:off x="868680" y="502920"/>
            <a:ext cx="2834640" cy="2834640"/>
          </a:xfrm>
          <a:prstGeom prst="rect">
            <a:avLst/>
          </a:prstGeom>
          <a:noFill/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Rectangle 903"/>
          <p:cNvSpPr/>
          <p:nvPr/>
        </p:nvSpPr>
        <p:spPr>
          <a:xfrm>
            <a:off x="868680" y="411480"/>
            <a:ext cx="94488" cy="7315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Rectangle 904"/>
          <p:cNvSpPr/>
          <p:nvPr/>
        </p:nvSpPr>
        <p:spPr>
          <a:xfrm>
            <a:off x="777240" y="502920"/>
            <a:ext cx="73152" cy="9448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Rectangle 905"/>
          <p:cNvSpPr/>
          <p:nvPr/>
        </p:nvSpPr>
        <p:spPr>
          <a:xfrm>
            <a:off x="963168" y="411480"/>
            <a:ext cx="94488" cy="7315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Rectangle 906"/>
          <p:cNvSpPr/>
          <p:nvPr/>
        </p:nvSpPr>
        <p:spPr>
          <a:xfrm>
            <a:off x="777240" y="597408"/>
            <a:ext cx="73152" cy="9448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Rectangle 907"/>
          <p:cNvSpPr/>
          <p:nvPr/>
        </p:nvSpPr>
        <p:spPr>
          <a:xfrm>
            <a:off x="1057656" y="411480"/>
            <a:ext cx="94488" cy="7315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Rectangle 908"/>
          <p:cNvSpPr/>
          <p:nvPr/>
        </p:nvSpPr>
        <p:spPr>
          <a:xfrm>
            <a:off x="777240" y="691896"/>
            <a:ext cx="73152" cy="9448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Rectangle 909"/>
          <p:cNvSpPr/>
          <p:nvPr/>
        </p:nvSpPr>
        <p:spPr>
          <a:xfrm>
            <a:off x="1152144" y="411480"/>
            <a:ext cx="94488" cy="7315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Rectangle 910"/>
          <p:cNvSpPr/>
          <p:nvPr/>
        </p:nvSpPr>
        <p:spPr>
          <a:xfrm>
            <a:off x="777240" y="786384"/>
            <a:ext cx="73152" cy="9448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Rectangle 911"/>
          <p:cNvSpPr/>
          <p:nvPr/>
        </p:nvSpPr>
        <p:spPr>
          <a:xfrm>
            <a:off x="1246632" y="411480"/>
            <a:ext cx="94488" cy="7315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Rectangle 912"/>
          <p:cNvSpPr/>
          <p:nvPr/>
        </p:nvSpPr>
        <p:spPr>
          <a:xfrm>
            <a:off x="777240" y="880872"/>
            <a:ext cx="73152" cy="9448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Rectangle 913"/>
          <p:cNvSpPr/>
          <p:nvPr/>
        </p:nvSpPr>
        <p:spPr>
          <a:xfrm>
            <a:off x="1341120" y="411480"/>
            <a:ext cx="94488" cy="7315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Rectangle 914"/>
          <p:cNvSpPr/>
          <p:nvPr/>
        </p:nvSpPr>
        <p:spPr>
          <a:xfrm>
            <a:off x="777240" y="975360"/>
            <a:ext cx="73152" cy="9448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Rectangle 915"/>
          <p:cNvSpPr/>
          <p:nvPr/>
        </p:nvSpPr>
        <p:spPr>
          <a:xfrm>
            <a:off x="1435608" y="411480"/>
            <a:ext cx="94488" cy="7315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Rectangle 916"/>
          <p:cNvSpPr/>
          <p:nvPr/>
        </p:nvSpPr>
        <p:spPr>
          <a:xfrm>
            <a:off x="777240" y="1069848"/>
            <a:ext cx="73152" cy="9448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Rectangle 917"/>
          <p:cNvSpPr/>
          <p:nvPr/>
        </p:nvSpPr>
        <p:spPr>
          <a:xfrm>
            <a:off x="1530096" y="411480"/>
            <a:ext cx="94488" cy="7315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Rectangle 918"/>
          <p:cNvSpPr/>
          <p:nvPr/>
        </p:nvSpPr>
        <p:spPr>
          <a:xfrm>
            <a:off x="777240" y="1164336"/>
            <a:ext cx="73152" cy="9448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Rectangle 919"/>
          <p:cNvSpPr/>
          <p:nvPr/>
        </p:nvSpPr>
        <p:spPr>
          <a:xfrm>
            <a:off x="1624584" y="411480"/>
            <a:ext cx="94488" cy="73152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Rectangle 920"/>
          <p:cNvSpPr/>
          <p:nvPr/>
        </p:nvSpPr>
        <p:spPr>
          <a:xfrm>
            <a:off x="777240" y="1258824"/>
            <a:ext cx="73152" cy="94488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Rectangle 921"/>
          <p:cNvSpPr/>
          <p:nvPr/>
        </p:nvSpPr>
        <p:spPr>
          <a:xfrm>
            <a:off x="1719072" y="411480"/>
            <a:ext cx="94488" cy="73152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Rectangle 922"/>
          <p:cNvSpPr/>
          <p:nvPr/>
        </p:nvSpPr>
        <p:spPr>
          <a:xfrm>
            <a:off x="777240" y="1353312"/>
            <a:ext cx="73152" cy="94488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Rectangle 923"/>
          <p:cNvSpPr/>
          <p:nvPr/>
        </p:nvSpPr>
        <p:spPr>
          <a:xfrm>
            <a:off x="1813560" y="411480"/>
            <a:ext cx="94488" cy="73152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Rectangle 924"/>
          <p:cNvSpPr/>
          <p:nvPr/>
        </p:nvSpPr>
        <p:spPr>
          <a:xfrm>
            <a:off x="777240" y="1447800"/>
            <a:ext cx="73152" cy="94488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Rectangle 925"/>
          <p:cNvSpPr/>
          <p:nvPr/>
        </p:nvSpPr>
        <p:spPr>
          <a:xfrm>
            <a:off x="1908048" y="411480"/>
            <a:ext cx="94488" cy="73152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Rectangle 926"/>
          <p:cNvSpPr/>
          <p:nvPr/>
        </p:nvSpPr>
        <p:spPr>
          <a:xfrm>
            <a:off x="777240" y="1542288"/>
            <a:ext cx="73152" cy="94488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Rectangle 927"/>
          <p:cNvSpPr/>
          <p:nvPr/>
        </p:nvSpPr>
        <p:spPr>
          <a:xfrm>
            <a:off x="2002536" y="411480"/>
            <a:ext cx="94488" cy="73152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Rectangle 928"/>
          <p:cNvSpPr/>
          <p:nvPr/>
        </p:nvSpPr>
        <p:spPr>
          <a:xfrm>
            <a:off x="777240" y="1636776"/>
            <a:ext cx="73152" cy="94488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Rectangle 929"/>
          <p:cNvSpPr/>
          <p:nvPr/>
        </p:nvSpPr>
        <p:spPr>
          <a:xfrm>
            <a:off x="2097024" y="411480"/>
            <a:ext cx="94488" cy="73152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Rectangle 930"/>
          <p:cNvSpPr/>
          <p:nvPr/>
        </p:nvSpPr>
        <p:spPr>
          <a:xfrm>
            <a:off x="777240" y="1731264"/>
            <a:ext cx="73152" cy="94488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Rectangle 931"/>
          <p:cNvSpPr/>
          <p:nvPr/>
        </p:nvSpPr>
        <p:spPr>
          <a:xfrm>
            <a:off x="2191512" y="411480"/>
            <a:ext cx="94488" cy="73152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Rectangle 932"/>
          <p:cNvSpPr/>
          <p:nvPr/>
        </p:nvSpPr>
        <p:spPr>
          <a:xfrm>
            <a:off x="777240" y="1825752"/>
            <a:ext cx="73152" cy="94488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Rectangle 933"/>
          <p:cNvSpPr/>
          <p:nvPr/>
        </p:nvSpPr>
        <p:spPr>
          <a:xfrm>
            <a:off x="2286000" y="411480"/>
            <a:ext cx="94488" cy="73152"/>
          </a:xfrm>
          <a:prstGeom prst="rect">
            <a:avLst/>
          </a:prstGeom>
          <a:solidFill>
            <a:srgbClr val="5A8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Rectangle 934"/>
          <p:cNvSpPr/>
          <p:nvPr/>
        </p:nvSpPr>
        <p:spPr>
          <a:xfrm>
            <a:off x="777240" y="1920240"/>
            <a:ext cx="73152" cy="94488"/>
          </a:xfrm>
          <a:prstGeom prst="rect">
            <a:avLst/>
          </a:prstGeom>
          <a:solidFill>
            <a:srgbClr val="5A8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Rectangle 935"/>
          <p:cNvSpPr/>
          <p:nvPr/>
        </p:nvSpPr>
        <p:spPr>
          <a:xfrm>
            <a:off x="2380488" y="411480"/>
            <a:ext cx="94488" cy="73152"/>
          </a:xfrm>
          <a:prstGeom prst="rect">
            <a:avLst/>
          </a:prstGeom>
          <a:solidFill>
            <a:srgbClr val="5A8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Rectangle 936"/>
          <p:cNvSpPr/>
          <p:nvPr/>
        </p:nvSpPr>
        <p:spPr>
          <a:xfrm>
            <a:off x="777240" y="2014728"/>
            <a:ext cx="73152" cy="94488"/>
          </a:xfrm>
          <a:prstGeom prst="rect">
            <a:avLst/>
          </a:prstGeom>
          <a:solidFill>
            <a:srgbClr val="5A8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Rectangle 937"/>
          <p:cNvSpPr/>
          <p:nvPr/>
        </p:nvSpPr>
        <p:spPr>
          <a:xfrm>
            <a:off x="2474976" y="411480"/>
            <a:ext cx="94488" cy="7315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Rectangle 938"/>
          <p:cNvSpPr/>
          <p:nvPr/>
        </p:nvSpPr>
        <p:spPr>
          <a:xfrm>
            <a:off x="777240" y="2109216"/>
            <a:ext cx="73152" cy="9448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Rectangle 939"/>
          <p:cNvSpPr/>
          <p:nvPr/>
        </p:nvSpPr>
        <p:spPr>
          <a:xfrm>
            <a:off x="2569464" y="411480"/>
            <a:ext cx="94488" cy="73152"/>
          </a:xfrm>
          <a:prstGeom prst="rect">
            <a:avLst/>
          </a:prstGeom>
          <a:solidFill>
            <a:srgbClr val="A2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Rectangle 940"/>
          <p:cNvSpPr/>
          <p:nvPr/>
        </p:nvSpPr>
        <p:spPr>
          <a:xfrm>
            <a:off x="777240" y="2203704"/>
            <a:ext cx="73152" cy="94488"/>
          </a:xfrm>
          <a:prstGeom prst="rect">
            <a:avLst/>
          </a:prstGeom>
          <a:solidFill>
            <a:srgbClr val="A2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Rectangle 941"/>
          <p:cNvSpPr/>
          <p:nvPr/>
        </p:nvSpPr>
        <p:spPr>
          <a:xfrm>
            <a:off x="2663952" y="411480"/>
            <a:ext cx="94488" cy="73152"/>
          </a:xfrm>
          <a:prstGeom prst="rect">
            <a:avLst/>
          </a:prstGeom>
          <a:solidFill>
            <a:srgbClr val="A2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Rectangle 942"/>
          <p:cNvSpPr/>
          <p:nvPr/>
        </p:nvSpPr>
        <p:spPr>
          <a:xfrm>
            <a:off x="777240" y="2298192"/>
            <a:ext cx="73152" cy="94488"/>
          </a:xfrm>
          <a:prstGeom prst="rect">
            <a:avLst/>
          </a:prstGeom>
          <a:solidFill>
            <a:srgbClr val="A2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Rectangle 943"/>
          <p:cNvSpPr/>
          <p:nvPr/>
        </p:nvSpPr>
        <p:spPr>
          <a:xfrm>
            <a:off x="2758440" y="411480"/>
            <a:ext cx="94488" cy="73152"/>
          </a:xfrm>
          <a:prstGeom prst="rect">
            <a:avLst/>
          </a:prstGeom>
          <a:solidFill>
            <a:srgbClr val="A2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Rectangle 944"/>
          <p:cNvSpPr/>
          <p:nvPr/>
        </p:nvSpPr>
        <p:spPr>
          <a:xfrm>
            <a:off x="777240" y="2392680"/>
            <a:ext cx="73152" cy="94488"/>
          </a:xfrm>
          <a:prstGeom prst="rect">
            <a:avLst/>
          </a:prstGeom>
          <a:solidFill>
            <a:srgbClr val="A2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Rectangle 945"/>
          <p:cNvSpPr/>
          <p:nvPr/>
        </p:nvSpPr>
        <p:spPr>
          <a:xfrm>
            <a:off x="2852928" y="411480"/>
            <a:ext cx="94488" cy="73152"/>
          </a:xfrm>
          <a:prstGeom prst="rect">
            <a:avLst/>
          </a:prstGeom>
          <a:solidFill>
            <a:srgbClr val="E3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Rectangle 946"/>
          <p:cNvSpPr/>
          <p:nvPr/>
        </p:nvSpPr>
        <p:spPr>
          <a:xfrm>
            <a:off x="777240" y="2487168"/>
            <a:ext cx="73152" cy="94488"/>
          </a:xfrm>
          <a:prstGeom prst="rect">
            <a:avLst/>
          </a:prstGeom>
          <a:solidFill>
            <a:srgbClr val="E3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Rectangle 947"/>
          <p:cNvSpPr/>
          <p:nvPr/>
        </p:nvSpPr>
        <p:spPr>
          <a:xfrm>
            <a:off x="2947416" y="411480"/>
            <a:ext cx="94488" cy="73152"/>
          </a:xfrm>
          <a:prstGeom prst="rect">
            <a:avLst/>
          </a:prstGeom>
          <a:solidFill>
            <a:srgbClr val="E3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Rectangle 948"/>
          <p:cNvSpPr/>
          <p:nvPr/>
        </p:nvSpPr>
        <p:spPr>
          <a:xfrm>
            <a:off x="777240" y="2581656"/>
            <a:ext cx="73152" cy="94488"/>
          </a:xfrm>
          <a:prstGeom prst="rect">
            <a:avLst/>
          </a:prstGeom>
          <a:solidFill>
            <a:srgbClr val="E3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Rectangle 949"/>
          <p:cNvSpPr/>
          <p:nvPr/>
        </p:nvSpPr>
        <p:spPr>
          <a:xfrm>
            <a:off x="3041904" y="411480"/>
            <a:ext cx="94488" cy="73152"/>
          </a:xfrm>
          <a:prstGeom prst="rect">
            <a:avLst/>
          </a:prstGeom>
          <a:solidFill>
            <a:srgbClr val="E3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Rectangle 950"/>
          <p:cNvSpPr/>
          <p:nvPr/>
        </p:nvSpPr>
        <p:spPr>
          <a:xfrm>
            <a:off x="777240" y="2676144"/>
            <a:ext cx="73152" cy="94488"/>
          </a:xfrm>
          <a:prstGeom prst="rect">
            <a:avLst/>
          </a:prstGeom>
          <a:solidFill>
            <a:srgbClr val="E3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Rectangle 951"/>
          <p:cNvSpPr/>
          <p:nvPr/>
        </p:nvSpPr>
        <p:spPr>
          <a:xfrm>
            <a:off x="3136392" y="411480"/>
            <a:ext cx="94488" cy="73152"/>
          </a:xfrm>
          <a:prstGeom prst="rect">
            <a:avLst/>
          </a:prstGeom>
          <a:solidFill>
            <a:srgbClr val="5A8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Rectangle 952"/>
          <p:cNvSpPr/>
          <p:nvPr/>
        </p:nvSpPr>
        <p:spPr>
          <a:xfrm>
            <a:off x="777240" y="2770632"/>
            <a:ext cx="73152" cy="94488"/>
          </a:xfrm>
          <a:prstGeom prst="rect">
            <a:avLst/>
          </a:prstGeom>
          <a:solidFill>
            <a:srgbClr val="5A8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Rectangle 953"/>
          <p:cNvSpPr/>
          <p:nvPr/>
        </p:nvSpPr>
        <p:spPr>
          <a:xfrm>
            <a:off x="3230880" y="411480"/>
            <a:ext cx="94488" cy="73152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Rectangle 954"/>
          <p:cNvSpPr/>
          <p:nvPr/>
        </p:nvSpPr>
        <p:spPr>
          <a:xfrm>
            <a:off x="777240" y="2865120"/>
            <a:ext cx="73152" cy="94488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Rectangle 955"/>
          <p:cNvSpPr/>
          <p:nvPr/>
        </p:nvSpPr>
        <p:spPr>
          <a:xfrm>
            <a:off x="3325368" y="411480"/>
            <a:ext cx="94488" cy="73152"/>
          </a:xfrm>
          <a:prstGeom prst="rect">
            <a:avLst/>
          </a:prstGeom>
          <a:solidFill>
            <a:srgbClr val="5A8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Rectangle 956"/>
          <p:cNvSpPr/>
          <p:nvPr/>
        </p:nvSpPr>
        <p:spPr>
          <a:xfrm>
            <a:off x="777240" y="2959608"/>
            <a:ext cx="73152" cy="94488"/>
          </a:xfrm>
          <a:prstGeom prst="rect">
            <a:avLst/>
          </a:prstGeom>
          <a:solidFill>
            <a:srgbClr val="5A8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Rectangle 957"/>
          <p:cNvSpPr/>
          <p:nvPr/>
        </p:nvSpPr>
        <p:spPr>
          <a:xfrm>
            <a:off x="3419856" y="411480"/>
            <a:ext cx="94488" cy="73152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Rectangle 958"/>
          <p:cNvSpPr/>
          <p:nvPr/>
        </p:nvSpPr>
        <p:spPr>
          <a:xfrm>
            <a:off x="777240" y="3054096"/>
            <a:ext cx="73152" cy="94488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Rectangle 959"/>
          <p:cNvSpPr/>
          <p:nvPr/>
        </p:nvSpPr>
        <p:spPr>
          <a:xfrm>
            <a:off x="3514344" y="411480"/>
            <a:ext cx="94488" cy="73152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Rectangle 960"/>
          <p:cNvSpPr/>
          <p:nvPr/>
        </p:nvSpPr>
        <p:spPr>
          <a:xfrm>
            <a:off x="777240" y="3148584"/>
            <a:ext cx="73152" cy="94488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Rectangle 961"/>
          <p:cNvSpPr/>
          <p:nvPr/>
        </p:nvSpPr>
        <p:spPr>
          <a:xfrm>
            <a:off x="3608832" y="411480"/>
            <a:ext cx="94488" cy="73152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Rectangle 962"/>
          <p:cNvSpPr/>
          <p:nvPr/>
        </p:nvSpPr>
        <p:spPr>
          <a:xfrm>
            <a:off x="777240" y="3243072"/>
            <a:ext cx="73152" cy="94488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4" name="Connector 963"/>
          <p:cNvCxnSpPr/>
          <p:nvPr/>
        </p:nvCxnSpPr>
        <p:spPr>
          <a:xfrm>
            <a:off x="915924" y="33375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5" name="TextBox 964"/>
          <p:cNvSpPr txBox="1"/>
          <p:nvPr/>
        </p:nvSpPr>
        <p:spPr>
          <a:xfrm>
            <a:off x="806196" y="3392424"/>
            <a:ext cx="219456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222222"/>
                </a:solidFill>
                <a:latin typeface="Arial"/>
              </a:rPr>
              <a:t>1</a:t>
            </a:r>
          </a:p>
        </p:txBody>
      </p:sp>
      <p:cxnSp>
        <p:nvCxnSpPr>
          <p:cNvPr id="966" name="Connector 965"/>
          <p:cNvCxnSpPr/>
          <p:nvPr/>
        </p:nvCxnSpPr>
        <p:spPr>
          <a:xfrm>
            <a:off x="1293876" y="33375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7" name="TextBox 966"/>
          <p:cNvSpPr txBox="1"/>
          <p:nvPr/>
        </p:nvSpPr>
        <p:spPr>
          <a:xfrm>
            <a:off x="1184148" y="3392424"/>
            <a:ext cx="219456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222222"/>
                </a:solidFill>
                <a:latin typeface="Arial"/>
              </a:rPr>
              <a:t>5</a:t>
            </a:r>
          </a:p>
        </p:txBody>
      </p:sp>
      <p:cxnSp>
        <p:nvCxnSpPr>
          <p:cNvPr id="968" name="Connector 967"/>
          <p:cNvCxnSpPr/>
          <p:nvPr/>
        </p:nvCxnSpPr>
        <p:spPr>
          <a:xfrm>
            <a:off x="1766316" y="33375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9" name="TextBox 968"/>
          <p:cNvSpPr txBox="1"/>
          <p:nvPr/>
        </p:nvSpPr>
        <p:spPr>
          <a:xfrm>
            <a:off x="1656588" y="3392424"/>
            <a:ext cx="219456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222222"/>
                </a:solidFill>
                <a:latin typeface="Arial"/>
              </a:rPr>
              <a:t>10</a:t>
            </a:r>
          </a:p>
        </p:txBody>
      </p:sp>
      <p:cxnSp>
        <p:nvCxnSpPr>
          <p:cNvPr id="970" name="Connector 969"/>
          <p:cNvCxnSpPr/>
          <p:nvPr/>
        </p:nvCxnSpPr>
        <p:spPr>
          <a:xfrm>
            <a:off x="2238756" y="33375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1" name="TextBox 970"/>
          <p:cNvSpPr txBox="1"/>
          <p:nvPr/>
        </p:nvSpPr>
        <p:spPr>
          <a:xfrm>
            <a:off x="2129028" y="3392424"/>
            <a:ext cx="219456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222222"/>
                </a:solidFill>
                <a:latin typeface="Arial"/>
              </a:rPr>
              <a:t>15</a:t>
            </a:r>
          </a:p>
        </p:txBody>
      </p:sp>
      <p:cxnSp>
        <p:nvCxnSpPr>
          <p:cNvPr id="972" name="Connector 971"/>
          <p:cNvCxnSpPr/>
          <p:nvPr/>
        </p:nvCxnSpPr>
        <p:spPr>
          <a:xfrm>
            <a:off x="2711196" y="33375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3" name="TextBox 972"/>
          <p:cNvSpPr txBox="1"/>
          <p:nvPr/>
        </p:nvSpPr>
        <p:spPr>
          <a:xfrm>
            <a:off x="2601468" y="3392424"/>
            <a:ext cx="219456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222222"/>
                </a:solidFill>
                <a:latin typeface="Arial"/>
              </a:rPr>
              <a:t>20</a:t>
            </a:r>
          </a:p>
        </p:txBody>
      </p:sp>
      <p:cxnSp>
        <p:nvCxnSpPr>
          <p:cNvPr id="974" name="Connector 973"/>
          <p:cNvCxnSpPr/>
          <p:nvPr/>
        </p:nvCxnSpPr>
        <p:spPr>
          <a:xfrm>
            <a:off x="3183636" y="33375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5" name="TextBox 974"/>
          <p:cNvSpPr txBox="1"/>
          <p:nvPr/>
        </p:nvSpPr>
        <p:spPr>
          <a:xfrm>
            <a:off x="3073908" y="3392424"/>
            <a:ext cx="219456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222222"/>
                </a:solidFill>
                <a:latin typeface="Arial"/>
              </a:rPr>
              <a:t>25</a:t>
            </a:r>
          </a:p>
        </p:txBody>
      </p:sp>
      <p:cxnSp>
        <p:nvCxnSpPr>
          <p:cNvPr id="976" name="Connector 975"/>
          <p:cNvCxnSpPr/>
          <p:nvPr/>
        </p:nvCxnSpPr>
        <p:spPr>
          <a:xfrm>
            <a:off x="3656076" y="33375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7" name="TextBox 976"/>
          <p:cNvSpPr txBox="1"/>
          <p:nvPr/>
        </p:nvSpPr>
        <p:spPr>
          <a:xfrm>
            <a:off x="3546348" y="3392424"/>
            <a:ext cx="219456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222222"/>
                </a:solidFill>
                <a:latin typeface="Arial"/>
              </a:rPr>
              <a:t>30</a:t>
            </a:r>
          </a:p>
        </p:txBody>
      </p:sp>
      <p:sp>
        <p:nvSpPr>
          <p:cNvPr id="978" name="TextBox 977"/>
          <p:cNvSpPr txBox="1"/>
          <p:nvPr/>
        </p:nvSpPr>
        <p:spPr>
          <a:xfrm>
            <a:off x="868680" y="3557016"/>
            <a:ext cx="28346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222222"/>
                </a:solidFill>
                <a:latin typeface="Arial"/>
              </a:rPr>
              <a:t>Feature index (1–30)</a:t>
            </a:r>
          </a:p>
        </p:txBody>
      </p:sp>
      <p:cxnSp>
        <p:nvCxnSpPr>
          <p:cNvPr id="979" name="Connector 978"/>
          <p:cNvCxnSpPr/>
          <p:nvPr/>
        </p:nvCxnSpPr>
        <p:spPr>
          <a:xfrm>
            <a:off x="822960" y="550164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0" name="TextBox 979"/>
          <p:cNvSpPr txBox="1"/>
          <p:nvPr/>
        </p:nvSpPr>
        <p:spPr>
          <a:xfrm>
            <a:off x="640080" y="486156"/>
            <a:ext cx="15544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222222"/>
                </a:solidFill>
                <a:latin typeface="Arial"/>
              </a:rPr>
              <a:t>1</a:t>
            </a:r>
          </a:p>
        </p:txBody>
      </p:sp>
      <p:cxnSp>
        <p:nvCxnSpPr>
          <p:cNvPr id="981" name="Connector 980"/>
          <p:cNvCxnSpPr/>
          <p:nvPr/>
        </p:nvCxnSpPr>
        <p:spPr>
          <a:xfrm>
            <a:off x="822960" y="928116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2" name="TextBox 981"/>
          <p:cNvSpPr txBox="1"/>
          <p:nvPr/>
        </p:nvSpPr>
        <p:spPr>
          <a:xfrm>
            <a:off x="640080" y="864108"/>
            <a:ext cx="15544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222222"/>
                </a:solidFill>
                <a:latin typeface="Arial"/>
              </a:rPr>
              <a:t>5</a:t>
            </a:r>
          </a:p>
        </p:txBody>
      </p:sp>
      <p:cxnSp>
        <p:nvCxnSpPr>
          <p:cNvPr id="983" name="Connector 982"/>
          <p:cNvCxnSpPr/>
          <p:nvPr/>
        </p:nvCxnSpPr>
        <p:spPr>
          <a:xfrm>
            <a:off x="822960" y="1400556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4" name="TextBox 983"/>
          <p:cNvSpPr txBox="1"/>
          <p:nvPr/>
        </p:nvSpPr>
        <p:spPr>
          <a:xfrm>
            <a:off x="640080" y="1336548"/>
            <a:ext cx="15544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222222"/>
                </a:solidFill>
                <a:latin typeface="Arial"/>
              </a:rPr>
              <a:t>10</a:t>
            </a:r>
          </a:p>
        </p:txBody>
      </p:sp>
      <p:cxnSp>
        <p:nvCxnSpPr>
          <p:cNvPr id="985" name="Connector 984"/>
          <p:cNvCxnSpPr/>
          <p:nvPr/>
        </p:nvCxnSpPr>
        <p:spPr>
          <a:xfrm>
            <a:off x="822960" y="1872996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6" name="TextBox 985"/>
          <p:cNvSpPr txBox="1"/>
          <p:nvPr/>
        </p:nvSpPr>
        <p:spPr>
          <a:xfrm>
            <a:off x="640080" y="1808988"/>
            <a:ext cx="15544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222222"/>
                </a:solidFill>
                <a:latin typeface="Arial"/>
              </a:rPr>
              <a:t>15</a:t>
            </a:r>
          </a:p>
        </p:txBody>
      </p:sp>
      <p:cxnSp>
        <p:nvCxnSpPr>
          <p:cNvPr id="987" name="Connector 986"/>
          <p:cNvCxnSpPr/>
          <p:nvPr/>
        </p:nvCxnSpPr>
        <p:spPr>
          <a:xfrm>
            <a:off x="822960" y="2345436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8" name="TextBox 987"/>
          <p:cNvSpPr txBox="1"/>
          <p:nvPr/>
        </p:nvSpPr>
        <p:spPr>
          <a:xfrm>
            <a:off x="640080" y="2281428"/>
            <a:ext cx="15544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222222"/>
                </a:solidFill>
                <a:latin typeface="Arial"/>
              </a:rPr>
              <a:t>20</a:t>
            </a:r>
          </a:p>
        </p:txBody>
      </p:sp>
      <p:cxnSp>
        <p:nvCxnSpPr>
          <p:cNvPr id="989" name="Connector 988"/>
          <p:cNvCxnSpPr/>
          <p:nvPr/>
        </p:nvCxnSpPr>
        <p:spPr>
          <a:xfrm>
            <a:off x="822960" y="2817876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0" name="TextBox 989"/>
          <p:cNvSpPr txBox="1"/>
          <p:nvPr/>
        </p:nvSpPr>
        <p:spPr>
          <a:xfrm>
            <a:off x="640080" y="2753868"/>
            <a:ext cx="15544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222222"/>
                </a:solidFill>
                <a:latin typeface="Arial"/>
              </a:rPr>
              <a:t>25</a:t>
            </a:r>
          </a:p>
        </p:txBody>
      </p:sp>
      <p:cxnSp>
        <p:nvCxnSpPr>
          <p:cNvPr id="991" name="Connector 990"/>
          <p:cNvCxnSpPr/>
          <p:nvPr/>
        </p:nvCxnSpPr>
        <p:spPr>
          <a:xfrm>
            <a:off x="822960" y="3290316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2" name="TextBox 991"/>
          <p:cNvSpPr txBox="1"/>
          <p:nvPr/>
        </p:nvSpPr>
        <p:spPr>
          <a:xfrm>
            <a:off x="640080" y="3226308"/>
            <a:ext cx="15544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>
                <a:solidFill>
                  <a:srgbClr val="222222"/>
                </a:solidFill>
                <a:latin typeface="Arial"/>
              </a:rPr>
              <a:t>30</a:t>
            </a:r>
          </a:p>
        </p:txBody>
      </p:sp>
      <p:sp>
        <p:nvSpPr>
          <p:cNvPr id="993" name="TextBox 992"/>
          <p:cNvSpPr txBox="1"/>
          <p:nvPr/>
        </p:nvSpPr>
        <p:spPr>
          <a:xfrm rot="16200000">
            <a:off x="91440" y="1371600"/>
            <a:ext cx="594360" cy="10972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222222"/>
                </a:solidFill>
                <a:latin typeface="Arial"/>
              </a:rPr>
              <a:t>Feature index (1–30)</a:t>
            </a:r>
          </a:p>
        </p:txBody>
      </p:sp>
      <p:cxnSp>
        <p:nvCxnSpPr>
          <p:cNvPr id="994" name="Connector 993"/>
          <p:cNvCxnSpPr/>
          <p:nvPr/>
        </p:nvCxnSpPr>
        <p:spPr>
          <a:xfrm>
            <a:off x="2616708" y="338328"/>
            <a:ext cx="0" cy="73152"/>
          </a:xfrm>
          <a:prstGeom prst="line">
            <a:avLst/>
          </a:prstGeom>
          <a:ln w="762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5" name="Connector 994"/>
          <p:cNvCxnSpPr/>
          <p:nvPr/>
        </p:nvCxnSpPr>
        <p:spPr>
          <a:xfrm>
            <a:off x="1199388" y="338328"/>
            <a:ext cx="0" cy="73152"/>
          </a:xfrm>
          <a:prstGeom prst="line">
            <a:avLst/>
          </a:prstGeom>
          <a:ln w="762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6" name="Connector 995"/>
          <p:cNvCxnSpPr/>
          <p:nvPr/>
        </p:nvCxnSpPr>
        <p:spPr>
          <a:xfrm>
            <a:off x="1766316" y="338328"/>
            <a:ext cx="0" cy="73152"/>
          </a:xfrm>
          <a:prstGeom prst="line">
            <a:avLst/>
          </a:prstGeom>
          <a:ln w="762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7" name="Connector 996"/>
          <p:cNvCxnSpPr/>
          <p:nvPr/>
        </p:nvCxnSpPr>
        <p:spPr>
          <a:xfrm>
            <a:off x="1388364" y="338328"/>
            <a:ext cx="0" cy="73152"/>
          </a:xfrm>
          <a:prstGeom prst="line">
            <a:avLst/>
          </a:prstGeom>
          <a:ln w="762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8" name="TextBox 997"/>
          <p:cNvSpPr txBox="1"/>
          <p:nvPr/>
        </p:nvSpPr>
        <p:spPr>
          <a:xfrm>
            <a:off x="868680" y="228600"/>
            <a:ext cx="283464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222222"/>
                </a:solidFill>
                <a:latin typeface="Arial"/>
              </a:rPr>
              <a:t>★ 4 LASSO-selected features annotated above</a:t>
            </a:r>
          </a:p>
        </p:txBody>
      </p:sp>
      <p:sp>
        <p:nvSpPr>
          <p:cNvPr id="999" name="Rectangle 998"/>
          <p:cNvSpPr/>
          <p:nvPr/>
        </p:nvSpPr>
        <p:spPr>
          <a:xfrm>
            <a:off x="3931920" y="548640"/>
            <a:ext cx="182880" cy="3171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" name="Rectangle 999"/>
          <p:cNvSpPr/>
          <p:nvPr/>
        </p:nvSpPr>
        <p:spPr>
          <a:xfrm>
            <a:off x="3931920" y="578358"/>
            <a:ext cx="182880" cy="31718"/>
          </a:xfrm>
          <a:prstGeom prst="rect">
            <a:avLst/>
          </a:prstGeom>
          <a:solidFill>
            <a:srgbClr val="C74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Rectangle 1000"/>
          <p:cNvSpPr/>
          <p:nvPr/>
        </p:nvSpPr>
        <p:spPr>
          <a:xfrm>
            <a:off x="3931920" y="608076"/>
            <a:ext cx="182880" cy="31718"/>
          </a:xfrm>
          <a:prstGeom prst="rect">
            <a:avLst/>
          </a:prstGeom>
          <a:solidFill>
            <a:srgbClr val="CA5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Rectangle 1001"/>
          <p:cNvSpPr/>
          <p:nvPr/>
        </p:nvSpPr>
        <p:spPr>
          <a:xfrm>
            <a:off x="3931920" y="637794"/>
            <a:ext cx="182880" cy="31718"/>
          </a:xfrm>
          <a:prstGeom prst="rect">
            <a:avLst/>
          </a:prstGeom>
          <a:solidFill>
            <a:srgbClr val="CD5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" name="Rectangle 1002"/>
          <p:cNvSpPr/>
          <p:nvPr/>
        </p:nvSpPr>
        <p:spPr>
          <a:xfrm>
            <a:off x="3931920" y="667512"/>
            <a:ext cx="182880" cy="31718"/>
          </a:xfrm>
          <a:prstGeom prst="rect">
            <a:avLst/>
          </a:prstGeom>
          <a:solidFill>
            <a:srgbClr val="D06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" name="Rectangle 1003"/>
          <p:cNvSpPr/>
          <p:nvPr/>
        </p:nvSpPr>
        <p:spPr>
          <a:xfrm>
            <a:off x="3931920" y="697230"/>
            <a:ext cx="182880" cy="31718"/>
          </a:xfrm>
          <a:prstGeom prst="rect">
            <a:avLst/>
          </a:prstGeom>
          <a:solidFill>
            <a:srgbClr val="D36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Rectangle 1004"/>
          <p:cNvSpPr/>
          <p:nvPr/>
        </p:nvSpPr>
        <p:spPr>
          <a:xfrm>
            <a:off x="3931920" y="726948"/>
            <a:ext cx="182880" cy="31718"/>
          </a:xfrm>
          <a:prstGeom prst="rect">
            <a:avLst/>
          </a:prstGeom>
          <a:solidFill>
            <a:srgbClr val="D679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6" name="Rectangle 1005"/>
          <p:cNvSpPr/>
          <p:nvPr/>
        </p:nvSpPr>
        <p:spPr>
          <a:xfrm>
            <a:off x="3931920" y="756666"/>
            <a:ext cx="182880" cy="31718"/>
          </a:xfrm>
          <a:prstGeom prst="rect">
            <a:avLst/>
          </a:prstGeom>
          <a:solidFill>
            <a:srgbClr val="D98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7" name="Rectangle 1006"/>
          <p:cNvSpPr/>
          <p:nvPr/>
        </p:nvSpPr>
        <p:spPr>
          <a:xfrm>
            <a:off x="3931920" y="786384"/>
            <a:ext cx="182880" cy="31718"/>
          </a:xfrm>
          <a:prstGeom prst="rect">
            <a:avLst/>
          </a:prstGeom>
          <a:solidFill>
            <a:srgbClr val="DC8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Rectangle 1007"/>
          <p:cNvSpPr/>
          <p:nvPr/>
        </p:nvSpPr>
        <p:spPr>
          <a:xfrm>
            <a:off x="3931920" y="816102"/>
            <a:ext cx="182880" cy="31718"/>
          </a:xfrm>
          <a:prstGeom prst="rect">
            <a:avLst/>
          </a:prstGeom>
          <a:solidFill>
            <a:srgbClr val="DF9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9" name="Rectangle 1008"/>
          <p:cNvSpPr/>
          <p:nvPr/>
        </p:nvSpPr>
        <p:spPr>
          <a:xfrm>
            <a:off x="3931920" y="845820"/>
            <a:ext cx="182880" cy="31718"/>
          </a:xfrm>
          <a:prstGeom prst="rect">
            <a:avLst/>
          </a:prstGeom>
          <a:solidFill>
            <a:srgbClr val="E2A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Rectangle 1009"/>
          <p:cNvSpPr/>
          <p:nvPr/>
        </p:nvSpPr>
        <p:spPr>
          <a:xfrm>
            <a:off x="3931920" y="875538"/>
            <a:ext cx="182880" cy="31718"/>
          </a:xfrm>
          <a:prstGeom prst="rect">
            <a:avLst/>
          </a:prstGeom>
          <a:solidFill>
            <a:srgbClr val="E5AA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Rectangle 1010"/>
          <p:cNvSpPr/>
          <p:nvPr/>
        </p:nvSpPr>
        <p:spPr>
          <a:xfrm>
            <a:off x="3931920" y="905256"/>
            <a:ext cx="182880" cy="31718"/>
          </a:xfrm>
          <a:prstGeom prst="rect">
            <a:avLst/>
          </a:prstGeom>
          <a:solidFill>
            <a:srgbClr val="E8B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Rectangle 1011"/>
          <p:cNvSpPr/>
          <p:nvPr/>
        </p:nvSpPr>
        <p:spPr>
          <a:xfrm>
            <a:off x="3931920" y="934974"/>
            <a:ext cx="182880" cy="31718"/>
          </a:xfrm>
          <a:prstGeom prst="rect">
            <a:avLst/>
          </a:prstGeom>
          <a:solidFill>
            <a:srgbClr val="EBB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Rectangle 1012"/>
          <p:cNvSpPr/>
          <p:nvPr/>
        </p:nvSpPr>
        <p:spPr>
          <a:xfrm>
            <a:off x="3931920" y="964692"/>
            <a:ext cx="182880" cy="31718"/>
          </a:xfrm>
          <a:prstGeom prst="rect">
            <a:avLst/>
          </a:prstGeom>
          <a:solidFill>
            <a:srgbClr val="EEC8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Rectangle 1013"/>
          <p:cNvSpPr/>
          <p:nvPr/>
        </p:nvSpPr>
        <p:spPr>
          <a:xfrm>
            <a:off x="3931920" y="994410"/>
            <a:ext cx="182880" cy="31718"/>
          </a:xfrm>
          <a:prstGeom prst="rect">
            <a:avLst/>
          </a:prstGeom>
          <a:solidFill>
            <a:srgbClr val="F1D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Rectangle 1014"/>
          <p:cNvSpPr/>
          <p:nvPr/>
        </p:nvSpPr>
        <p:spPr>
          <a:xfrm>
            <a:off x="3931920" y="1024128"/>
            <a:ext cx="182880" cy="31718"/>
          </a:xfrm>
          <a:prstGeom prst="rect">
            <a:avLst/>
          </a:prstGeom>
          <a:solidFill>
            <a:srgbClr val="F4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Rectangle 1015"/>
          <p:cNvSpPr/>
          <p:nvPr/>
        </p:nvSpPr>
        <p:spPr>
          <a:xfrm>
            <a:off x="3931920" y="1053846"/>
            <a:ext cx="182880" cy="31718"/>
          </a:xfrm>
          <a:prstGeom prst="rect">
            <a:avLst/>
          </a:prstGeom>
          <a:solidFill>
            <a:srgbClr val="F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Rectangle 1016"/>
          <p:cNvSpPr/>
          <p:nvPr/>
        </p:nvSpPr>
        <p:spPr>
          <a:xfrm>
            <a:off x="3931920" y="1083564"/>
            <a:ext cx="182880" cy="31718"/>
          </a:xfrm>
          <a:prstGeom prst="rect">
            <a:avLst/>
          </a:prstGeom>
          <a:solidFill>
            <a:srgbClr val="FA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Rectangle 1017"/>
          <p:cNvSpPr/>
          <p:nvPr/>
        </p:nvSpPr>
        <p:spPr>
          <a:xfrm>
            <a:off x="3931920" y="1113282"/>
            <a:ext cx="182880" cy="31718"/>
          </a:xfrm>
          <a:prstGeom prst="rect">
            <a:avLst/>
          </a:prstGeom>
          <a:solidFill>
            <a:srgbClr val="FD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9" name="Rectangle 1018"/>
          <p:cNvSpPr/>
          <p:nvPr/>
        </p:nvSpPr>
        <p:spPr>
          <a:xfrm>
            <a:off x="3931920" y="1143000"/>
            <a:ext cx="182880" cy="31718"/>
          </a:xfrm>
          <a:prstGeom prst="rect">
            <a:avLst/>
          </a:prstGeom>
          <a:solidFill>
            <a:srgbClr val="F8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Rectangle 1019"/>
          <p:cNvSpPr/>
          <p:nvPr/>
        </p:nvSpPr>
        <p:spPr>
          <a:xfrm>
            <a:off x="3931920" y="1172718"/>
            <a:ext cx="182880" cy="31718"/>
          </a:xfrm>
          <a:prstGeom prst="rect">
            <a:avLst/>
          </a:prstGeom>
          <a:solidFill>
            <a:srgbClr val="EC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1" name="Rectangle 1020"/>
          <p:cNvSpPr/>
          <p:nvPr/>
        </p:nvSpPr>
        <p:spPr>
          <a:xfrm>
            <a:off x="3931920" y="1202436"/>
            <a:ext cx="182880" cy="31718"/>
          </a:xfrm>
          <a:prstGeom prst="rect">
            <a:avLst/>
          </a:prstGeom>
          <a:solidFill>
            <a:srgbClr val="DF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Rectangle 1021"/>
          <p:cNvSpPr/>
          <p:nvPr/>
        </p:nvSpPr>
        <p:spPr>
          <a:xfrm>
            <a:off x="3931920" y="1232154"/>
            <a:ext cx="182880" cy="31718"/>
          </a:xfrm>
          <a:prstGeom prst="rect">
            <a:avLst/>
          </a:prstGeom>
          <a:solidFill>
            <a:srgbClr val="D3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Rectangle 1022"/>
          <p:cNvSpPr/>
          <p:nvPr/>
        </p:nvSpPr>
        <p:spPr>
          <a:xfrm>
            <a:off x="3931920" y="1261872"/>
            <a:ext cx="182880" cy="31718"/>
          </a:xfrm>
          <a:prstGeom prst="rect">
            <a:avLst/>
          </a:prstGeom>
          <a:solidFill>
            <a:srgbClr val="C6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Rectangle 1023"/>
          <p:cNvSpPr/>
          <p:nvPr/>
        </p:nvSpPr>
        <p:spPr>
          <a:xfrm>
            <a:off x="3931920" y="1291590"/>
            <a:ext cx="182880" cy="31718"/>
          </a:xfrm>
          <a:prstGeom prst="rect">
            <a:avLst/>
          </a:prstGeom>
          <a:solidFill>
            <a:srgbClr val="B9D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Rectangle 1024"/>
          <p:cNvSpPr/>
          <p:nvPr/>
        </p:nvSpPr>
        <p:spPr>
          <a:xfrm>
            <a:off x="3931920" y="1321308"/>
            <a:ext cx="182880" cy="31718"/>
          </a:xfrm>
          <a:prstGeom prst="rect">
            <a:avLst/>
          </a:prstGeom>
          <a:solidFill>
            <a:srgbClr val="ADD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Rectangle 1025"/>
          <p:cNvSpPr/>
          <p:nvPr/>
        </p:nvSpPr>
        <p:spPr>
          <a:xfrm>
            <a:off x="3931920" y="1351026"/>
            <a:ext cx="182880" cy="31718"/>
          </a:xfrm>
          <a:prstGeom prst="rect">
            <a:avLst/>
          </a:prstGeom>
          <a:solidFill>
            <a:srgbClr val="A0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Rectangle 1026"/>
          <p:cNvSpPr/>
          <p:nvPr/>
        </p:nvSpPr>
        <p:spPr>
          <a:xfrm>
            <a:off x="3931920" y="1380744"/>
            <a:ext cx="182880" cy="31718"/>
          </a:xfrm>
          <a:prstGeom prst="rect">
            <a:avLst/>
          </a:prstGeom>
          <a:solidFill>
            <a:srgbClr val="94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Rectangle 1027"/>
          <p:cNvSpPr/>
          <p:nvPr/>
        </p:nvSpPr>
        <p:spPr>
          <a:xfrm>
            <a:off x="3931920" y="1410462"/>
            <a:ext cx="182880" cy="31718"/>
          </a:xfrm>
          <a:prstGeom prst="rect">
            <a:avLst/>
          </a:prstGeom>
          <a:solidFill>
            <a:srgbClr val="87B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Rectangle 1028"/>
          <p:cNvSpPr/>
          <p:nvPr/>
        </p:nvSpPr>
        <p:spPr>
          <a:xfrm>
            <a:off x="3931920" y="1440180"/>
            <a:ext cx="182880" cy="31718"/>
          </a:xfrm>
          <a:prstGeom prst="rect">
            <a:avLst/>
          </a:prstGeom>
          <a:solidFill>
            <a:srgbClr val="7BB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Rectangle 1029"/>
          <p:cNvSpPr/>
          <p:nvPr/>
        </p:nvSpPr>
        <p:spPr>
          <a:xfrm>
            <a:off x="3931920" y="1469898"/>
            <a:ext cx="182880" cy="31718"/>
          </a:xfrm>
          <a:prstGeom prst="rect">
            <a:avLst/>
          </a:prstGeom>
          <a:solidFill>
            <a:srgbClr val="6EB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1" name="Rectangle 1030"/>
          <p:cNvSpPr/>
          <p:nvPr/>
        </p:nvSpPr>
        <p:spPr>
          <a:xfrm>
            <a:off x="3931920" y="1499616"/>
            <a:ext cx="182880" cy="31718"/>
          </a:xfrm>
          <a:prstGeom prst="rect">
            <a:avLst/>
          </a:prstGeom>
          <a:solidFill>
            <a:srgbClr val="61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Rectangle 1031"/>
          <p:cNvSpPr/>
          <p:nvPr/>
        </p:nvSpPr>
        <p:spPr>
          <a:xfrm>
            <a:off x="3931920" y="1529334"/>
            <a:ext cx="182880" cy="31718"/>
          </a:xfrm>
          <a:prstGeom prst="rect">
            <a:avLst/>
          </a:prstGeom>
          <a:solidFill>
            <a:srgbClr val="55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3" name="Rectangle 1032"/>
          <p:cNvSpPr/>
          <p:nvPr/>
        </p:nvSpPr>
        <p:spPr>
          <a:xfrm>
            <a:off x="3931920" y="1559052"/>
            <a:ext cx="182880" cy="31718"/>
          </a:xfrm>
          <a:prstGeom prst="rect">
            <a:avLst/>
          </a:prstGeom>
          <a:solidFill>
            <a:srgbClr val="48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Rectangle 1033"/>
          <p:cNvSpPr/>
          <p:nvPr/>
        </p:nvSpPr>
        <p:spPr>
          <a:xfrm>
            <a:off x="3931920" y="1588770"/>
            <a:ext cx="182880" cy="31718"/>
          </a:xfrm>
          <a:prstGeom prst="rect">
            <a:avLst/>
          </a:prstGeom>
          <a:solidFill>
            <a:srgbClr val="3C9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Rectangle 1034"/>
          <p:cNvSpPr/>
          <p:nvPr/>
        </p:nvSpPr>
        <p:spPr>
          <a:xfrm>
            <a:off x="3931920" y="1618488"/>
            <a:ext cx="182880" cy="31718"/>
          </a:xfrm>
          <a:prstGeom prst="rect">
            <a:avLst/>
          </a:prstGeom>
          <a:solidFill>
            <a:srgbClr val="2F9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Rectangle 1035"/>
          <p:cNvSpPr/>
          <p:nvPr/>
        </p:nvSpPr>
        <p:spPr>
          <a:xfrm>
            <a:off x="3931920" y="1648206"/>
            <a:ext cx="182880" cy="31718"/>
          </a:xfrm>
          <a:prstGeom prst="rect">
            <a:avLst/>
          </a:prstGeom>
          <a:solidFill>
            <a:srgbClr val="238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Rectangle 1036"/>
          <p:cNvSpPr/>
          <p:nvPr/>
        </p:nvSpPr>
        <p:spPr>
          <a:xfrm>
            <a:off x="3931920" y="1677924"/>
            <a:ext cx="182880" cy="31718"/>
          </a:xfrm>
          <a:prstGeom prst="rect">
            <a:avLst/>
          </a:prstGeom>
          <a:solidFill>
            <a:srgbClr val="168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Rectangle 1037"/>
          <p:cNvSpPr/>
          <p:nvPr/>
        </p:nvSpPr>
        <p:spPr>
          <a:xfrm>
            <a:off x="3931920" y="1707642"/>
            <a:ext cx="182880" cy="3171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Rectangle 1038"/>
          <p:cNvSpPr/>
          <p:nvPr/>
        </p:nvSpPr>
        <p:spPr>
          <a:xfrm>
            <a:off x="3931920" y="548640"/>
            <a:ext cx="182880" cy="1188720"/>
          </a:xfrm>
          <a:prstGeom prst="rect">
            <a:avLst/>
          </a:prstGeom>
          <a:noFill/>
          <a:ln w="50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0" name="Connector 1039"/>
          <p:cNvCxnSpPr/>
          <p:nvPr/>
        </p:nvCxnSpPr>
        <p:spPr>
          <a:xfrm>
            <a:off x="4114800" y="54864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1" name="TextBox 1040"/>
          <p:cNvSpPr txBox="1"/>
          <p:nvPr/>
        </p:nvSpPr>
        <p:spPr>
          <a:xfrm>
            <a:off x="4160520" y="484632"/>
            <a:ext cx="29260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222222"/>
                </a:solidFill>
                <a:latin typeface="Arial"/>
              </a:rPr>
              <a:t>+1</a:t>
            </a:r>
          </a:p>
        </p:txBody>
      </p:sp>
      <p:cxnSp>
        <p:nvCxnSpPr>
          <p:cNvPr id="1042" name="Connector 1041"/>
          <p:cNvCxnSpPr/>
          <p:nvPr/>
        </p:nvCxnSpPr>
        <p:spPr>
          <a:xfrm>
            <a:off x="4114800" y="84582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3" name="TextBox 1042"/>
          <p:cNvSpPr txBox="1"/>
          <p:nvPr/>
        </p:nvSpPr>
        <p:spPr>
          <a:xfrm>
            <a:off x="4160520" y="781812"/>
            <a:ext cx="29260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222222"/>
                </a:solidFill>
                <a:latin typeface="Arial"/>
              </a:rPr>
              <a:t>+0.5</a:t>
            </a:r>
          </a:p>
        </p:txBody>
      </p:sp>
      <p:cxnSp>
        <p:nvCxnSpPr>
          <p:cNvPr id="1044" name="Connector 1043"/>
          <p:cNvCxnSpPr/>
          <p:nvPr/>
        </p:nvCxnSpPr>
        <p:spPr>
          <a:xfrm>
            <a:off x="4114800" y="114300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5" name="TextBox 1044"/>
          <p:cNvSpPr txBox="1"/>
          <p:nvPr/>
        </p:nvSpPr>
        <p:spPr>
          <a:xfrm>
            <a:off x="4160520" y="1078992"/>
            <a:ext cx="29260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046" name="Connector 1045"/>
          <p:cNvCxnSpPr/>
          <p:nvPr/>
        </p:nvCxnSpPr>
        <p:spPr>
          <a:xfrm>
            <a:off x="4114800" y="144018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7" name="TextBox 1046"/>
          <p:cNvSpPr txBox="1"/>
          <p:nvPr/>
        </p:nvSpPr>
        <p:spPr>
          <a:xfrm>
            <a:off x="4160520" y="1376172"/>
            <a:ext cx="29260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222222"/>
                </a:solidFill>
                <a:latin typeface="Arial"/>
              </a:rPr>
              <a:t>−0.5</a:t>
            </a:r>
          </a:p>
        </p:txBody>
      </p:sp>
      <p:cxnSp>
        <p:nvCxnSpPr>
          <p:cNvPr id="1048" name="Connector 1047"/>
          <p:cNvCxnSpPr/>
          <p:nvPr/>
        </p:nvCxnSpPr>
        <p:spPr>
          <a:xfrm>
            <a:off x="4114800" y="173736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9" name="TextBox 1048"/>
          <p:cNvSpPr txBox="1"/>
          <p:nvPr/>
        </p:nvSpPr>
        <p:spPr>
          <a:xfrm>
            <a:off x="4160520" y="1673352"/>
            <a:ext cx="29260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222222"/>
                </a:solidFill>
                <a:latin typeface="Arial"/>
              </a:rPr>
              <a:t>−1</a:t>
            </a:r>
          </a:p>
        </p:txBody>
      </p:sp>
      <p:sp>
        <p:nvSpPr>
          <p:cNvPr id="1050" name="TextBox 1049"/>
          <p:cNvSpPr txBox="1"/>
          <p:nvPr/>
        </p:nvSpPr>
        <p:spPr>
          <a:xfrm>
            <a:off x="3840480" y="365760"/>
            <a:ext cx="8229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222222"/>
                </a:solidFill>
                <a:latin typeface="Arial"/>
              </a:rPr>
              <a:t>Spearman ρ</a:t>
            </a:r>
          </a:p>
        </p:txBody>
      </p:sp>
      <p:sp>
        <p:nvSpPr>
          <p:cNvPr id="1051" name="TextBox 1050"/>
          <p:cNvSpPr txBox="1"/>
          <p:nvPr/>
        </p:nvSpPr>
        <p:spPr>
          <a:xfrm>
            <a:off x="3840480" y="475488"/>
            <a:ext cx="82296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555555"/>
                </a:solidFill>
                <a:latin typeface="Arial"/>
              </a:rPr>
              <a:t>teal = good-aligned, coral = bad-aligned</a:t>
            </a:r>
          </a:p>
        </p:txBody>
      </p:sp>
      <p:sp>
        <p:nvSpPr>
          <p:cNvPr id="1052" name="TextBox 1051"/>
          <p:cNvSpPr txBox="1"/>
          <p:nvPr/>
        </p:nvSpPr>
        <p:spPr>
          <a:xfrm>
            <a:off x="3931920" y="1819656"/>
            <a:ext cx="11887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222222"/>
                </a:solidFill>
                <a:latin typeface="Arial"/>
              </a:rPr>
              <a:t>Feature group</a:t>
            </a:r>
          </a:p>
        </p:txBody>
      </p:sp>
      <p:sp>
        <p:nvSpPr>
          <p:cNvPr id="1053" name="Rectangle 1052"/>
          <p:cNvSpPr/>
          <p:nvPr/>
        </p:nvSpPr>
        <p:spPr>
          <a:xfrm>
            <a:off x="3931920" y="1965960"/>
            <a:ext cx="128016" cy="91440"/>
          </a:xfrm>
          <a:prstGeom prst="rect">
            <a:avLst/>
          </a:prstGeom>
          <a:solidFill>
            <a:srgbClr val="A2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TextBox 1053"/>
          <p:cNvSpPr txBox="1"/>
          <p:nvPr/>
        </p:nvSpPr>
        <p:spPr>
          <a:xfrm>
            <a:off x="4096512" y="1955960"/>
            <a:ext cx="10972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222222"/>
                </a:solidFill>
                <a:latin typeface="Arial"/>
              </a:rPr>
              <a:t>DNA repair</a:t>
            </a:r>
          </a:p>
        </p:txBody>
      </p:sp>
      <p:sp>
        <p:nvSpPr>
          <p:cNvPr id="1055" name="Rectangle 1054"/>
          <p:cNvSpPr/>
          <p:nvPr/>
        </p:nvSpPr>
        <p:spPr>
          <a:xfrm>
            <a:off x="3931920" y="2112264"/>
            <a:ext cx="128016" cy="91440"/>
          </a:xfrm>
          <a:prstGeom prst="rect">
            <a:avLst/>
          </a:prstGeom>
          <a:solidFill>
            <a:srgbClr val="E3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6" name="TextBox 1055"/>
          <p:cNvSpPr txBox="1"/>
          <p:nvPr/>
        </p:nvSpPr>
        <p:spPr>
          <a:xfrm>
            <a:off x="4096512" y="2102264"/>
            <a:ext cx="10972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222222"/>
                </a:solidFill>
                <a:latin typeface="Arial"/>
              </a:rPr>
              <a:t>Cell cycle</a:t>
            </a:r>
          </a:p>
        </p:txBody>
      </p:sp>
      <p:sp>
        <p:nvSpPr>
          <p:cNvPr id="1057" name="Rectangle 1056"/>
          <p:cNvSpPr/>
          <p:nvPr/>
        </p:nvSpPr>
        <p:spPr>
          <a:xfrm>
            <a:off x="3931920" y="2258568"/>
            <a:ext cx="128016" cy="91440"/>
          </a:xfrm>
          <a:prstGeom prst="rect">
            <a:avLst/>
          </a:prstGeom>
          <a:solidFill>
            <a:srgbClr val="5A8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TextBox 1057"/>
          <p:cNvSpPr txBox="1"/>
          <p:nvPr/>
        </p:nvSpPr>
        <p:spPr>
          <a:xfrm>
            <a:off x="4096512" y="2248568"/>
            <a:ext cx="10972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222222"/>
                </a:solidFill>
                <a:latin typeface="Arial"/>
              </a:rPr>
              <a:t>EMT / hypoxia</a:t>
            </a:r>
          </a:p>
        </p:txBody>
      </p:sp>
      <p:sp>
        <p:nvSpPr>
          <p:cNvPr id="1059" name="Rectangle 1058"/>
          <p:cNvSpPr/>
          <p:nvPr/>
        </p:nvSpPr>
        <p:spPr>
          <a:xfrm>
            <a:off x="3931920" y="2404872"/>
            <a:ext cx="128016" cy="91440"/>
          </a:xfrm>
          <a:prstGeom prst="rect">
            <a:avLst/>
          </a:prstGeom>
          <a:solidFill>
            <a:srgbClr val="118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TextBox 1059"/>
          <p:cNvSpPr txBox="1"/>
          <p:nvPr/>
        </p:nvSpPr>
        <p:spPr>
          <a:xfrm>
            <a:off x="4096512" y="2394872"/>
            <a:ext cx="10972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222222"/>
                </a:solidFill>
                <a:latin typeface="Arial"/>
              </a:rPr>
              <a:t>Immune</a:t>
            </a:r>
          </a:p>
        </p:txBody>
      </p:sp>
      <p:sp>
        <p:nvSpPr>
          <p:cNvPr id="1061" name="Rectangle 1060"/>
          <p:cNvSpPr/>
          <p:nvPr/>
        </p:nvSpPr>
        <p:spPr>
          <a:xfrm>
            <a:off x="3931920" y="2551176"/>
            <a:ext cx="128016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2" name="TextBox 1061"/>
          <p:cNvSpPr txBox="1"/>
          <p:nvPr/>
        </p:nvSpPr>
        <p:spPr>
          <a:xfrm>
            <a:off x="4096512" y="2541176"/>
            <a:ext cx="10972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222222"/>
                </a:solidFill>
                <a:latin typeface="Arial"/>
              </a:rPr>
              <a:t>Genomic</a:t>
            </a:r>
          </a:p>
        </p:txBody>
      </p:sp>
      <p:sp>
        <p:nvSpPr>
          <p:cNvPr id="1063" name="Rectangle 1062"/>
          <p:cNvSpPr/>
          <p:nvPr/>
        </p:nvSpPr>
        <p:spPr>
          <a:xfrm>
            <a:off x="3931920" y="2697480"/>
            <a:ext cx="128016" cy="91440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4" name="TextBox 1063"/>
          <p:cNvSpPr txBox="1"/>
          <p:nvPr/>
        </p:nvSpPr>
        <p:spPr>
          <a:xfrm>
            <a:off x="4096512" y="2687480"/>
            <a:ext cx="10972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222222"/>
                </a:solidFill>
                <a:latin typeface="Arial"/>
              </a:rPr>
              <a:t>Other</a:t>
            </a:r>
          </a:p>
        </p:txBody>
      </p:sp>
      <p:sp>
        <p:nvSpPr>
          <p:cNvPr id="1065" name="TextBox 1064"/>
          <p:cNvSpPr txBox="1"/>
          <p:nvPr/>
        </p:nvSpPr>
        <p:spPr>
          <a:xfrm>
            <a:off x="182880" y="4023360"/>
            <a:ext cx="55778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30 integrated numeric features (cell-cycle-contaminated CD8-proliferation removed); top / left strips mark feature group; ticks = feature index.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3474720"/>
            <a:ext cx="4206240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" y="548640"/>
            <a:ext cx="0" cy="292608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14400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0.0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55648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527048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0.2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96896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68296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0.4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38144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09544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0.6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9392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050792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0.8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120640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92040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1.0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4400" y="3474720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5760" y="3392424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0.0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4400" y="2889504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65760" y="2807208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0.2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4400" y="2304288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65760" y="2221992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0.4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4400" y="1719072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65760" y="1636776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0.6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4400" y="1133856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65760" y="1051560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0.8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4400" y="548640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65760" y="466344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1.0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767328"/>
            <a:ext cx="42062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False-positive rate (1 − specificity)</a:t>
            </a:r>
          </a:p>
        </p:txBody>
      </p:sp>
      <p:sp>
        <p:nvSpPr>
          <p:cNvPr id="30" name="TextBox 29"/>
          <p:cNvSpPr txBox="1"/>
          <p:nvPr/>
        </p:nvSpPr>
        <p:spPr>
          <a:xfrm rot="16200000">
            <a:off x="45720" y="1463040"/>
            <a:ext cx="777240" cy="10972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True-positive rate (sensitivity)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914400" y="548640"/>
            <a:ext cx="4206240" cy="2926080"/>
          </a:xfrm>
          <a:prstGeom prst="line">
            <a:avLst/>
          </a:prstGeom>
          <a:ln w="5080">
            <a:solidFill>
              <a:srgbClr val="BBBB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914400" y="1402080"/>
            <a:ext cx="247425" cy="2072640"/>
          </a:xfrm>
          <a:prstGeom prst="rect">
            <a:avLst/>
          </a:prstGeom>
          <a:solidFill>
            <a:srgbClr val="C8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61825" y="1174496"/>
            <a:ext cx="247426" cy="2145792"/>
          </a:xfrm>
          <a:prstGeom prst="rect">
            <a:avLst/>
          </a:prstGeom>
          <a:solidFill>
            <a:srgbClr val="C8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409251" y="946912"/>
            <a:ext cx="494852" cy="1365504"/>
          </a:xfrm>
          <a:prstGeom prst="rect">
            <a:avLst/>
          </a:prstGeom>
          <a:solidFill>
            <a:srgbClr val="C8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04103" y="890016"/>
            <a:ext cx="494852" cy="1170432"/>
          </a:xfrm>
          <a:prstGeom prst="rect">
            <a:avLst/>
          </a:prstGeom>
          <a:solidFill>
            <a:srgbClr val="C8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98955" y="833120"/>
            <a:ext cx="989703" cy="975360"/>
          </a:xfrm>
          <a:prstGeom prst="rect">
            <a:avLst/>
          </a:prstGeom>
          <a:solidFill>
            <a:srgbClr val="C8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88658" y="662432"/>
            <a:ext cx="494852" cy="390144"/>
          </a:xfrm>
          <a:prstGeom prst="rect">
            <a:avLst/>
          </a:prstGeom>
          <a:solidFill>
            <a:srgbClr val="C8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83510" y="605536"/>
            <a:ext cx="494852" cy="195072"/>
          </a:xfrm>
          <a:prstGeom prst="rect">
            <a:avLst/>
          </a:prstGeom>
          <a:solidFill>
            <a:srgbClr val="C8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V="1">
            <a:off x="914400" y="3312160"/>
            <a:ext cx="0" cy="16256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914400" y="2987040"/>
            <a:ext cx="0" cy="32512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14400" y="2987040"/>
            <a:ext cx="247425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161825" y="2336800"/>
            <a:ext cx="0" cy="65024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161825" y="2336800"/>
            <a:ext cx="247426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409251" y="1686559"/>
            <a:ext cx="0" cy="650241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409251" y="1686559"/>
            <a:ext cx="494852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904103" y="1524000"/>
            <a:ext cx="0" cy="162559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904103" y="1524000"/>
            <a:ext cx="494852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398955" y="1361440"/>
            <a:ext cx="0" cy="16256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398955" y="1361440"/>
            <a:ext cx="989703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388658" y="873760"/>
            <a:ext cx="0" cy="48768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388658" y="873760"/>
            <a:ext cx="494852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883510" y="711200"/>
            <a:ext cx="0" cy="16256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883510" y="711200"/>
            <a:ext cx="494852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378362" y="548640"/>
            <a:ext cx="0" cy="16256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378362" y="548640"/>
            <a:ext cx="742278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889400" y="3449720"/>
            <a:ext cx="50000" cy="5000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89400" y="2962040"/>
            <a:ext cx="50000" cy="5000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136825" y="2311800"/>
            <a:ext cx="50000" cy="5000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384251" y="1661559"/>
            <a:ext cx="50000" cy="5000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879103" y="1499000"/>
            <a:ext cx="50000" cy="5000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373955" y="1336440"/>
            <a:ext cx="50000" cy="5000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363658" y="848760"/>
            <a:ext cx="50000" cy="5000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858510" y="686200"/>
            <a:ext cx="50000" cy="5000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353362" y="523640"/>
            <a:ext cx="50000" cy="5000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227832" y="2596896"/>
            <a:ext cx="164592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00984" y="2616896"/>
            <a:ext cx="1508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222222"/>
                </a:solidFill>
                <a:latin typeface="Arial"/>
              </a:rPr>
              <a:t>ElasticNet, nested outer-LOOCV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00984" y="2798064"/>
            <a:ext cx="1508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22222"/>
                </a:solidFill>
                <a:latin typeface="Arial"/>
              </a:rPr>
              <a:t>AUC = 0.745  (95 % CI 0.56–0.89)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005840" y="731520"/>
            <a:ext cx="274320" cy="0"/>
          </a:xfrm>
          <a:prstGeom prst="line">
            <a:avLst/>
          </a:prstGeom>
          <a:ln w="177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325880" y="658368"/>
            <a:ext cx="2560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222222"/>
                </a:solidFill>
                <a:latin typeface="Arial"/>
              </a:rPr>
              <a:t>Observed ROC curve (mean over 35 LOOCV folds)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05840" y="859536"/>
            <a:ext cx="274320" cy="91440"/>
          </a:xfrm>
          <a:prstGeom prst="rect">
            <a:avLst/>
          </a:prstGeom>
          <a:solidFill>
            <a:srgbClr val="C8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325880" y="822960"/>
            <a:ext cx="2560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222222"/>
                </a:solidFill>
                <a:latin typeface="Arial"/>
              </a:rPr>
              <a:t>95 % bootstrap CI ribbon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</a:rPr>
              <a:t>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60320" y="3474720"/>
            <a:ext cx="2560320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560320" y="548640"/>
            <a:ext cx="0" cy="292608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676698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448098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-1.0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58589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029989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-0.5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40480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611880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+0.0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22370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93770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+0.5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04261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75661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+1.0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767328"/>
            <a:ext cx="2560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ElasticNet coefficient (standardised scale)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0" y="548640"/>
            <a:ext cx="0" cy="2926080"/>
          </a:xfrm>
          <a:prstGeom prst="line">
            <a:avLst/>
          </a:prstGeom>
          <a:ln w="1016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3008376"/>
            <a:ext cx="15544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Arial"/>
              </a:rPr>
              <a:t>Genomic deletion fraction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2960583" y="3108960"/>
            <a:ext cx="879897" cy="0"/>
          </a:xfrm>
          <a:prstGeom prst="line">
            <a:avLst/>
          </a:prstGeom>
          <a:ln w="190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2910583" y="3058960"/>
            <a:ext cx="100000" cy="100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33735" y="3026664"/>
            <a:ext cx="6400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C53E1F"/>
                </a:solidFill>
                <a:latin typeface="Arial"/>
              </a:rPr>
              <a:t>-0.76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276856"/>
            <a:ext cx="15544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Arial"/>
              </a:rPr>
              <a:t>MHC class II signature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571787" y="2377440"/>
            <a:ext cx="268693" cy="0"/>
          </a:xfrm>
          <a:prstGeom prst="line">
            <a:avLst/>
          </a:prstGeom>
          <a:ln w="190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3521787" y="2327440"/>
            <a:ext cx="100000" cy="100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44939" y="2295144"/>
            <a:ext cx="6400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C53E1F"/>
                </a:solidFill>
                <a:latin typeface="Arial"/>
              </a:rPr>
              <a:t>-0.23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1545336"/>
            <a:ext cx="15544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Arial"/>
              </a:rPr>
              <a:t>MSI (%)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40480" y="1645920"/>
            <a:ext cx="140242" cy="0"/>
          </a:xfrm>
          <a:prstGeom prst="line">
            <a:avLst/>
          </a:prstGeom>
          <a:ln w="190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3930722" y="1595920"/>
            <a:ext cx="100000" cy="10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53874" y="1563624"/>
            <a:ext cx="6400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0A7D6E"/>
                </a:solidFill>
                <a:latin typeface="Arial"/>
              </a:rPr>
              <a:t>+0.12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813816"/>
            <a:ext cx="15544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Arial"/>
              </a:rPr>
              <a:t>DSB repair (R-HSA-5693532)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840480" y="914400"/>
            <a:ext cx="1034279" cy="0"/>
          </a:xfrm>
          <a:prstGeom prst="line">
            <a:avLst/>
          </a:prstGeom>
          <a:ln w="190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4824759" y="864400"/>
            <a:ext cx="100000" cy="10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47911" y="832104"/>
            <a:ext cx="6400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0A7D6E"/>
                </a:solidFill>
                <a:latin typeface="Arial"/>
              </a:rPr>
              <a:t>+0.89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" y="3840480"/>
            <a:ext cx="5669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222222"/>
                </a:solidFill>
                <a:latin typeface="Arial"/>
              </a:rPr>
              <a:t>4 non-zero features selected by nested inner-CV; + = good &gt; bad, − = good &lt; bad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</a:rPr>
              <a:t>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3474720"/>
            <a:ext cx="4206240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" y="548640"/>
            <a:ext cx="0" cy="292608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14400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4.0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42592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713992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6.2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17520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88920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8.5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92448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63848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10.8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20640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92040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13.0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4400" y="3474720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5760" y="3392424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8.0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4400" y="2772460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5760" y="2690164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9.2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4400" y="2011680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65760" y="1929384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10.5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4400" y="1250899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65760" y="1168603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11.8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4400" y="548640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65760" y="466344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13.0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767328"/>
            <a:ext cx="42062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UMAP 1</a:t>
            </a:r>
          </a:p>
        </p:txBody>
      </p:sp>
      <p:sp>
        <p:nvSpPr>
          <p:cNvPr id="26" name="TextBox 25"/>
          <p:cNvSpPr txBox="1"/>
          <p:nvPr/>
        </p:nvSpPr>
        <p:spPr>
          <a:xfrm rot="16200000">
            <a:off x="45720" y="1463040"/>
            <a:ext cx="777240" cy="10972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UMAP 2</a:t>
            </a:r>
          </a:p>
        </p:txBody>
      </p:sp>
      <p:sp>
        <p:nvSpPr>
          <p:cNvPr id="27" name="Oval 26"/>
          <p:cNvSpPr/>
          <p:nvPr/>
        </p:nvSpPr>
        <p:spPr>
          <a:xfrm>
            <a:off x="2777426" y="1912009"/>
            <a:ext cx="80000" cy="80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815834" y="1047367"/>
            <a:ext cx="80000" cy="8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681992" y="2058151"/>
            <a:ext cx="80000" cy="8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866610" y="1384993"/>
            <a:ext cx="80000" cy="8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723875" y="1410218"/>
            <a:ext cx="80000" cy="80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28742" y="2242345"/>
            <a:ext cx="80000" cy="8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623558" y="2753101"/>
            <a:ext cx="80000" cy="80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21775" y="2724160"/>
            <a:ext cx="80000" cy="8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074649" y="1404374"/>
            <a:ext cx="80000" cy="8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112810" y="1685091"/>
            <a:ext cx="80000" cy="80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258288" y="2332181"/>
            <a:ext cx="80000" cy="80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578071" y="1536679"/>
            <a:ext cx="80000" cy="80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016297" y="2808789"/>
            <a:ext cx="80000" cy="80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026816" y="1730283"/>
            <a:ext cx="80000" cy="8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914570" y="1889819"/>
            <a:ext cx="80000" cy="80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405659" y="2234278"/>
            <a:ext cx="80000" cy="8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66090" y="2392304"/>
            <a:ext cx="80000" cy="8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565377" y="1975983"/>
            <a:ext cx="80000" cy="80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749732" y="2139474"/>
            <a:ext cx="80000" cy="80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697557" y="2336722"/>
            <a:ext cx="80000" cy="8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939510" y="1492331"/>
            <a:ext cx="80000" cy="80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939848" y="2271502"/>
            <a:ext cx="80000" cy="80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34550" y="2697420"/>
            <a:ext cx="80000" cy="8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547168" y="1828470"/>
            <a:ext cx="80000" cy="8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480170" y="1269071"/>
            <a:ext cx="80000" cy="8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413588" y="2328750"/>
            <a:ext cx="80000" cy="80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44071" y="988954"/>
            <a:ext cx="80000" cy="8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621508" y="2489723"/>
            <a:ext cx="80000" cy="8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22151" y="1952804"/>
            <a:ext cx="80000" cy="8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057134" y="2272225"/>
            <a:ext cx="80000" cy="8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578801" y="863314"/>
            <a:ext cx="80000" cy="80000"/>
          </a:xfrm>
          <a:prstGeom prst="ellipse">
            <a:avLst/>
          </a:prstGeom>
          <a:solidFill>
            <a:srgbClr val="0A7D6E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330304" y="2003970"/>
            <a:ext cx="80000" cy="80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254486" y="1866487"/>
            <a:ext cx="80000" cy="80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085193" y="2549174"/>
            <a:ext cx="80000" cy="80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380306" y="2479163"/>
            <a:ext cx="80000" cy="80000"/>
          </a:xfrm>
          <a:prstGeom prst="ellipse">
            <a:avLst/>
          </a:prstGeom>
          <a:solidFill>
            <a:srgbClr val="C53E1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878632" y="650800"/>
            <a:ext cx="70000" cy="7000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023360" y="594360"/>
            <a:ext cx="9144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Arial"/>
              </a:rPr>
              <a:t>good (n=18)</a:t>
            </a:r>
          </a:p>
        </p:txBody>
      </p:sp>
      <p:sp>
        <p:nvSpPr>
          <p:cNvPr id="64" name="Oval 63"/>
          <p:cNvSpPr/>
          <p:nvPr/>
        </p:nvSpPr>
        <p:spPr>
          <a:xfrm>
            <a:off x="3878632" y="815392"/>
            <a:ext cx="70000" cy="7000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023360" y="758952"/>
            <a:ext cx="9144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Arial"/>
              </a:rPr>
              <a:t>bad (n=17)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</a:rPr>
              <a:t>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60320" y="3474720"/>
            <a:ext cx="2560320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560320" y="548640"/>
            <a:ext cx="0" cy="292608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7326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068726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-1.50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68903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40303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-0.75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40480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611880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+0.00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2056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83456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+0.75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83633" y="347472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55033" y="3534720"/>
            <a:ext cx="4572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+1.50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767328"/>
            <a:ext cx="25603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SHAP value (log-odds contribution)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0" y="548640"/>
            <a:ext cx="0" cy="2926080"/>
          </a:xfrm>
          <a:prstGeom prst="line">
            <a:avLst/>
          </a:prstGeom>
          <a:ln w="1016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3008376"/>
            <a:ext cx="15544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Arial"/>
              </a:rPr>
              <a:t>MSI (%)</a:t>
            </a:r>
          </a:p>
        </p:txBody>
      </p:sp>
      <p:sp>
        <p:nvSpPr>
          <p:cNvPr id="18" name="Oval 17"/>
          <p:cNvSpPr/>
          <p:nvPr/>
        </p:nvSpPr>
        <p:spPr>
          <a:xfrm>
            <a:off x="3790160" y="3078441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90160" y="3089758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51419" y="3055851"/>
            <a:ext cx="50000" cy="50000"/>
          </a:xfrm>
          <a:prstGeom prst="ellipse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19699" y="3079355"/>
            <a:ext cx="50000" cy="50000"/>
          </a:xfrm>
          <a:prstGeom prst="ellipse">
            <a:avLst/>
          </a:prstGeom>
          <a:solidFill>
            <a:srgbClr val="BB4123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790160" y="3107471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790160" y="3068089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90160" y="3026725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90160" y="3042391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19699" y="3114847"/>
            <a:ext cx="50000" cy="50000"/>
          </a:xfrm>
          <a:prstGeom prst="ellipse">
            <a:avLst/>
          </a:prstGeom>
          <a:solidFill>
            <a:srgbClr val="BB4123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790160" y="3139500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790160" y="3111316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790160" y="3082146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790160" y="3186008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790160" y="3093563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790160" y="3138644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790160" y="3116100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790160" y="3107848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90160" y="3097842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790160" y="3065893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790160" y="3038202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819699" y="3089601"/>
            <a:ext cx="50000" cy="50000"/>
          </a:xfrm>
          <a:prstGeom prst="ellipse">
            <a:avLst/>
          </a:prstGeom>
          <a:solidFill>
            <a:srgbClr val="BB4123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790160" y="3023984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819699" y="3113156"/>
            <a:ext cx="50000" cy="50000"/>
          </a:xfrm>
          <a:prstGeom prst="ellipse">
            <a:avLst/>
          </a:prstGeom>
          <a:solidFill>
            <a:srgbClr val="BB4123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90160" y="3068531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790160" y="3044305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790160" y="3079833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790160" y="3116593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790160" y="3124415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996939" y="3104050"/>
            <a:ext cx="50000" cy="50000"/>
          </a:xfrm>
          <a:prstGeom prst="ellipse">
            <a:avLst/>
          </a:prstGeom>
          <a:solidFill>
            <a:srgbClr val="80553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790160" y="3074295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790160" y="3128273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790160" y="3093140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790160" y="3090948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790160" y="3060221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790160" y="3074538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" y="2276856"/>
            <a:ext cx="15544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Arial"/>
              </a:rPr>
              <a:t>MHC class II</a:t>
            </a:r>
          </a:p>
        </p:txBody>
      </p:sp>
      <p:sp>
        <p:nvSpPr>
          <p:cNvPr id="54" name="Oval 53"/>
          <p:cNvSpPr/>
          <p:nvPr/>
        </p:nvSpPr>
        <p:spPr>
          <a:xfrm>
            <a:off x="3827834" y="2336842"/>
            <a:ext cx="50000" cy="50000"/>
          </a:xfrm>
          <a:prstGeom prst="ellipse">
            <a:avLst/>
          </a:prstGeom>
          <a:solidFill>
            <a:srgbClr val="6A5C45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816196" y="2381137"/>
            <a:ext cx="50000" cy="50000"/>
          </a:xfrm>
          <a:prstGeom prst="ellipse">
            <a:avLst/>
          </a:prstGeom>
          <a:solidFill>
            <a:srgbClr val="655E47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990097" y="2358128"/>
            <a:ext cx="50000" cy="50000"/>
          </a:xfrm>
          <a:prstGeom prst="ellipse">
            <a:avLst/>
          </a:prstGeom>
          <a:solidFill>
            <a:srgbClr val="AB4629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839020" y="2318030"/>
            <a:ext cx="50000" cy="50000"/>
          </a:xfrm>
          <a:prstGeom prst="ellipse">
            <a:avLst/>
          </a:prstGeom>
          <a:solidFill>
            <a:srgbClr val="6E5B43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800094" y="2286891"/>
            <a:ext cx="50000" cy="50000"/>
          </a:xfrm>
          <a:prstGeom prst="ellipse">
            <a:avLst/>
          </a:prstGeom>
          <a:solidFill>
            <a:srgbClr val="5F604A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934159" y="2407701"/>
            <a:ext cx="50000" cy="50000"/>
          </a:xfrm>
          <a:prstGeom prst="ellipse">
            <a:avLst/>
          </a:prstGeom>
          <a:solidFill>
            <a:srgbClr val="954E33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895337" y="2285992"/>
            <a:ext cx="50000" cy="50000"/>
          </a:xfrm>
          <a:prstGeom prst="ellipse">
            <a:avLst/>
          </a:prstGeom>
          <a:solidFill>
            <a:srgbClr val="855339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053431" y="2293367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856043" y="2318147"/>
            <a:ext cx="50000" cy="50000"/>
          </a:xfrm>
          <a:prstGeom prst="ellipse">
            <a:avLst/>
          </a:prstGeom>
          <a:solidFill>
            <a:srgbClr val="75584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910273" y="2340832"/>
            <a:ext cx="50000" cy="50000"/>
          </a:xfrm>
          <a:prstGeom prst="ellipse">
            <a:avLst/>
          </a:prstGeom>
          <a:solidFill>
            <a:srgbClr val="8B5137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823421" y="2366218"/>
            <a:ext cx="50000" cy="50000"/>
          </a:xfrm>
          <a:prstGeom prst="ellipse">
            <a:avLst/>
          </a:prstGeom>
          <a:solidFill>
            <a:srgbClr val="685D46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851510" y="2288445"/>
            <a:ext cx="50000" cy="50000"/>
          </a:xfrm>
          <a:prstGeom prst="ellipse">
            <a:avLst/>
          </a:prstGeom>
          <a:solidFill>
            <a:srgbClr val="735941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845973" y="2266401"/>
            <a:ext cx="50000" cy="50000"/>
          </a:xfrm>
          <a:prstGeom prst="ellipse">
            <a:avLst/>
          </a:prstGeom>
          <a:solidFill>
            <a:srgbClr val="715A42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823421" y="2273364"/>
            <a:ext cx="50000" cy="50000"/>
          </a:xfrm>
          <a:prstGeom prst="ellipse">
            <a:avLst/>
          </a:prstGeom>
          <a:solidFill>
            <a:srgbClr val="685D46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751414" y="2294718"/>
            <a:ext cx="50000" cy="50000"/>
          </a:xfrm>
          <a:prstGeom prst="ellipse">
            <a:avLst/>
          </a:prstGeom>
          <a:solidFill>
            <a:srgbClr val="4B6652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588275" y="2336754"/>
            <a:ext cx="50000" cy="50000"/>
          </a:xfrm>
          <a:prstGeom prst="ellipse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783496" y="2405474"/>
            <a:ext cx="50000" cy="50000"/>
          </a:xfrm>
          <a:prstGeom prst="ellipse">
            <a:avLst/>
          </a:prstGeom>
          <a:solidFill>
            <a:srgbClr val="58624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798954" y="2352635"/>
            <a:ext cx="50000" cy="50000"/>
          </a:xfrm>
          <a:prstGeom prst="ellipse">
            <a:avLst/>
          </a:prstGeom>
          <a:solidFill>
            <a:srgbClr val="5E604A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683597" y="2323626"/>
            <a:ext cx="50000" cy="50000"/>
          </a:xfrm>
          <a:prstGeom prst="ellipse">
            <a:avLst/>
          </a:prstGeom>
          <a:solidFill>
            <a:srgbClr val="30705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823421" y="2408987"/>
            <a:ext cx="50000" cy="50000"/>
          </a:xfrm>
          <a:prstGeom prst="ellipse">
            <a:avLst/>
          </a:prstGeom>
          <a:solidFill>
            <a:srgbClr val="685D46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699810" y="2335097"/>
            <a:ext cx="50000" cy="50000"/>
          </a:xfrm>
          <a:prstGeom prst="ellipse">
            <a:avLst/>
          </a:prstGeom>
          <a:solidFill>
            <a:srgbClr val="366D5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644930" y="2333572"/>
            <a:ext cx="50000" cy="50000"/>
          </a:xfrm>
          <a:prstGeom prst="ellipse">
            <a:avLst/>
          </a:prstGeom>
          <a:solidFill>
            <a:srgbClr val="207564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888254" y="2321889"/>
            <a:ext cx="50000" cy="50000"/>
          </a:xfrm>
          <a:prstGeom prst="ellipse">
            <a:avLst/>
          </a:prstGeom>
          <a:solidFill>
            <a:srgbClr val="82543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966712" y="2404412"/>
            <a:ext cx="50000" cy="50000"/>
          </a:xfrm>
          <a:prstGeom prst="ellipse">
            <a:avLst/>
          </a:prstGeom>
          <a:solidFill>
            <a:srgbClr val="A2492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819796" y="2381482"/>
            <a:ext cx="50000" cy="50000"/>
          </a:xfrm>
          <a:prstGeom prst="ellipse">
            <a:avLst/>
          </a:prstGeom>
          <a:solidFill>
            <a:srgbClr val="675D46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752115" y="2371595"/>
            <a:ext cx="50000" cy="50000"/>
          </a:xfrm>
          <a:prstGeom prst="ellipse">
            <a:avLst/>
          </a:prstGeom>
          <a:solidFill>
            <a:srgbClr val="4B6652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665961" y="2403784"/>
            <a:ext cx="50000" cy="50000"/>
          </a:xfrm>
          <a:prstGeom prst="ellipse">
            <a:avLst/>
          </a:prstGeom>
          <a:solidFill>
            <a:srgbClr val="29726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99778" y="2276097"/>
            <a:ext cx="50000" cy="50000"/>
          </a:xfrm>
          <a:prstGeom prst="ellipse">
            <a:avLst/>
          </a:prstGeom>
          <a:solidFill>
            <a:srgbClr val="875239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59371" y="2374206"/>
            <a:ext cx="50000" cy="50000"/>
          </a:xfrm>
          <a:prstGeom prst="ellipse">
            <a:avLst/>
          </a:prstGeom>
          <a:solidFill>
            <a:srgbClr val="76583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919723" y="2338001"/>
            <a:ext cx="50000" cy="50000"/>
          </a:xfrm>
          <a:prstGeom prst="ellipse">
            <a:avLst/>
          </a:prstGeom>
          <a:solidFill>
            <a:srgbClr val="8F5035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707470" y="2363789"/>
            <a:ext cx="50000" cy="50000"/>
          </a:xfrm>
          <a:prstGeom prst="ellipse">
            <a:avLst/>
          </a:prstGeom>
          <a:solidFill>
            <a:srgbClr val="396C59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977595" y="2282939"/>
            <a:ext cx="50000" cy="50000"/>
          </a:xfrm>
          <a:prstGeom prst="ellipse">
            <a:avLst/>
          </a:prstGeom>
          <a:solidFill>
            <a:srgbClr val="A6482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671276" y="2294487"/>
            <a:ext cx="50000" cy="50000"/>
          </a:xfrm>
          <a:prstGeom prst="ellipse">
            <a:avLst/>
          </a:prstGeom>
          <a:solidFill>
            <a:srgbClr val="2B715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777959" y="2324641"/>
            <a:ext cx="50000" cy="50000"/>
          </a:xfrm>
          <a:prstGeom prst="ellipse">
            <a:avLst/>
          </a:prstGeom>
          <a:solidFill>
            <a:srgbClr val="56634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595069" y="2449154"/>
            <a:ext cx="50000" cy="50000"/>
          </a:xfrm>
          <a:prstGeom prst="ellipse">
            <a:avLst/>
          </a:prstGeom>
          <a:solidFill>
            <a:srgbClr val="0C7C6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14400" y="1545336"/>
            <a:ext cx="15544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Arial"/>
              </a:rPr>
              <a:t>Deletion fraction</a:t>
            </a:r>
          </a:p>
        </p:txBody>
      </p:sp>
      <p:sp>
        <p:nvSpPr>
          <p:cNvPr id="90" name="Oval 89"/>
          <p:cNvSpPr/>
          <p:nvPr/>
        </p:nvSpPr>
        <p:spPr>
          <a:xfrm>
            <a:off x="3981848" y="1618636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981848" y="1590912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3597455" y="1576854"/>
            <a:ext cx="50000" cy="50000"/>
          </a:xfrm>
          <a:prstGeom prst="ellipse">
            <a:avLst/>
          </a:prstGeom>
          <a:solidFill>
            <a:srgbClr val="914F34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981848" y="1648040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026631" y="1540949"/>
            <a:ext cx="50000" cy="50000"/>
          </a:xfrm>
          <a:prstGeom prst="ellipse">
            <a:avLst/>
          </a:prstGeom>
          <a:solidFill>
            <a:srgbClr val="446955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595701" y="1678875"/>
            <a:ext cx="50000" cy="50000"/>
          </a:xfrm>
          <a:prstGeom prst="ellipse">
            <a:avLst/>
          </a:prstGeom>
          <a:solidFill>
            <a:srgbClr val="904F35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981848" y="1649955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981848" y="1579879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981848" y="1618766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2596280" y="1533032"/>
            <a:ext cx="50000" cy="50000"/>
          </a:xfrm>
          <a:prstGeom prst="ellipse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981848" y="1612645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769164" y="1648711"/>
            <a:ext cx="50000" cy="50000"/>
          </a:xfrm>
          <a:prstGeom prst="ellipse">
            <a:avLst/>
          </a:prstGeom>
          <a:solidFill>
            <a:srgbClr val="A8472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981848" y="1637491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981848" y="1668811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3974574" y="1676998"/>
            <a:ext cx="50000" cy="50000"/>
          </a:xfrm>
          <a:prstGeom prst="ellipse">
            <a:avLst/>
          </a:prstGeom>
          <a:solidFill>
            <a:srgbClr val="C4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3981848" y="1593250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3981848" y="1595411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981848" y="1564100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3981848" y="1654040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981848" y="1546783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2830914" y="1633533"/>
            <a:ext cx="50000" cy="50000"/>
          </a:xfrm>
          <a:prstGeom prst="ellipse">
            <a:avLst/>
          </a:prstGeom>
          <a:solidFill>
            <a:srgbClr val="29726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3981848" y="1551817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595307" y="1639915"/>
            <a:ext cx="50000" cy="50000"/>
          </a:xfrm>
          <a:prstGeom prst="ellipse">
            <a:avLst/>
          </a:prstGeom>
          <a:solidFill>
            <a:srgbClr val="904F35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981848" y="1653201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3975099" y="1609956"/>
            <a:ext cx="50000" cy="50000"/>
          </a:xfrm>
          <a:prstGeom prst="ellipse">
            <a:avLst/>
          </a:prstGeom>
          <a:solidFill>
            <a:srgbClr val="C4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3981848" y="1575648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3981848" y="1613853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3981848" y="1646619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3981848" y="1679787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981848" y="1682434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3981848" y="1598856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3034464" y="1577480"/>
            <a:ext cx="50000" cy="50000"/>
          </a:xfrm>
          <a:prstGeom prst="ellipse">
            <a:avLst/>
          </a:prstGeom>
          <a:solidFill>
            <a:srgbClr val="456955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3981848" y="1628131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3981848" y="1668075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981848" y="1582601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14400" y="813816"/>
            <a:ext cx="15544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Arial"/>
              </a:rPr>
              <a:t>DSB repair</a:t>
            </a:r>
          </a:p>
        </p:txBody>
      </p:sp>
      <p:sp>
        <p:nvSpPr>
          <p:cNvPr id="126" name="Oval 125"/>
          <p:cNvSpPr/>
          <p:nvPr/>
        </p:nvSpPr>
        <p:spPr>
          <a:xfrm>
            <a:off x="3732790" y="945598"/>
            <a:ext cx="50000" cy="50000"/>
          </a:xfrm>
          <a:prstGeom prst="ellipse">
            <a:avLst/>
          </a:prstGeom>
          <a:solidFill>
            <a:srgbClr val="6F5A43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057635" y="920697"/>
            <a:ext cx="50000" cy="50000"/>
          </a:xfrm>
          <a:prstGeom prst="ellipse">
            <a:avLst/>
          </a:prstGeom>
          <a:solidFill>
            <a:srgbClr val="456854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4516456" y="862142"/>
            <a:ext cx="50000" cy="50000"/>
          </a:xfrm>
          <a:prstGeom prst="ellipse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4116775" y="988161"/>
            <a:ext cx="50000" cy="50000"/>
          </a:xfrm>
          <a:prstGeom prst="ellipse">
            <a:avLst/>
          </a:prstGeom>
          <a:solidFill>
            <a:srgbClr val="3D6B58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3973847" y="872441"/>
            <a:ext cx="50000" cy="50000"/>
          </a:xfrm>
          <a:prstGeom prst="ellipse">
            <a:avLst/>
          </a:prstGeom>
          <a:solidFill>
            <a:srgbClr val="50655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4219141" y="914928"/>
            <a:ext cx="50000" cy="50000"/>
          </a:xfrm>
          <a:prstGeom prst="ellipse">
            <a:avLst/>
          </a:prstGeom>
          <a:solidFill>
            <a:srgbClr val="30705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3709182" y="884603"/>
            <a:ext cx="50000" cy="50000"/>
          </a:xfrm>
          <a:prstGeom prst="ellipse">
            <a:avLst/>
          </a:prstGeom>
          <a:solidFill>
            <a:srgbClr val="725941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3564182" y="892722"/>
            <a:ext cx="50000" cy="50000"/>
          </a:xfrm>
          <a:prstGeom prst="ellipse">
            <a:avLst/>
          </a:prstGeom>
          <a:solidFill>
            <a:srgbClr val="855339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4123516" y="880528"/>
            <a:ext cx="50000" cy="50000"/>
          </a:xfrm>
          <a:prstGeom prst="ellipse">
            <a:avLst/>
          </a:prstGeom>
          <a:solidFill>
            <a:srgbClr val="3C6B58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3898661" y="858931"/>
            <a:ext cx="50000" cy="50000"/>
          </a:xfrm>
          <a:prstGeom prst="ellipse">
            <a:avLst/>
          </a:prstGeom>
          <a:solidFill>
            <a:srgbClr val="5A614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3898661" y="922685"/>
            <a:ext cx="50000" cy="50000"/>
          </a:xfrm>
          <a:prstGeom prst="ellipse">
            <a:avLst/>
          </a:prstGeom>
          <a:solidFill>
            <a:srgbClr val="5A614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3819158" y="827031"/>
            <a:ext cx="50000" cy="50000"/>
          </a:xfrm>
          <a:prstGeom prst="ellipse">
            <a:avLst/>
          </a:prstGeom>
          <a:solidFill>
            <a:srgbClr val="645E47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3245767" y="857530"/>
            <a:ext cx="50000" cy="50000"/>
          </a:xfrm>
          <a:prstGeom prst="ellipse">
            <a:avLst/>
          </a:prstGeom>
          <a:solidFill>
            <a:srgbClr val="AE4528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4018104" y="852367"/>
            <a:ext cx="50000" cy="50000"/>
          </a:xfrm>
          <a:prstGeom prst="ellipse">
            <a:avLst/>
          </a:prstGeom>
          <a:solidFill>
            <a:srgbClr val="4A6752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3354353" y="838272"/>
            <a:ext cx="50000" cy="50000"/>
          </a:xfrm>
          <a:prstGeom prst="ellipse">
            <a:avLst/>
          </a:prstGeom>
          <a:solidFill>
            <a:srgbClr val="A04A2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3361416" y="854831"/>
            <a:ext cx="50000" cy="50000"/>
          </a:xfrm>
          <a:prstGeom prst="ellipse">
            <a:avLst/>
          </a:prstGeom>
          <a:solidFill>
            <a:srgbClr val="9F4A2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3487101" y="852352"/>
            <a:ext cx="50000" cy="50000"/>
          </a:xfrm>
          <a:prstGeom prst="ellipse">
            <a:avLst/>
          </a:prstGeom>
          <a:solidFill>
            <a:srgbClr val="8F5035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3251414" y="886082"/>
            <a:ext cx="50000" cy="50000"/>
          </a:xfrm>
          <a:prstGeom prst="ellipse">
            <a:avLst/>
          </a:prstGeom>
          <a:solidFill>
            <a:srgbClr val="AE4528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3075172" y="952022"/>
            <a:ext cx="50000" cy="50000"/>
          </a:xfrm>
          <a:prstGeom prst="ellipse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3898661" y="895327"/>
            <a:ext cx="50000" cy="50000"/>
          </a:xfrm>
          <a:prstGeom prst="ellipse">
            <a:avLst/>
          </a:prstGeom>
          <a:solidFill>
            <a:srgbClr val="5A614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4159859" y="923174"/>
            <a:ext cx="50000" cy="50000"/>
          </a:xfrm>
          <a:prstGeom prst="ellipse">
            <a:avLst/>
          </a:prstGeom>
          <a:solidFill>
            <a:srgbClr val="386D5A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285045" y="951845"/>
            <a:ext cx="50000" cy="50000"/>
          </a:xfrm>
          <a:prstGeom prst="ellipse">
            <a:avLst/>
          </a:prstGeom>
          <a:solidFill>
            <a:srgbClr val="A9472A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3654772" y="878056"/>
            <a:ext cx="50000" cy="50000"/>
          </a:xfrm>
          <a:prstGeom prst="ellipse">
            <a:avLst/>
          </a:prstGeom>
          <a:solidFill>
            <a:srgbClr val="79573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4291619" y="914354"/>
            <a:ext cx="50000" cy="50000"/>
          </a:xfrm>
          <a:prstGeom prst="ellipse">
            <a:avLst/>
          </a:prstGeom>
          <a:solidFill>
            <a:srgbClr val="277361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3660733" y="934599"/>
            <a:ext cx="50000" cy="50000"/>
          </a:xfrm>
          <a:prstGeom prst="ellipse">
            <a:avLst/>
          </a:prstGeom>
          <a:solidFill>
            <a:srgbClr val="79573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4097643" y="935178"/>
            <a:ext cx="50000" cy="50000"/>
          </a:xfrm>
          <a:prstGeom prst="ellipse">
            <a:avLst/>
          </a:prstGeom>
          <a:solidFill>
            <a:srgbClr val="406A57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4189300" y="877618"/>
            <a:ext cx="50000" cy="50000"/>
          </a:xfrm>
          <a:prstGeom prst="ellipse">
            <a:avLst/>
          </a:prstGeom>
          <a:solidFill>
            <a:srgbClr val="346E5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4084320" y="873657"/>
            <a:ext cx="50000" cy="50000"/>
          </a:xfrm>
          <a:prstGeom prst="ellipse">
            <a:avLst/>
          </a:prstGeom>
          <a:solidFill>
            <a:srgbClr val="426A56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4279365" y="831355"/>
            <a:ext cx="50000" cy="50000"/>
          </a:xfrm>
          <a:prstGeom prst="ellipse">
            <a:avLst/>
          </a:prstGeom>
          <a:solidFill>
            <a:srgbClr val="287261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4240181" y="890010"/>
            <a:ext cx="50000" cy="50000"/>
          </a:xfrm>
          <a:prstGeom prst="ellipse">
            <a:avLst/>
          </a:prstGeom>
          <a:solidFill>
            <a:srgbClr val="2D705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4052679" y="843672"/>
            <a:ext cx="50000" cy="50000"/>
          </a:xfrm>
          <a:prstGeom prst="ellipse">
            <a:avLst/>
          </a:prstGeom>
          <a:solidFill>
            <a:srgbClr val="466854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4152627" y="827852"/>
            <a:ext cx="50000" cy="50000"/>
          </a:xfrm>
          <a:prstGeom prst="ellipse">
            <a:avLst/>
          </a:prstGeom>
          <a:solidFill>
            <a:srgbClr val="396D5A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3764250" y="838917"/>
            <a:ext cx="50000" cy="50000"/>
          </a:xfrm>
          <a:prstGeom prst="ellipse">
            <a:avLst/>
          </a:prstGeom>
          <a:solidFill>
            <a:srgbClr val="6B5C44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3165107" y="993216"/>
            <a:ext cx="50000" cy="50000"/>
          </a:xfrm>
          <a:prstGeom prst="ellipse">
            <a:avLst/>
          </a:prstGeom>
          <a:solidFill>
            <a:srgbClr val="B94123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3142291" y="835471"/>
            <a:ext cx="50000" cy="50000"/>
          </a:xfrm>
          <a:prstGeom prst="ellipse">
            <a:avLst/>
          </a:prstGeom>
          <a:solidFill>
            <a:srgbClr val="BC4022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3108960" y="3822192"/>
            <a:ext cx="42005" cy="91440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3148965" y="3822192"/>
            <a:ext cx="42005" cy="91440"/>
          </a:xfrm>
          <a:prstGeom prst="rect">
            <a:avLst/>
          </a:prstGeom>
          <a:solidFill>
            <a:srgbClr val="BE4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3188970" y="3822192"/>
            <a:ext cx="42005" cy="91440"/>
          </a:xfrm>
          <a:prstGeom prst="rect">
            <a:avLst/>
          </a:prstGeom>
          <a:solidFill>
            <a:srgbClr val="B84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3228975" y="3822192"/>
            <a:ext cx="42005" cy="91440"/>
          </a:xfrm>
          <a:prstGeom prst="rect">
            <a:avLst/>
          </a:prstGeom>
          <a:solidFill>
            <a:srgbClr val="B24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3268980" y="3822192"/>
            <a:ext cx="42005" cy="91440"/>
          </a:xfrm>
          <a:prstGeom prst="rect">
            <a:avLst/>
          </a:prstGeom>
          <a:solidFill>
            <a:srgbClr val="AC4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3308985" y="3822192"/>
            <a:ext cx="42005" cy="91440"/>
          </a:xfrm>
          <a:prstGeom prst="rect">
            <a:avLst/>
          </a:prstGeom>
          <a:solidFill>
            <a:srgbClr val="A6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3348990" y="3822192"/>
            <a:ext cx="42005" cy="91440"/>
          </a:xfrm>
          <a:prstGeom prst="rect">
            <a:avLst/>
          </a:prstGeom>
          <a:solidFill>
            <a:srgbClr val="A0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3388995" y="3822192"/>
            <a:ext cx="42005" cy="91440"/>
          </a:xfrm>
          <a:prstGeom prst="rect">
            <a:avLst/>
          </a:prstGeom>
          <a:solidFill>
            <a:srgbClr val="9A4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3429000" y="3822192"/>
            <a:ext cx="42005" cy="91440"/>
          </a:xfrm>
          <a:prstGeom prst="rect">
            <a:avLst/>
          </a:prstGeom>
          <a:solidFill>
            <a:srgbClr val="944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3469005" y="3822192"/>
            <a:ext cx="42005" cy="91440"/>
          </a:xfrm>
          <a:prstGeom prst="rect">
            <a:avLst/>
          </a:prstGeom>
          <a:solidFill>
            <a:srgbClr val="8E5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3509010" y="3822192"/>
            <a:ext cx="42005" cy="91440"/>
          </a:xfrm>
          <a:prstGeom prst="rect">
            <a:avLst/>
          </a:prstGeom>
          <a:solidFill>
            <a:srgbClr val="885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3549015" y="3822192"/>
            <a:ext cx="42005" cy="91440"/>
          </a:xfrm>
          <a:prstGeom prst="rect">
            <a:avLst/>
          </a:prstGeom>
          <a:solidFill>
            <a:srgbClr val="825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3589020" y="3822192"/>
            <a:ext cx="42005" cy="91440"/>
          </a:xfrm>
          <a:prstGeom prst="rect">
            <a:avLst/>
          </a:prstGeom>
          <a:solidFill>
            <a:srgbClr val="7C5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3629025" y="3822192"/>
            <a:ext cx="42005" cy="91440"/>
          </a:xfrm>
          <a:prstGeom prst="rect">
            <a:avLst/>
          </a:prstGeom>
          <a:solidFill>
            <a:srgbClr val="765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3669030" y="3822192"/>
            <a:ext cx="42005" cy="91440"/>
          </a:xfrm>
          <a:prstGeom prst="rect">
            <a:avLst/>
          </a:prstGeom>
          <a:solidFill>
            <a:srgbClr val="705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3709035" y="3822192"/>
            <a:ext cx="42005" cy="91440"/>
          </a:xfrm>
          <a:prstGeom prst="rect">
            <a:avLst/>
          </a:prstGeom>
          <a:solidFill>
            <a:srgbClr val="6A5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3749040" y="3822192"/>
            <a:ext cx="42005" cy="91440"/>
          </a:xfrm>
          <a:prstGeom prst="rect">
            <a:avLst/>
          </a:prstGeom>
          <a:solidFill>
            <a:srgbClr val="645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3789045" y="3822192"/>
            <a:ext cx="42005" cy="91440"/>
          </a:xfrm>
          <a:prstGeom prst="rect">
            <a:avLst/>
          </a:prstGeom>
          <a:solidFill>
            <a:srgbClr val="5E6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3829050" y="3822192"/>
            <a:ext cx="42005" cy="91440"/>
          </a:xfrm>
          <a:prstGeom prst="rect">
            <a:avLst/>
          </a:prstGeom>
          <a:solidFill>
            <a:srgbClr val="586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3869055" y="3822192"/>
            <a:ext cx="42005" cy="91440"/>
          </a:xfrm>
          <a:prstGeom prst="rect">
            <a:avLst/>
          </a:prstGeom>
          <a:solidFill>
            <a:srgbClr val="526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3909060" y="3822192"/>
            <a:ext cx="42005" cy="91440"/>
          </a:xfrm>
          <a:prstGeom prst="rect">
            <a:avLst/>
          </a:prstGeom>
          <a:solidFill>
            <a:srgbClr val="4C6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3949065" y="3822192"/>
            <a:ext cx="42005" cy="91440"/>
          </a:xfrm>
          <a:prstGeom prst="rect">
            <a:avLst/>
          </a:prstGeom>
          <a:solidFill>
            <a:srgbClr val="466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3989070" y="3822192"/>
            <a:ext cx="42005" cy="91440"/>
          </a:xfrm>
          <a:prstGeom prst="rect">
            <a:avLst/>
          </a:prstGeom>
          <a:solidFill>
            <a:srgbClr val="406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4029075" y="3822192"/>
            <a:ext cx="42005" cy="91440"/>
          </a:xfrm>
          <a:prstGeom prst="rect">
            <a:avLst/>
          </a:prstGeom>
          <a:solidFill>
            <a:srgbClr val="3A6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4069080" y="3822192"/>
            <a:ext cx="42005" cy="91440"/>
          </a:xfrm>
          <a:prstGeom prst="rect">
            <a:avLst/>
          </a:prstGeom>
          <a:solidFill>
            <a:srgbClr val="34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4109085" y="3822192"/>
            <a:ext cx="42005" cy="91440"/>
          </a:xfrm>
          <a:prstGeom prst="rect">
            <a:avLst/>
          </a:prstGeom>
          <a:solidFill>
            <a:srgbClr val="2E7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4149090" y="3822192"/>
            <a:ext cx="42005" cy="91440"/>
          </a:xfrm>
          <a:prstGeom prst="rect">
            <a:avLst/>
          </a:prstGeom>
          <a:solidFill>
            <a:srgbClr val="287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4189095" y="3822192"/>
            <a:ext cx="42005" cy="91440"/>
          </a:xfrm>
          <a:prstGeom prst="rect">
            <a:avLst/>
          </a:prstGeom>
          <a:solidFill>
            <a:srgbClr val="227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4229100" y="3822192"/>
            <a:ext cx="42005" cy="91440"/>
          </a:xfrm>
          <a:prstGeom prst="rect">
            <a:avLst/>
          </a:prstGeom>
          <a:solidFill>
            <a:srgbClr val="1C7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269105" y="3822192"/>
            <a:ext cx="42005" cy="91440"/>
          </a:xfrm>
          <a:prstGeom prst="rect">
            <a:avLst/>
          </a:prstGeom>
          <a:solidFill>
            <a:srgbClr val="167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309110" y="3822192"/>
            <a:ext cx="42005" cy="91440"/>
          </a:xfrm>
          <a:prstGeom prst="rect">
            <a:avLst/>
          </a:prstGeom>
          <a:solidFill>
            <a:srgbClr val="10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349115" y="3822192"/>
            <a:ext cx="42005" cy="91440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2788920" y="3802192"/>
            <a:ext cx="3200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low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4434840" y="3802192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222222"/>
                </a:solidFill>
                <a:latin typeface="Arial"/>
              </a:rPr>
              <a:t>high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2286000" y="3931920"/>
            <a:ext cx="24688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feature value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</a:rPr>
              <a:t>F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3474720"/>
            <a:ext cx="4206240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" y="548640"/>
            <a:ext cx="0" cy="292608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74400" y="3474720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3392424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0.0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74400" y="2889504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2807208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0.2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4400" y="2304288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65760" y="2221992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0.4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4400" y="2011680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1929384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0.5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4400" y="1719072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65760" y="1636776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0.6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4400" y="1133856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5760" y="1051560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0.8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4400" y="548640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5760" y="466344"/>
            <a:ext cx="502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1.0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67328"/>
            <a:ext cx="42062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Subjects, ordered by predicted probability</a:t>
            </a:r>
          </a:p>
        </p:txBody>
      </p:sp>
      <p:sp>
        <p:nvSpPr>
          <p:cNvPr id="20" name="TextBox 19"/>
          <p:cNvSpPr txBox="1"/>
          <p:nvPr/>
        </p:nvSpPr>
        <p:spPr>
          <a:xfrm rot="16200000">
            <a:off x="45720" y="1463040"/>
            <a:ext cx="777240" cy="10972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22222"/>
                </a:solidFill>
                <a:latin typeface="Arial"/>
              </a:rPr>
              <a:t>Predicted P(good)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2011680"/>
            <a:ext cx="4206240" cy="0"/>
          </a:xfrm>
          <a:prstGeom prst="line">
            <a:avLst/>
          </a:prstGeom>
          <a:ln w="762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140640" y="1920240"/>
            <a:ext cx="7315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222222"/>
                </a:solidFill>
                <a:latin typeface="Arial"/>
              </a:rPr>
              <a:t>0.5 threshold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5216" y="2758576"/>
            <a:ext cx="98546" cy="716144"/>
          </a:xfrm>
          <a:prstGeom prst="rect">
            <a:avLst/>
          </a:prstGeom>
          <a:solidFill>
            <a:srgbClr val="C53E1F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45394" y="2753829"/>
            <a:ext cx="98546" cy="720891"/>
          </a:xfrm>
          <a:prstGeom prst="rect">
            <a:avLst/>
          </a:prstGeom>
          <a:solidFill>
            <a:srgbClr val="C53E1F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65572" y="2621041"/>
            <a:ext cx="98546" cy="853679"/>
          </a:xfrm>
          <a:prstGeom prst="rect">
            <a:avLst/>
          </a:prstGeom>
          <a:solidFill>
            <a:srgbClr val="C53E1F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85751" y="2602061"/>
            <a:ext cx="98546" cy="872659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05929" y="2588353"/>
            <a:ext cx="98546" cy="886367"/>
          </a:xfrm>
          <a:prstGeom prst="rect">
            <a:avLst/>
          </a:prstGeom>
          <a:solidFill>
            <a:srgbClr val="C53E1F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526107" y="2553215"/>
            <a:ext cx="98546" cy="921505"/>
          </a:xfrm>
          <a:prstGeom prst="rect">
            <a:avLst/>
          </a:prstGeom>
          <a:solidFill>
            <a:srgbClr val="C53E1F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646285" y="2525542"/>
            <a:ext cx="98546" cy="949178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766464" y="2475021"/>
            <a:ext cx="98546" cy="999699"/>
          </a:xfrm>
          <a:prstGeom prst="rect">
            <a:avLst/>
          </a:prstGeom>
          <a:solidFill>
            <a:srgbClr val="C53E1F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86642" y="2417458"/>
            <a:ext cx="98546" cy="1057262"/>
          </a:xfrm>
          <a:prstGeom prst="rect">
            <a:avLst/>
          </a:prstGeom>
          <a:solidFill>
            <a:srgbClr val="C53E1F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06820" y="2273589"/>
            <a:ext cx="98546" cy="1201131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26999" y="2272993"/>
            <a:ext cx="98546" cy="1201727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47177" y="2147043"/>
            <a:ext cx="98546" cy="1327677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67355" y="2077451"/>
            <a:ext cx="98546" cy="1397269"/>
          </a:xfrm>
          <a:prstGeom prst="rect">
            <a:avLst/>
          </a:prstGeom>
          <a:solidFill>
            <a:srgbClr val="C53E1F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87533" y="1959619"/>
            <a:ext cx="98546" cy="1515101"/>
          </a:xfrm>
          <a:prstGeom prst="rect">
            <a:avLst/>
          </a:prstGeom>
          <a:solidFill>
            <a:srgbClr val="C53E1F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07712" y="1942548"/>
            <a:ext cx="98546" cy="1532172"/>
          </a:xfrm>
          <a:prstGeom prst="rect">
            <a:avLst/>
          </a:prstGeom>
          <a:solidFill>
            <a:srgbClr val="C53E1F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27890" y="1924828"/>
            <a:ext cx="98546" cy="1549892"/>
          </a:xfrm>
          <a:prstGeom prst="rect">
            <a:avLst/>
          </a:prstGeom>
          <a:solidFill>
            <a:srgbClr val="C53E1F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48068" y="1904546"/>
            <a:ext cx="98546" cy="1570174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968247" y="1870041"/>
            <a:ext cx="98546" cy="1604679"/>
          </a:xfrm>
          <a:prstGeom prst="rect">
            <a:avLst/>
          </a:prstGeom>
          <a:solidFill>
            <a:srgbClr val="C53E1F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088425" y="1849532"/>
            <a:ext cx="98546" cy="1625188"/>
          </a:xfrm>
          <a:prstGeom prst="rect">
            <a:avLst/>
          </a:prstGeom>
          <a:solidFill>
            <a:srgbClr val="C53E1F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8603" y="1848709"/>
            <a:ext cx="98546" cy="1626011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28781" y="1745079"/>
            <a:ext cx="98546" cy="1729641"/>
          </a:xfrm>
          <a:prstGeom prst="rect">
            <a:avLst/>
          </a:prstGeom>
          <a:solidFill>
            <a:srgbClr val="C53E1F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448960" y="1740655"/>
            <a:ext cx="98546" cy="1734065"/>
          </a:xfrm>
          <a:prstGeom prst="rect">
            <a:avLst/>
          </a:prstGeom>
          <a:solidFill>
            <a:srgbClr val="C53E1F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569138" y="1720764"/>
            <a:ext cx="98546" cy="1753956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89316" y="1702302"/>
            <a:ext cx="98546" cy="1772418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9495" y="1693599"/>
            <a:ext cx="98546" cy="1781121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929673" y="1637866"/>
            <a:ext cx="98546" cy="1836854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49851" y="1576072"/>
            <a:ext cx="98546" cy="1898648"/>
          </a:xfrm>
          <a:prstGeom prst="rect">
            <a:avLst/>
          </a:prstGeom>
          <a:solidFill>
            <a:srgbClr val="C53E1F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70029" y="1573876"/>
            <a:ext cx="98546" cy="1900844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90208" y="1527756"/>
            <a:ext cx="98546" cy="1946964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410386" y="1442514"/>
            <a:ext cx="98546" cy="2032206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30564" y="1412949"/>
            <a:ext cx="98546" cy="2061771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650743" y="1321088"/>
            <a:ext cx="98546" cy="2153632"/>
          </a:xfrm>
          <a:prstGeom prst="rect">
            <a:avLst/>
          </a:prstGeom>
          <a:solidFill>
            <a:srgbClr val="C53E1F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770921" y="1233174"/>
            <a:ext cx="98546" cy="2241546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91099" y="1217942"/>
            <a:ext cx="98546" cy="2256778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11277" y="1161735"/>
            <a:ext cx="98546" cy="2312985"/>
          </a:xfrm>
          <a:prstGeom prst="rect">
            <a:avLst/>
          </a:prstGeom>
          <a:solidFill>
            <a:srgbClr val="0A7D6E"/>
          </a:solidFill>
          <a:ln w="25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24128" y="594360"/>
            <a:ext cx="146304" cy="12801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207008" y="584360"/>
            <a:ext cx="12801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222222"/>
                </a:solidFill>
                <a:latin typeface="Arial"/>
              </a:rPr>
              <a:t>true label: good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87168" y="594360"/>
            <a:ext cx="146304" cy="12801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651760" y="584360"/>
            <a:ext cx="12801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222222"/>
                </a:solidFill>
                <a:latin typeface="Arial"/>
              </a:rPr>
              <a:t>true label: bad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