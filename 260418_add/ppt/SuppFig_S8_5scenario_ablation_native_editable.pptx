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463040" y="3474720"/>
            <a:ext cx="365760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6304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23040" y="318211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09981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23040" y="259689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251460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2304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23040" y="1426463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1344167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3040" y="841247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758951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67328"/>
            <a:ext cx="3657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Ablation scenario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59436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Nested outer-LOOCV AUC (ElasticNet)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63040" y="3182112"/>
            <a:ext cx="3657600" cy="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652138" y="2091854"/>
            <a:ext cx="353324" cy="1382866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828800" y="1075334"/>
            <a:ext cx="0" cy="2106778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03800" y="107533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03800" y="3182112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508760" y="1863254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Baseline
(37 feat.)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3658" y="1747747"/>
            <a:ext cx="353324" cy="172697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560320" y="872264"/>
            <a:ext cx="0" cy="1939406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535320" y="87226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35320" y="2811670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240280" y="1519147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2222"/>
                </a:solidFill>
                <a:latin typeface="Arial"/>
              </a:rPr>
              <a:t>0.745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Drop CD8-prolif
(36 feat.) 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5178" y="2091854"/>
            <a:ext cx="353324" cy="1382866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291840" y="1075334"/>
            <a:ext cx="0" cy="2106778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266840" y="107533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66840" y="3182112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971800" y="1863254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Add 3 immune
(40 feat.)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6698" y="1881762"/>
            <a:ext cx="353324" cy="1592958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023360" y="910303"/>
            <a:ext cx="0" cy="207927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998360" y="910303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998360" y="2989575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703320" y="1653162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2222"/>
                </a:solidFill>
                <a:latin typeface="Arial"/>
              </a:rPr>
              <a:t>0.722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Swap CD8 prolif→cyt
(37 feat.)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8218" y="1805098"/>
            <a:ext cx="353324" cy="1669622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754880" y="886894"/>
            <a:ext cx="0" cy="200261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29880" y="88689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729880" y="288950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34840" y="1576498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2222"/>
                </a:solidFill>
                <a:latin typeface="Arial"/>
              </a:rPr>
              <a:t>0.735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Drop + add
(39 feat.)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" y="3977640"/>
            <a:ext cx="5669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★ the improvement comes from removing the cell-cycle-contaminated CD8-proliferation signature, not from adding purified immune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False-positive rate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222"/>
                </a:solidFill>
                <a:latin typeface="Arial"/>
              </a:rPr>
              <a:t>True-positive rate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" y="3474720"/>
            <a:ext cx="247425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61825" y="3149600"/>
            <a:ext cx="0" cy="32512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61825" y="31496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409251" y="2336800"/>
            <a:ext cx="0" cy="81280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9251" y="23368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6677" y="1849120"/>
            <a:ext cx="0" cy="48768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56677" y="1849120"/>
            <a:ext cx="989704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46381" y="1524000"/>
            <a:ext cx="0" cy="32512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46381" y="1524000"/>
            <a:ext cx="494851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41232" y="873760"/>
            <a:ext cx="0" cy="65024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141232" y="873760"/>
            <a:ext cx="742278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883510" y="7112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130936" y="548640"/>
            <a:ext cx="0" cy="16256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130936" y="548640"/>
            <a:ext cx="989704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17520" y="758952"/>
            <a:ext cx="274320" cy="0"/>
          </a:xfrm>
          <a:prstGeom prst="line">
            <a:avLst/>
          </a:prstGeom>
          <a:ln w="1270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337560" y="685800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Baseline (37 feat.)  (AUC 0.686)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17520" y="9601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337560" y="886968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★ Drop CD8-prolif (36 feat.) ★  (AUC 0.745)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914400" y="3474720"/>
            <a:ext cx="247425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161825" y="3149600"/>
            <a:ext cx="0" cy="32512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61825" y="31496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09251" y="2336800"/>
            <a:ext cx="0" cy="81280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409251" y="23368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656677" y="1849120"/>
            <a:ext cx="0" cy="48768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656677" y="1849120"/>
            <a:ext cx="989704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46381" y="1524000"/>
            <a:ext cx="0" cy="32512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46381" y="1524000"/>
            <a:ext cx="494851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41232" y="873760"/>
            <a:ext cx="0" cy="65024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141232" y="873760"/>
            <a:ext cx="742278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83510" y="7112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0936" y="548640"/>
            <a:ext cx="0" cy="16256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130936" y="548640"/>
            <a:ext cx="989704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7520" y="1161288"/>
            <a:ext cx="274320" cy="0"/>
          </a:xfrm>
          <a:prstGeom prst="line">
            <a:avLst/>
          </a:prstGeom>
          <a:ln w="1270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337560" y="1088136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Add 3 immune (40 feat.)  (AUC 0.686)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88658" y="1036320"/>
            <a:ext cx="0" cy="32512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388658" y="103632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883510" y="87376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83510" y="87376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378362" y="71120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378362" y="711200"/>
            <a:ext cx="742278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120640" y="54864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17520" y="1362456"/>
            <a:ext cx="274320" cy="0"/>
          </a:xfrm>
          <a:prstGeom prst="line">
            <a:avLst/>
          </a:prstGeom>
          <a:ln w="1270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337560" y="1289304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Swap CD8 prolif→cyt (37 feat.)  (AUC 0.722)</a:t>
            </a:r>
          </a:p>
        </p:txBody>
      </p:sp>
      <p:cxnSp>
        <p:nvCxnSpPr>
          <p:cNvPr id="105" name="Connector 104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388658" y="1036320"/>
            <a:ext cx="0" cy="32512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388658" y="1036320"/>
            <a:ext cx="247426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36084" y="87376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636084" y="87376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130936" y="71120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130936" y="71120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625788" y="54864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625788" y="54864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7520" y="1563624"/>
            <a:ext cx="274320" cy="0"/>
          </a:xfrm>
          <a:prstGeom prst="line">
            <a:avLst/>
          </a:prstGeom>
          <a:ln w="1270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337560" y="1490472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Drop + add (39 feat.)  (AUC 0.735)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