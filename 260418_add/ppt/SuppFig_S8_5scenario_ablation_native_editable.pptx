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0" y="3474720"/>
            <a:ext cx="3657600" cy="0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23040" y="318211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099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23040" y="2596896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146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23040" y="201168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192938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23040" y="1426463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1344167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3040" y="841247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758951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673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Ablation scenario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594360" y="14630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Nested outer-LOOCV AUC (ElasticNet)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63040" y="3182112"/>
            <a:ext cx="3657600" cy="0"/>
          </a:xfrm>
          <a:prstGeom prst="line">
            <a:avLst/>
          </a:prstGeom>
          <a:ln w="508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652138" y="2091854"/>
            <a:ext cx="353324" cy="1382866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1075334"/>
            <a:ext cx="0" cy="2106778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03800" y="1075334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03800" y="3182112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08760" y="186325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2222"/>
                </a:solidFill>
                <a:latin typeface="Arial"/>
              </a:rPr>
              <a:t>0.686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2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Baseline
(37 feat.)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3658" y="1747747"/>
            <a:ext cx="353324" cy="1726973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560320" y="872264"/>
            <a:ext cx="0" cy="1939406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35320" y="872264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35320" y="2811670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40280" y="1519147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2222"/>
                </a:solidFill>
                <a:latin typeface="Arial"/>
              </a:rPr>
              <a:t>0.745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52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Drop CD8-prolif
(36 feat.)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5178" y="2091854"/>
            <a:ext cx="353324" cy="1382866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3291840" y="1075334"/>
            <a:ext cx="0" cy="2106778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66840" y="1075334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66840" y="3182112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71800" y="186325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2222"/>
                </a:solidFill>
                <a:latin typeface="Arial"/>
              </a:rPr>
              <a:t>0.686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52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Add 3 immune
(40 feat.)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6698" y="1881762"/>
            <a:ext cx="353324" cy="1592958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023360" y="910303"/>
            <a:ext cx="0" cy="2079272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98360" y="910303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98360" y="2989575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03320" y="165316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2222"/>
                </a:solidFill>
                <a:latin typeface="Arial"/>
              </a:rPr>
              <a:t>0.722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52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Swap CD8 prolif→cyt
(37 feat.)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8218" y="1805098"/>
            <a:ext cx="353324" cy="1669622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754880" y="886894"/>
            <a:ext cx="0" cy="200261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29880" y="886894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729880" y="2889504"/>
            <a:ext cx="50000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34840" y="157649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2222"/>
                </a:solidFill>
                <a:latin typeface="Arial"/>
              </a:rPr>
              <a:t>0.735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352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Drop + add
(39 feat.)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" y="397764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★ the improvement comes from removing the cell-cycle-contaminated CD8-proliferation signature, not from adding purified immune signatures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7048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68296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38144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9544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9392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0792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92040" y="35347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2889504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80720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2304288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2219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171907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163677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400" y="1133856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105156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False-positive rate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True-positive rate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914400" y="548640"/>
            <a:ext cx="4206240" cy="2926080"/>
          </a:xfrm>
          <a:prstGeom prst="line">
            <a:avLst/>
          </a:prstGeom>
          <a:ln w="508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3474720"/>
            <a:ext cx="247425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61825" y="3149600"/>
            <a:ext cx="0" cy="32512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61825" y="3149600"/>
            <a:ext cx="247426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09251" y="2336800"/>
            <a:ext cx="0" cy="81280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09251" y="2336800"/>
            <a:ext cx="247426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56677" y="1849120"/>
            <a:ext cx="0" cy="48768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656677" y="1849120"/>
            <a:ext cx="989704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46381" y="1524000"/>
            <a:ext cx="0" cy="32512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46381" y="1524000"/>
            <a:ext cx="494851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141232" y="873760"/>
            <a:ext cx="0" cy="65024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41232" y="873760"/>
            <a:ext cx="742278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83510" y="711200"/>
            <a:ext cx="0" cy="16256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883510" y="711200"/>
            <a:ext cx="247426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30936" y="548640"/>
            <a:ext cx="0" cy="16256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30936" y="548640"/>
            <a:ext cx="989704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17520" y="758952"/>
            <a:ext cx="274320" cy="0"/>
          </a:xfrm>
          <a:prstGeom prst="line">
            <a:avLst/>
          </a:prstGeom>
          <a:ln w="127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337560" y="68580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Baseline (37 feat.)  (AUC 0.686)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914400" y="3312160"/>
            <a:ext cx="0" cy="16256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400" y="2987040"/>
            <a:ext cx="0" cy="32512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4400" y="2987040"/>
            <a:ext cx="247425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161825" y="2336800"/>
            <a:ext cx="0" cy="65024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61825" y="2336800"/>
            <a:ext cx="247426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409251" y="1686559"/>
            <a:ext cx="0" cy="650241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09251" y="1686559"/>
            <a:ext cx="494852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904103" y="1524000"/>
            <a:ext cx="0" cy="162559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904103" y="1524000"/>
            <a:ext cx="494852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98955" y="1361440"/>
            <a:ext cx="0" cy="16256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398955" y="1361440"/>
            <a:ext cx="989703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88658" y="873760"/>
            <a:ext cx="0" cy="48768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88658" y="873760"/>
            <a:ext cx="494852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883510" y="711200"/>
            <a:ext cx="0" cy="16256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883510" y="711200"/>
            <a:ext cx="494852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78362" y="548640"/>
            <a:ext cx="0" cy="16256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78362" y="548640"/>
            <a:ext cx="742278" cy="0"/>
          </a:xfrm>
          <a:prstGeom prst="line">
            <a:avLst/>
          </a:prstGeom>
          <a:ln w="1524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017520" y="960120"/>
            <a:ext cx="274320" cy="0"/>
          </a:xfrm>
          <a:prstGeom prst="line">
            <a:avLst/>
          </a:prstGeom>
          <a:ln w="1778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337560" y="886968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★ Drop CD8-prolif (36 feat.) ★  (AUC 0.745)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14400" y="3474720"/>
            <a:ext cx="247425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61825" y="3149600"/>
            <a:ext cx="0" cy="32512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61825" y="3149600"/>
            <a:ext cx="247426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409251" y="2336800"/>
            <a:ext cx="0" cy="81280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09251" y="2336800"/>
            <a:ext cx="247426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56677" y="1849120"/>
            <a:ext cx="0" cy="48768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656677" y="1849120"/>
            <a:ext cx="989704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646381" y="1524000"/>
            <a:ext cx="0" cy="32512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646381" y="1524000"/>
            <a:ext cx="494851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141232" y="873760"/>
            <a:ext cx="0" cy="65024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141232" y="873760"/>
            <a:ext cx="742278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883510" y="711200"/>
            <a:ext cx="0" cy="16256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883510" y="711200"/>
            <a:ext cx="247426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130936" y="548640"/>
            <a:ext cx="0" cy="16256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30936" y="548640"/>
            <a:ext cx="989704" cy="0"/>
          </a:xfrm>
          <a:prstGeom prst="line">
            <a:avLst/>
          </a:prstGeom>
          <a:ln w="1143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017520" y="1161288"/>
            <a:ext cx="274320" cy="0"/>
          </a:xfrm>
          <a:prstGeom prst="line">
            <a:avLst/>
          </a:prstGeom>
          <a:ln w="12700">
            <a:solidFill>
              <a:srgbClr val="779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337560" y="1088136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Add 3 immune (40 feat.)  (AUC 0.686)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914400" y="3312160"/>
            <a:ext cx="0" cy="16256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14400" y="2987040"/>
            <a:ext cx="0" cy="32512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4400" y="2987040"/>
            <a:ext cx="247425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61825" y="2336800"/>
            <a:ext cx="0" cy="65024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61825" y="2336800"/>
            <a:ext cx="247426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09251" y="1686559"/>
            <a:ext cx="0" cy="650241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409251" y="1686559"/>
            <a:ext cx="494852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904103" y="1524000"/>
            <a:ext cx="0" cy="162559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904103" y="1524000"/>
            <a:ext cx="494852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398955" y="1361440"/>
            <a:ext cx="0" cy="16256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398955" y="1361440"/>
            <a:ext cx="989703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388658" y="1036320"/>
            <a:ext cx="0" cy="32512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388658" y="1036320"/>
            <a:ext cx="494852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883510" y="873760"/>
            <a:ext cx="0" cy="16256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883510" y="873760"/>
            <a:ext cx="494852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378362" y="711200"/>
            <a:ext cx="0" cy="16256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378362" y="711200"/>
            <a:ext cx="742278" cy="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548640"/>
            <a:ext cx="0" cy="162560"/>
          </a:xfrm>
          <a:prstGeom prst="line">
            <a:avLst/>
          </a:prstGeom>
          <a:ln w="1143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017520" y="1362456"/>
            <a:ext cx="274320" cy="0"/>
          </a:xfrm>
          <a:prstGeom prst="line">
            <a:avLst/>
          </a:prstGeom>
          <a:ln w="12700">
            <a:solidFill>
              <a:srgbClr val="C5A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337560" y="128930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Swap CD8 prolif→cyt (37 feat.)  (AUC 0.722)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914400" y="3312160"/>
            <a:ext cx="0" cy="16256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14400" y="2987040"/>
            <a:ext cx="0" cy="32512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14400" y="2987040"/>
            <a:ext cx="247425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161825" y="2336800"/>
            <a:ext cx="0" cy="65024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61825" y="2336800"/>
            <a:ext cx="247426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409251" y="1686559"/>
            <a:ext cx="0" cy="650241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409251" y="1686559"/>
            <a:ext cx="494852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904103" y="1524000"/>
            <a:ext cx="0" cy="162559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904103" y="1524000"/>
            <a:ext cx="494852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398955" y="1361440"/>
            <a:ext cx="0" cy="16256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398955" y="1361440"/>
            <a:ext cx="989703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388658" y="1036320"/>
            <a:ext cx="0" cy="32512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388658" y="1036320"/>
            <a:ext cx="247426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636084" y="873760"/>
            <a:ext cx="0" cy="16256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636084" y="873760"/>
            <a:ext cx="494852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130936" y="711200"/>
            <a:ext cx="0" cy="16256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130936" y="711200"/>
            <a:ext cx="494852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625788" y="548640"/>
            <a:ext cx="0" cy="16256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625788" y="548640"/>
            <a:ext cx="494852" cy="0"/>
          </a:xfrm>
          <a:prstGeom prst="line">
            <a:avLst/>
          </a:prstGeom>
          <a:ln w="1143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017520" y="1563624"/>
            <a:ext cx="274320" cy="0"/>
          </a:xfrm>
          <a:prstGeom prst="line">
            <a:avLst/>
          </a:prstGeom>
          <a:ln w="12700">
            <a:solidFill>
              <a:srgbClr val="A2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337560" y="149047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Drop + add (39 feat.)  (AUC 0.735)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