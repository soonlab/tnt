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515600" cy="7132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25880" y="6080760"/>
            <a:ext cx="859536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25880" y="502920"/>
            <a:ext cx="0" cy="557784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91175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08295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17652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34772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44129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61249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0606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87726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97083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14203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23560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40680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50036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67156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76513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93633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02990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20110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29467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746587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55944" y="6080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73064" y="61356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80160" y="608076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998464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80160" y="5424543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5342247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80160" y="4768327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4686031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80160" y="411211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4029814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80160" y="3455894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400" y="3373598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280160" y="2799677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2717381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2143461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2061165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280160" y="1487244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1404948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80160" y="831028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4400" y="748732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6336792"/>
            <a:ext cx="85953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log₂ fold change (good vs poor)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182880" y="3191256"/>
            <a:ext cx="1280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−log₁₀(p-value)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23560" y="502920"/>
            <a:ext cx="0" cy="5577840"/>
          </a:xfrm>
          <a:prstGeom prst="line">
            <a:avLst/>
          </a:prstGeom>
          <a:ln w="7620">
            <a:solidFill>
              <a:srgbClr val="0E2A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25880" y="4768327"/>
            <a:ext cx="8595360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371600" y="4585447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777777"/>
                </a:solidFill>
                <a:latin typeface="Arial"/>
              </a:rPr>
              <a:t>P = 0.01</a:t>
            </a:r>
          </a:p>
        </p:txBody>
      </p:sp>
      <p:sp>
        <p:nvSpPr>
          <p:cNvPr id="49" name="Oval 48"/>
          <p:cNvSpPr/>
          <p:nvPr/>
        </p:nvSpPr>
        <p:spPr>
          <a:xfrm>
            <a:off x="5614893" y="60607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27212" y="55367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21984" y="60261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460496" y="57637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10187" y="59104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7524" y="60468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56853" y="58115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47631" y="60003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05320" y="60067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634800" y="60409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570790" y="60125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737295" y="57737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161824" y="56944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780614" y="56534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245259" y="56320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70058" y="57795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110529" y="58252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536858" y="59486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462230" y="60053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688783" y="59606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273172" y="56814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879827" y="53050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36787" y="56584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12345" y="50565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655405" y="60377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687587" y="56375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302313" y="55723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758538" y="54015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871163" y="58836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194363" y="54543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438074" y="59029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727041" y="58115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626642" y="60412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527448" y="59442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466398" y="58686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567965" y="60338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90673" y="56873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882511" y="59317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649728" y="60511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663636" y="59588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887789" y="59544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907351" y="52386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012556" y="52339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423394" y="60170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782732" y="57693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678353" y="60343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779035" y="56528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984766" y="55766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606503" y="60630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779701" y="60010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532648" y="59783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521549" y="60315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479840" y="58154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747324" y="54975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503221" y="59295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956387" y="54954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666119" y="59776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744619" y="58502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909476" y="56503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753662" y="57622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215623" y="57027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300925" y="55968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117590" y="59607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962523" y="58768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556682" y="59967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736382" y="56095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559981" y="59420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727560" y="58864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69662" y="58938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669516" y="59844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784835" y="58491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656778" y="60066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5935" y="59354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444552" y="58733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515421" y="59212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30319" y="59985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7223" y="57180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67874" y="58072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362404" y="58659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39925" y="54989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719441" y="58009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209372" y="58372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507819" y="59364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584657" y="60168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558823" y="60056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374056" y="58666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460007" y="54555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041535" y="48961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716447" y="59161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963896" y="59708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356217" y="55723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287815" y="57697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520166" y="59191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758856" y="54932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943204" y="55665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679093" y="59653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98417" y="60003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839801" y="57496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397369" y="59695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578207" y="60434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705828" y="58123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561052" y="59860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440506" y="60256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856579" y="57081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563484" y="60442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261915" y="50964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598463" y="60638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862114" y="57623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5569474" y="59505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320040" y="57878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835249" y="60109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851803" y="55713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142488" y="53385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712338" y="59870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860351" y="55569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039890" y="59113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5490286" y="59937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024196" y="56136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343525" y="57717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609968" y="60660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273689" y="57715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286018" y="55124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500400" y="58016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756915" y="56512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465676" y="58198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5969826" y="54806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675961" y="59630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5472958" y="58599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348340" y="53321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6357765" y="59426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5735925" y="56782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533248" y="59899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388510" y="57180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553421" y="59673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436668" y="59248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380973" y="59566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350707" y="58063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5295981" y="58666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5432748" y="59475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5620843" y="60474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5680947" y="60284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5736935" y="59409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571395" y="60304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5101909" y="58566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924239" y="55064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740853" y="56957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542535" y="59619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670743" y="59424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5805116" y="57362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744361" y="55424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728431" y="58774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5458031" y="58937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5747660" y="56465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5781311" y="59137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715982" y="60176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5485710" y="58569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5566654" y="59593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5846123" y="53826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503195" y="59418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5807899" y="55188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573362" y="60465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533408" y="59150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65708" y="59582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5692328" y="59179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837542" y="54835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052669" y="54302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5538672" y="60269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188945" y="57905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4935303" y="56607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5613206" y="60651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5765832" y="59390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626168" y="60432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4948377" y="57172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287483" y="58533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238988" y="58605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5476265" y="59717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6936168" y="54976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4904652" y="57462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6120435" y="59248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5486795" y="59900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5792429" y="59390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5468068" y="58200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776070" y="59659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6059843" y="59932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09411" y="60666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5169635" y="58287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5625099" y="60494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908855" y="55996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6103777" y="55165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4046667" y="53994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331690" y="56684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363711" y="55094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024538" y="51726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5117974" y="58582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6932931" y="56394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5688504" y="60134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5895806" y="55420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683386" y="59384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727928" y="57208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846936" y="57505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5826135" y="59354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5942918" y="57552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5176289" y="53333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5535757" y="60283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5392882" y="57559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5476029" y="58677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6163814" y="57819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5004023" y="55038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5666699" y="60146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5818691" y="57856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5459396" y="59553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707823" y="58849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718331" y="57525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5903506" y="59545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5527465" y="59920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5711840" y="59515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5660054" y="59715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01670" y="56202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396676" y="59393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5294205" y="57845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293355" y="59906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672814" y="53245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5624416" y="60572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6155360" y="54099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182897" y="54508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646587" y="59545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3902565" y="57243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5516568" y="60252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5076942" y="58541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5446653" y="57703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866699" y="54632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5628413" y="60562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098133" y="54375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4714899" y="56815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666275" y="60045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741687" y="56158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5600291" y="60547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5584017" y="60566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5693607" y="59405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077874" y="55650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131243" y="54998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532362" y="59230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3851745" y="50254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5814333" y="58024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5795223" y="58623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686196" y="59595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460085" y="58158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5289360" y="58099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5177948" y="56411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650893" y="60018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385127" y="58844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162809" y="59902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074679" y="48089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5182901" y="55525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5123890" y="56664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5637390" y="59895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6407641" y="54523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5967948" y="55563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5872390" y="54689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115697" y="53415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5536931" y="59555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5938992" y="56782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683283" y="59434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5064506" y="58503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5693964" y="58286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5349673" y="54297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5622714" y="60421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5595569" y="60445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5955757" y="58496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5507094" y="58761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5730306" y="57837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5333220" y="58757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5693521" y="60248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723530" y="59787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667982" y="59588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4762933" y="57495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336120" y="58552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4996558" y="56796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5698695" y="58446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5418951" y="58774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5453292" y="58933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5155961" y="59276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5533901" y="59962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5583793" y="60429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5305857" y="58312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5546335" y="59535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5673601" y="60065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5774566" y="56607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5350446" y="60267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5186344" y="56377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047540" y="58962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6119762" y="59231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5532827" y="60438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5732045" y="59344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5673176" y="58473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687772" y="59757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5526111" y="59150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666821" y="60026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967758" y="58882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5769659" y="58982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5779705" y="55214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32867" y="59555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809611" y="53672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650339" y="60372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5501838" y="59547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4956183" y="56525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4873616" y="54568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6051269" y="59060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783194" y="55859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6045292" y="58194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5767077" y="57010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5607059" y="60652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4500866" y="55274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5699411" y="59657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5027064" y="56115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5670522" y="59791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5205444" y="54282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6179752" y="55104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4957002" y="57939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5113642" y="57055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5694737" y="60059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5440438" y="59103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5571149" y="60487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5824352" y="58710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5614024" y="60587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5222303" y="57703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3632092" y="56664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5612734" y="60653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877655" y="56893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489018" y="59423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199058" y="56950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5204759" y="50316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212893" y="54467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5221969" y="55720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5553014" y="59670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5268177" y="58202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5612447" y="60591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5082613" y="59290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4342630" y="53101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5821175" y="49409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5863951" y="56223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5748763" y="57227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5499718" y="58418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5613573" y="60649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5129343" y="58047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6016292" y="52941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84032" y="59372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5851401" y="59197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5246203" y="55588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5659625" y="60477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5730434" y="57590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5539624" y="58426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5431939" y="58032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5744838" y="58189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741684" y="51176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5704207" y="58671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5654295" y="60234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478020" y="58920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529209" y="60104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5345173" y="58235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5500919" y="58376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5131333" y="56940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5537461" y="60070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5349327" y="59537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5533071" y="59353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5534042" y="58705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4942812" y="56745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5940437" y="59892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5512083" y="58992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5538381" y="58939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5350151" y="60046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6211399" y="56857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5687777" y="58946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5977592" y="57709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795311" y="54221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5637537" y="60371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5041509" y="56119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5553743" y="60187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5474346" y="59396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5815945" y="57364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4782584" y="52115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5600677" y="60609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5973452" y="58396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5246736" y="55943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5529668" y="60236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574548" y="60053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648909" y="60136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5993120" y="59622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5683459" y="58983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5607508" y="60657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4235134" y="50117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774920" y="56206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5452144" y="58319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5769274" y="58625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5318395" y="58465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5404092" y="54459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5629152" y="60363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5296300" y="57479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5610232" y="60658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5716756" y="59562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5613768" y="60599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5885236" y="59367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5760849" y="59871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960788" y="53554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736503" y="55085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5910114" y="52140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5258167" y="56440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5760344" y="59728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5633072" y="60498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6227689" y="59476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5672116" y="60159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5941413" y="59790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5531466" y="59775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5544792" y="59717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5192744" y="58690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5674238" y="59058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5751011" y="58646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5590779" y="60401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6118181" y="56541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6270492" y="58038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6057633" y="56512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5521151" y="58913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6156739" y="47998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5943167" y="59021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5519385" y="58609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4686620" y="49553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5227847" y="54259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5798280" y="57030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5746430" y="59828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5865950" y="59403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5308503" y="56720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5719219" y="59660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6257893" y="58364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4648873" y="56383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5104983" y="57233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5612783" y="60586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5687901" y="60398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5846905" y="59387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5791981" y="58004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5961098" y="58755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5628581" y="60481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5593921" y="60395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5762416" y="59825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5459428" y="59587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5455441" y="59855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511472" y="50911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5555648" y="59762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5770279" y="59300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5656579" y="60332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6102454" y="54542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5470077" y="60014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5526614" y="59573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4893150" y="54528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5934938" y="59368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5481870" y="59567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5646177" y="59464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4960038" y="55212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5322919" y="58692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5452823" y="57707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5452171" y="59011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5252813" y="57612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5985153" y="49343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5667081" y="58821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5653096" y="59721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5685096" y="59550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6003101" y="56220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5734800" y="57817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5658931" y="60134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4190567" y="56576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5004412" y="55825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5325398" y="57337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5175521" y="57336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5522357" y="59560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5249846" y="55481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5515488" y="58076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5184383" y="59148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5451785" y="60452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8213454" y="56032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5520118" y="58877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5758694" y="56759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5489579" y="58519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5712409" y="59201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6051571" y="57852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5967284" y="58206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5609293" y="60661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5255901" y="59692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5829135" y="56028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3963296" y="55648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5716481" y="58078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4982725" y="55177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6093821" y="51995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5330305" y="58050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5487112" y="60261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5424464" y="60070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5604913" y="60593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5492307" y="58945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5216960" y="57563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5528276" y="60293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5765745" y="55661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5185967" y="57680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5127660" y="49369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5501442" y="59576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5579689" y="60080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5903191" y="59414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6393106" y="58806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4403417" y="56198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5702527" y="58757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5700316" y="59868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5659344" y="59544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5171097" y="54312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5927159" y="56151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5730614" y="58772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5615359" y="60606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5509025" y="59887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6208782" y="53635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7471411" y="57418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4735899" y="55750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5756292" y="58834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5350630" y="53646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4743708" y="56656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5707839" y="58679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5122845" y="59174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5361412" y="58647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4511888" y="57422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5045708" y="58017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3429606" y="55934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5570597" y="60018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5784790" y="60112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5430749" y="56490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5506355" y="58873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669075" y="60477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5331455" y="59627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6777685" y="55371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6120481" y="57211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5383200" y="55271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5413097" y="59118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6855321" y="54337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5517934" y="59537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5522900" y="59159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272305" y="54184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5546503" y="59677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5388523" y="58954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126490" y="55775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5274320" y="51596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5375171" y="55801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604885" y="60600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5685496" y="59363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5080421" y="57796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5996000" y="59357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6122695" y="55904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5726348" y="56415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4937791" y="57335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6060166" y="56023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5267798" y="59002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6112187" y="58249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5585118" y="60410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6007438" y="56671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5909431" y="56915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4882163" y="51456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5651610" y="59854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5882869" y="54465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5528014" y="59085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5708161" y="60140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5612478" y="60625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5614222" y="60579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636146" y="60264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252468" y="58567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769414" y="58076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5670403" y="59564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5830178" y="59737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333366" y="53136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519304" y="59177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5817511" y="54298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5477741" y="59317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5715062" y="60419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6043702" y="57461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5218236" y="59196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5977922" y="56572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535398" y="58640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5394869" y="57971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5570612" y="60324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643072" y="60512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5211607" y="56813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5630033" y="60437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260647" y="52519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5546694" y="59522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5211369" y="58918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6120396" y="59117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5965806" y="57155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5564512" y="60514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5853428" y="52849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5311498" y="52587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5651048" y="59506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5597437" y="60482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5303265" y="56913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585992" y="60339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5668454" y="59881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5874561" y="50464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5554718" y="59510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5836091" y="52577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4893330" y="56885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6616282" y="58091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5520322" y="60263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5582284" y="60286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5357820" y="58754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5125222" y="53951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4962642" y="54690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5297666" y="55957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5550205" y="59728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4917426" y="59268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4868358" y="54881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6053922" y="51160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5405666" y="59893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5684564" y="60086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5464712" y="60366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5302925" y="57807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5071105" y="54390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6210246" y="58339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5901878" y="59210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5550961" y="60207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5675331" y="59486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5225554" y="59335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5729104" y="57455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5714480" y="58421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5535833" y="59824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5563276" y="59992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5599174" y="60449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5503907" y="60067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5840971" y="59261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5683421" y="58680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4985127" y="57449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5105620" y="57649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5377521" y="57576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5701960" y="58907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4909783" y="55123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5767597" y="54630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5457824" y="58101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5617118" y="60482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5835366" y="57920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5295727" y="50759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5229177" y="58272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5938542" y="55972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5861463" y="59267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6168948" y="56250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5467954" y="57395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595308" y="60607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6220508" y="57139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594219" y="60375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5747567" y="58356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4123266" y="54955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4975337" y="58593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5643880" y="60222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5339114" y="59409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5715641" y="57189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5487186" y="59699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3532065" y="51771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6436216" y="56390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5963488" y="56447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5679910" y="59495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5138666" y="58894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5262798" y="57783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6200477" y="49849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5766755" y="56628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5488241" y="57988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5562564" y="59861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5904004" y="54814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4677146" y="55825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5367989" y="57848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5549786" y="59396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5949423" y="58831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5246727" y="52572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5567975" y="60560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5682809" y="59407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5510966" y="60220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5949028" y="53324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5907594" y="58835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5603783" y="60602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5085324" y="59115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5047131" y="56901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5612793" y="60622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6298889" y="55066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5979259" y="59350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5535731" y="60312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5663897" y="60234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5944663" y="53317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5599731" y="60630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5544449" y="60178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6101886" y="54478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5933110" y="55578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5859231" y="56134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6011915" y="51323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5487060" y="59742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6687373" y="58904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5541098" y="59734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5520878" y="59178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6100808" y="57785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5712666" y="57063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5652896" y="60223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5566741" y="59856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5101833" y="57445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5685320" y="60132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5769443" y="58694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5664148" y="60247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5384501" y="57976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5792456" y="57831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5194627" y="57324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5810211" y="57810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5386587" y="57833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5424749" y="56437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5447079" y="57725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5773676" y="60472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4986821" y="59611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5510392" y="59065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5973617" y="58652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5479781" y="58902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6051549" y="50577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6916465" y="58654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5565650" y="60467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5677046" y="60128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5776770" y="59426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5491387" y="58496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5285181" y="55549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5715628" y="60181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5608898" y="60663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5594360" y="60576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5060063" y="59084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5422349" y="59941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5594901" y="60335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5666870" y="59112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5734126" y="60337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5858171" y="59912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6017550" y="52659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5713941" y="57360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8312696" y="52973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5245744" y="55301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5941949" y="58419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5264787" y="58926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5568023" y="60274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5464085" y="59815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5636994" y="60478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5899808" y="60261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5865464" y="54460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5170089" y="56470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5646597" y="60310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5616501" y="60610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6206270" y="50134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5831521" y="55916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5996712" y="59825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4433113" y="56058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5604212" y="60556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4682147" y="58932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5799119" y="59775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5530185" y="59763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6404546" y="53471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5531263" y="60118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5582898" y="60402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5697305" y="60014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5739883" y="58682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5913338" y="52309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6108586" y="57082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5957539" y="56971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5728980" y="57223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5504866" y="58965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5023099" y="59884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5575956" y="60474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5444557" y="59587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5569578" y="59605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5721337" y="58175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5761982" y="56188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5805953" y="57185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5517420" y="59116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5214075" y="55980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5155071" y="54341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5459101" y="60113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5479743" y="59457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6031101" y="56939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5624695" y="60242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5655504" y="60184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5526324" y="58716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5521041" y="59357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4537559" y="56263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5880701" y="58415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5792479" y="59427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6036617" y="56336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5735555" y="60004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5732041" y="55473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6112613" y="57259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4775109" y="58125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6141870" y="56494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5422524" y="55991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5484814" y="59645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5400626" y="59812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5439362" y="59925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5622749" y="60510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5514241" y="58889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5723702" y="58404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5670690" y="59598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6483686" y="59367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5776249" y="57937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5894053" y="55430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5616064" y="60529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xfrm>
            <a:off x="5692216" y="59532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5486728" y="58159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5202401" y="58284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xfrm>
            <a:off x="5462950" y="59816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xfrm>
            <a:off x="5444861" y="59376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xfrm>
            <a:off x="5506737" y="58912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5724986" y="58904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5879803" y="56317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5782949" y="60115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5450526" y="59114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5701440" y="60379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5541477" y="59880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4982071" y="57895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6163374" y="572595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xfrm>
            <a:off x="5362386" y="58489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xfrm>
            <a:off x="5541260" y="59737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xfrm>
            <a:off x="6172678" y="56910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4849737" y="58966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xfrm>
            <a:off x="5401806" y="56576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xfrm>
            <a:off x="5426906" y="58757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xfrm>
            <a:off x="5658573" y="59594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xfrm>
            <a:off x="5477685" y="58742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xfrm>
            <a:off x="5499752" y="59687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xfrm>
            <a:off x="5345138" y="58979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xfrm>
            <a:off x="5175793" y="55979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xfrm>
            <a:off x="5811571" y="57954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xfrm>
            <a:off x="6030038" y="561544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xfrm>
            <a:off x="6208507" y="55384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xfrm>
            <a:off x="5588174" y="60538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xfrm>
            <a:off x="5798506" y="60426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xfrm>
            <a:off x="5387592" y="58475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xfrm>
            <a:off x="5383164" y="50035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xfrm>
            <a:off x="4638747" y="54151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xfrm>
            <a:off x="5766313" y="59325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6255303" y="54701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4673079" y="56813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4402249" y="53931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5356939" y="57044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6344051" y="58259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5521981" y="59513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5407368" y="59302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5402592" y="59695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4734248" y="54028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xfrm>
            <a:off x="5741494" y="59803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4997752" y="56216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xfrm>
            <a:off x="5534586" y="59206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5291326" y="59061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5702790" y="59530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xfrm>
            <a:off x="5498755" y="59278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xfrm>
            <a:off x="5422307" y="56063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5378795" y="55722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xfrm>
            <a:off x="6477630" y="50895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5080855" y="55067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5638413" y="60376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497207" y="59284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5001543" y="52083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5257660" y="581982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xfrm>
            <a:off x="5673953" y="59800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5646119" y="60115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5529624" y="60134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Oval 909"/>
          <p:cNvSpPr/>
          <p:nvPr/>
        </p:nvSpPr>
        <p:spPr>
          <a:xfrm>
            <a:off x="5423715" y="57900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5682817" y="59539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5463070" y="58045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Oval 912"/>
          <p:cNvSpPr/>
          <p:nvPr/>
        </p:nvSpPr>
        <p:spPr>
          <a:xfrm>
            <a:off x="5387930" y="59761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Oval 913"/>
          <p:cNvSpPr/>
          <p:nvPr/>
        </p:nvSpPr>
        <p:spPr>
          <a:xfrm>
            <a:off x="5724888" y="59803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5770817" y="59495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Oval 915"/>
          <p:cNvSpPr/>
          <p:nvPr/>
        </p:nvSpPr>
        <p:spPr>
          <a:xfrm>
            <a:off x="5303811" y="53598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Oval 916"/>
          <p:cNvSpPr/>
          <p:nvPr/>
        </p:nvSpPr>
        <p:spPr>
          <a:xfrm>
            <a:off x="6642131" y="57145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643776" y="59811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Oval 918"/>
          <p:cNvSpPr/>
          <p:nvPr/>
        </p:nvSpPr>
        <p:spPr>
          <a:xfrm>
            <a:off x="5591540" y="60373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Oval 919"/>
          <p:cNvSpPr/>
          <p:nvPr/>
        </p:nvSpPr>
        <p:spPr>
          <a:xfrm>
            <a:off x="5791160" y="57453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5637274" y="60021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Oval 921"/>
          <p:cNvSpPr/>
          <p:nvPr/>
        </p:nvSpPr>
        <p:spPr>
          <a:xfrm>
            <a:off x="5548813" y="59721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xfrm>
            <a:off x="5592249" y="60479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5889233" y="58016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Oval 924"/>
          <p:cNvSpPr/>
          <p:nvPr/>
        </p:nvSpPr>
        <p:spPr>
          <a:xfrm>
            <a:off x="5749513" y="55360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Oval 925"/>
          <p:cNvSpPr/>
          <p:nvPr/>
        </p:nvSpPr>
        <p:spPr>
          <a:xfrm>
            <a:off x="4881945" y="59365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5863758" y="598476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Oval 927"/>
          <p:cNvSpPr/>
          <p:nvPr/>
        </p:nvSpPr>
        <p:spPr>
          <a:xfrm>
            <a:off x="5263534" y="56164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xfrm>
            <a:off x="5634013" y="60426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4634628" y="57244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Oval 930"/>
          <p:cNvSpPr/>
          <p:nvPr/>
        </p:nvSpPr>
        <p:spPr>
          <a:xfrm>
            <a:off x="5696299" y="59622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Oval 931"/>
          <p:cNvSpPr/>
          <p:nvPr/>
        </p:nvSpPr>
        <p:spPr>
          <a:xfrm>
            <a:off x="5736318" y="58136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5495607" y="59842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Oval 933"/>
          <p:cNvSpPr/>
          <p:nvPr/>
        </p:nvSpPr>
        <p:spPr>
          <a:xfrm>
            <a:off x="6099841" y="54431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Oval 934"/>
          <p:cNvSpPr/>
          <p:nvPr/>
        </p:nvSpPr>
        <p:spPr>
          <a:xfrm>
            <a:off x="5839762" y="55623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5790264" y="54587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Oval 936"/>
          <p:cNvSpPr/>
          <p:nvPr/>
        </p:nvSpPr>
        <p:spPr>
          <a:xfrm>
            <a:off x="5372177" y="54576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Oval 937"/>
          <p:cNvSpPr/>
          <p:nvPr/>
        </p:nvSpPr>
        <p:spPr>
          <a:xfrm>
            <a:off x="5688623" y="58475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5191963" y="52405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5811285" y="59405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5188727" y="59203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5038838" y="59310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Oval 942"/>
          <p:cNvSpPr/>
          <p:nvPr/>
        </p:nvSpPr>
        <p:spPr>
          <a:xfrm>
            <a:off x="5880810" y="59824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xfrm>
            <a:off x="5908628" y="58808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5499637" y="59189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xfrm>
            <a:off x="5668996" y="586437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Oval 946"/>
          <p:cNvSpPr/>
          <p:nvPr/>
        </p:nvSpPr>
        <p:spPr>
          <a:xfrm>
            <a:off x="5785642" y="60204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5860392" y="53064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5037958" y="57457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5749517" y="60157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6386366" y="58286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Oval 951"/>
          <p:cNvSpPr/>
          <p:nvPr/>
        </p:nvSpPr>
        <p:spPr>
          <a:xfrm>
            <a:off x="5704739" y="59678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Oval 952"/>
          <p:cNvSpPr/>
          <p:nvPr/>
        </p:nvSpPr>
        <p:spPr>
          <a:xfrm>
            <a:off x="5573986" y="60115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5370039" y="59264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5578825" y="60616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5324328" y="59050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Oval 956"/>
          <p:cNvSpPr/>
          <p:nvPr/>
        </p:nvSpPr>
        <p:spPr>
          <a:xfrm>
            <a:off x="5857615" y="594159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Oval 957"/>
          <p:cNvSpPr/>
          <p:nvPr/>
        </p:nvSpPr>
        <p:spPr>
          <a:xfrm>
            <a:off x="5600081" y="60562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Oval 958"/>
          <p:cNvSpPr/>
          <p:nvPr/>
        </p:nvSpPr>
        <p:spPr>
          <a:xfrm>
            <a:off x="5718602" y="59269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Oval 959"/>
          <p:cNvSpPr/>
          <p:nvPr/>
        </p:nvSpPr>
        <p:spPr>
          <a:xfrm>
            <a:off x="5518881" y="58501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Oval 960"/>
          <p:cNvSpPr/>
          <p:nvPr/>
        </p:nvSpPr>
        <p:spPr>
          <a:xfrm>
            <a:off x="5676079" y="60079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xfrm>
            <a:off x="5558854" y="59481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Oval 962"/>
          <p:cNvSpPr/>
          <p:nvPr/>
        </p:nvSpPr>
        <p:spPr>
          <a:xfrm>
            <a:off x="5777331" y="59342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Oval 963"/>
          <p:cNvSpPr/>
          <p:nvPr/>
        </p:nvSpPr>
        <p:spPr>
          <a:xfrm>
            <a:off x="5543047" y="59563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Oval 964"/>
          <p:cNvSpPr/>
          <p:nvPr/>
        </p:nvSpPr>
        <p:spPr>
          <a:xfrm>
            <a:off x="5328102" y="58099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Oval 965"/>
          <p:cNvSpPr/>
          <p:nvPr/>
        </p:nvSpPr>
        <p:spPr>
          <a:xfrm>
            <a:off x="5546802" y="59974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Oval 966"/>
          <p:cNvSpPr/>
          <p:nvPr/>
        </p:nvSpPr>
        <p:spPr>
          <a:xfrm>
            <a:off x="5395287" y="59028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5539183" y="59565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5478794" y="56561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5106332" y="55499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5610676" y="60664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5588633" y="60465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Oval 972"/>
          <p:cNvSpPr/>
          <p:nvPr/>
        </p:nvSpPr>
        <p:spPr>
          <a:xfrm>
            <a:off x="5844775" y="52893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Oval 973"/>
          <p:cNvSpPr/>
          <p:nvPr/>
        </p:nvSpPr>
        <p:spPr>
          <a:xfrm>
            <a:off x="5759295" y="57713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Oval 974"/>
          <p:cNvSpPr/>
          <p:nvPr/>
        </p:nvSpPr>
        <p:spPr>
          <a:xfrm>
            <a:off x="5374853" y="55392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Oval 975"/>
          <p:cNvSpPr/>
          <p:nvPr/>
        </p:nvSpPr>
        <p:spPr>
          <a:xfrm>
            <a:off x="5734504" y="59989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Oval 976"/>
          <p:cNvSpPr/>
          <p:nvPr/>
        </p:nvSpPr>
        <p:spPr>
          <a:xfrm>
            <a:off x="4932105" y="50774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Oval 977"/>
          <p:cNvSpPr/>
          <p:nvPr/>
        </p:nvSpPr>
        <p:spPr>
          <a:xfrm>
            <a:off x="5303043" y="58570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Oval 978"/>
          <p:cNvSpPr/>
          <p:nvPr/>
        </p:nvSpPr>
        <p:spPr>
          <a:xfrm>
            <a:off x="5711030" y="57677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Oval 979"/>
          <p:cNvSpPr/>
          <p:nvPr/>
        </p:nvSpPr>
        <p:spPr>
          <a:xfrm>
            <a:off x="5641161" y="59909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Oval 980"/>
          <p:cNvSpPr/>
          <p:nvPr/>
        </p:nvSpPr>
        <p:spPr>
          <a:xfrm>
            <a:off x="6040691" y="59247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5674180" y="58977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5356441" y="59073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5608422" y="60644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Oval 984"/>
          <p:cNvSpPr/>
          <p:nvPr/>
        </p:nvSpPr>
        <p:spPr>
          <a:xfrm>
            <a:off x="5428523" y="58561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5566270" y="60317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Oval 986"/>
          <p:cNvSpPr/>
          <p:nvPr/>
        </p:nvSpPr>
        <p:spPr>
          <a:xfrm>
            <a:off x="5451230" y="58281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Oval 987"/>
          <p:cNvSpPr/>
          <p:nvPr/>
        </p:nvSpPr>
        <p:spPr>
          <a:xfrm>
            <a:off x="4655563" y="52233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xfrm>
            <a:off x="5749437" y="58476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Oval 989"/>
          <p:cNvSpPr/>
          <p:nvPr/>
        </p:nvSpPr>
        <p:spPr>
          <a:xfrm>
            <a:off x="5596462" y="60588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4690797" y="56407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5595023" y="60496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5192163" y="573727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Oval 993"/>
          <p:cNvSpPr/>
          <p:nvPr/>
        </p:nvSpPr>
        <p:spPr>
          <a:xfrm>
            <a:off x="5385016" y="56435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xfrm>
            <a:off x="5614822" y="60568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5546093" y="58747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4739912" y="58123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5920610" y="59926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5551224" y="60020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xfrm>
            <a:off x="5991753" y="566503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xfrm>
            <a:off x="5723960" y="58603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xfrm>
            <a:off x="5674937" y="59592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Oval 1002"/>
          <p:cNvSpPr/>
          <p:nvPr/>
        </p:nvSpPr>
        <p:spPr>
          <a:xfrm>
            <a:off x="5768464" y="57869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xfrm>
            <a:off x="5408803" y="57730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Oval 1004"/>
          <p:cNvSpPr/>
          <p:nvPr/>
        </p:nvSpPr>
        <p:spPr>
          <a:xfrm>
            <a:off x="5610594" y="60656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Oval 1005"/>
          <p:cNvSpPr/>
          <p:nvPr/>
        </p:nvSpPr>
        <p:spPr>
          <a:xfrm>
            <a:off x="5512696" y="58793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xfrm>
            <a:off x="5880824" y="48956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Oval 1007"/>
          <p:cNvSpPr/>
          <p:nvPr/>
        </p:nvSpPr>
        <p:spPr>
          <a:xfrm>
            <a:off x="5638347" y="60355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Oval 1008"/>
          <p:cNvSpPr/>
          <p:nvPr/>
        </p:nvSpPr>
        <p:spPr>
          <a:xfrm>
            <a:off x="5937385" y="58325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5664803" y="59914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5552090" y="604736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5643986" y="59746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5933618" y="58011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5615778" y="60593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Oval 1014"/>
          <p:cNvSpPr/>
          <p:nvPr/>
        </p:nvSpPr>
        <p:spPr>
          <a:xfrm>
            <a:off x="5702069" y="594742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5585580" y="60339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xfrm>
            <a:off x="5483683" y="59053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val 1017"/>
          <p:cNvSpPr/>
          <p:nvPr/>
        </p:nvSpPr>
        <p:spPr>
          <a:xfrm>
            <a:off x="5169591" y="568116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xfrm>
            <a:off x="5689208" y="59050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Oval 1019"/>
          <p:cNvSpPr/>
          <p:nvPr/>
        </p:nvSpPr>
        <p:spPr>
          <a:xfrm>
            <a:off x="5684491" y="595964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Oval 1020"/>
          <p:cNvSpPr/>
          <p:nvPr/>
        </p:nvSpPr>
        <p:spPr>
          <a:xfrm>
            <a:off x="6296409" y="55786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xfrm>
            <a:off x="4740860" y="58732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Oval 1022"/>
          <p:cNvSpPr/>
          <p:nvPr/>
        </p:nvSpPr>
        <p:spPr>
          <a:xfrm>
            <a:off x="5956713" y="54118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5497032" y="60255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5992172" y="57961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4003384" y="55227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Oval 1026"/>
          <p:cNvSpPr/>
          <p:nvPr/>
        </p:nvSpPr>
        <p:spPr>
          <a:xfrm>
            <a:off x="5783233" y="57368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xfrm>
            <a:off x="5968773" y="55197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Oval 1028"/>
          <p:cNvSpPr/>
          <p:nvPr/>
        </p:nvSpPr>
        <p:spPr>
          <a:xfrm>
            <a:off x="5646623" y="60105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Oval 1029"/>
          <p:cNvSpPr/>
          <p:nvPr/>
        </p:nvSpPr>
        <p:spPr>
          <a:xfrm>
            <a:off x="5541921" y="59399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5643990" y="60013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Oval 1031"/>
          <p:cNvSpPr/>
          <p:nvPr/>
        </p:nvSpPr>
        <p:spPr>
          <a:xfrm>
            <a:off x="6294593" y="52506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xfrm>
            <a:off x="5886107" y="52882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6182529" y="570319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xfrm>
            <a:off x="5467281" y="58286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Oval 1035"/>
          <p:cNvSpPr/>
          <p:nvPr/>
        </p:nvSpPr>
        <p:spPr>
          <a:xfrm>
            <a:off x="5599495" y="60491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xfrm>
            <a:off x="5636738" y="603298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5479881" y="60194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5219082" y="50331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5619055" y="60502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Oval 1040"/>
          <p:cNvSpPr/>
          <p:nvPr/>
        </p:nvSpPr>
        <p:spPr>
          <a:xfrm>
            <a:off x="4768248" y="58059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5788736" y="59351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Oval 1042"/>
          <p:cNvSpPr/>
          <p:nvPr/>
        </p:nvSpPr>
        <p:spPr>
          <a:xfrm>
            <a:off x="5069154" y="56450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Oval 1043"/>
          <p:cNvSpPr/>
          <p:nvPr/>
        </p:nvSpPr>
        <p:spPr>
          <a:xfrm>
            <a:off x="5703822" y="57752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Oval 1044"/>
          <p:cNvSpPr/>
          <p:nvPr/>
        </p:nvSpPr>
        <p:spPr>
          <a:xfrm>
            <a:off x="5341512" y="586497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Oval 1045"/>
          <p:cNvSpPr/>
          <p:nvPr/>
        </p:nvSpPr>
        <p:spPr>
          <a:xfrm>
            <a:off x="5558142" y="60089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Oval 1046"/>
          <p:cNvSpPr/>
          <p:nvPr/>
        </p:nvSpPr>
        <p:spPr>
          <a:xfrm>
            <a:off x="5638897" y="60375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Oval 1047"/>
          <p:cNvSpPr/>
          <p:nvPr/>
        </p:nvSpPr>
        <p:spPr>
          <a:xfrm>
            <a:off x="5766980" y="59626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Oval 1048"/>
          <p:cNvSpPr/>
          <p:nvPr/>
        </p:nvSpPr>
        <p:spPr>
          <a:xfrm>
            <a:off x="5529257" y="59147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Oval 1049"/>
          <p:cNvSpPr/>
          <p:nvPr/>
        </p:nvSpPr>
        <p:spPr>
          <a:xfrm>
            <a:off x="5774420" y="57101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Oval 1050"/>
          <p:cNvSpPr/>
          <p:nvPr/>
        </p:nvSpPr>
        <p:spPr>
          <a:xfrm>
            <a:off x="5453767" y="60017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5838817" y="59590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5304715" y="58161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5577763" y="60297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5124658" y="57409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val 1055"/>
          <p:cNvSpPr/>
          <p:nvPr/>
        </p:nvSpPr>
        <p:spPr>
          <a:xfrm>
            <a:off x="5434788" y="59615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Oval 1056"/>
          <p:cNvSpPr/>
          <p:nvPr/>
        </p:nvSpPr>
        <p:spPr>
          <a:xfrm>
            <a:off x="5122962" y="57127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Oval 1057"/>
          <p:cNvSpPr/>
          <p:nvPr/>
        </p:nvSpPr>
        <p:spPr>
          <a:xfrm>
            <a:off x="4577842" y="50859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Oval 1058"/>
          <p:cNvSpPr/>
          <p:nvPr/>
        </p:nvSpPr>
        <p:spPr>
          <a:xfrm>
            <a:off x="6018806" y="58363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Oval 1059"/>
          <p:cNvSpPr/>
          <p:nvPr/>
        </p:nvSpPr>
        <p:spPr>
          <a:xfrm>
            <a:off x="5545380" y="59929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Oval 1060"/>
          <p:cNvSpPr/>
          <p:nvPr/>
        </p:nvSpPr>
        <p:spPr>
          <a:xfrm>
            <a:off x="5791897" y="58436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Oval 1061"/>
          <p:cNvSpPr/>
          <p:nvPr/>
        </p:nvSpPr>
        <p:spPr>
          <a:xfrm>
            <a:off x="6086055" y="59541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Oval 1062"/>
          <p:cNvSpPr/>
          <p:nvPr/>
        </p:nvSpPr>
        <p:spPr>
          <a:xfrm>
            <a:off x="5496373" y="603621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Oval 1063"/>
          <p:cNvSpPr/>
          <p:nvPr/>
        </p:nvSpPr>
        <p:spPr>
          <a:xfrm>
            <a:off x="5663496" y="59441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Oval 1064"/>
          <p:cNvSpPr/>
          <p:nvPr/>
        </p:nvSpPr>
        <p:spPr>
          <a:xfrm>
            <a:off x="5444101" y="59333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5633924" y="60427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6831561" y="579438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5515961" y="59610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5428459" y="573108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Oval 1069"/>
          <p:cNvSpPr/>
          <p:nvPr/>
        </p:nvSpPr>
        <p:spPr>
          <a:xfrm>
            <a:off x="6119722" y="53361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Oval 1070"/>
          <p:cNvSpPr/>
          <p:nvPr/>
        </p:nvSpPr>
        <p:spPr>
          <a:xfrm>
            <a:off x="5505701" y="59196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xfrm>
            <a:off x="5535788" y="59880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Oval 1072"/>
          <p:cNvSpPr/>
          <p:nvPr/>
        </p:nvSpPr>
        <p:spPr>
          <a:xfrm>
            <a:off x="6035255" y="53331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Oval 1073"/>
          <p:cNvSpPr/>
          <p:nvPr/>
        </p:nvSpPr>
        <p:spPr>
          <a:xfrm>
            <a:off x="5662805" y="60286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Oval 1074"/>
          <p:cNvSpPr/>
          <p:nvPr/>
        </p:nvSpPr>
        <p:spPr>
          <a:xfrm>
            <a:off x="5671018" y="60127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Oval 1075"/>
          <p:cNvSpPr/>
          <p:nvPr/>
        </p:nvSpPr>
        <p:spPr>
          <a:xfrm>
            <a:off x="5503683" y="58129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Oval 1076"/>
          <p:cNvSpPr/>
          <p:nvPr/>
        </p:nvSpPr>
        <p:spPr>
          <a:xfrm>
            <a:off x="5866702" y="59393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Oval 1077"/>
          <p:cNvSpPr/>
          <p:nvPr/>
        </p:nvSpPr>
        <p:spPr>
          <a:xfrm>
            <a:off x="5410548" y="58730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Oval 1078"/>
          <p:cNvSpPr/>
          <p:nvPr/>
        </p:nvSpPr>
        <p:spPr>
          <a:xfrm>
            <a:off x="5592526" y="60387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Oval 1079"/>
          <p:cNvSpPr/>
          <p:nvPr/>
        </p:nvSpPr>
        <p:spPr>
          <a:xfrm>
            <a:off x="4979881" y="566347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Oval 1080"/>
          <p:cNvSpPr/>
          <p:nvPr/>
        </p:nvSpPr>
        <p:spPr>
          <a:xfrm>
            <a:off x="5255997" y="595823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Oval 1081"/>
          <p:cNvSpPr/>
          <p:nvPr/>
        </p:nvSpPr>
        <p:spPr>
          <a:xfrm>
            <a:off x="5732237" y="59561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xfrm>
            <a:off x="5822740" y="60281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Oval 1083"/>
          <p:cNvSpPr/>
          <p:nvPr/>
        </p:nvSpPr>
        <p:spPr>
          <a:xfrm>
            <a:off x="8186288" y="53274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Oval 1084"/>
          <p:cNvSpPr/>
          <p:nvPr/>
        </p:nvSpPr>
        <p:spPr>
          <a:xfrm>
            <a:off x="5657734" y="60228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xfrm>
            <a:off x="5083337" y="57134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Oval 1086"/>
          <p:cNvSpPr/>
          <p:nvPr/>
        </p:nvSpPr>
        <p:spPr>
          <a:xfrm>
            <a:off x="5337065" y="59337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Oval 1087"/>
          <p:cNvSpPr/>
          <p:nvPr/>
        </p:nvSpPr>
        <p:spPr>
          <a:xfrm>
            <a:off x="5876889" y="59160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5973865" y="58992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Oval 1089"/>
          <p:cNvSpPr/>
          <p:nvPr/>
        </p:nvSpPr>
        <p:spPr>
          <a:xfrm>
            <a:off x="5587277" y="60295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Oval 1090"/>
          <p:cNvSpPr/>
          <p:nvPr/>
        </p:nvSpPr>
        <p:spPr>
          <a:xfrm>
            <a:off x="5714394" y="58713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xfrm>
            <a:off x="5815182" y="56500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Oval 1092"/>
          <p:cNvSpPr/>
          <p:nvPr/>
        </p:nvSpPr>
        <p:spPr>
          <a:xfrm>
            <a:off x="5663191" y="59857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Oval 1093"/>
          <p:cNvSpPr/>
          <p:nvPr/>
        </p:nvSpPr>
        <p:spPr>
          <a:xfrm>
            <a:off x="5684234" y="60109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xfrm>
            <a:off x="5428432" y="57914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Oval 1095"/>
          <p:cNvSpPr/>
          <p:nvPr/>
        </p:nvSpPr>
        <p:spPr>
          <a:xfrm>
            <a:off x="5380234" y="54104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Oval 1096"/>
          <p:cNvSpPr/>
          <p:nvPr/>
        </p:nvSpPr>
        <p:spPr>
          <a:xfrm>
            <a:off x="5926187" y="52632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5978529" y="596372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Oval 1098"/>
          <p:cNvSpPr/>
          <p:nvPr/>
        </p:nvSpPr>
        <p:spPr>
          <a:xfrm>
            <a:off x="5893386" y="59857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Oval 1099"/>
          <p:cNvSpPr/>
          <p:nvPr/>
        </p:nvSpPr>
        <p:spPr>
          <a:xfrm>
            <a:off x="6256763" y="53740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xfrm>
            <a:off x="5017060" y="56450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Oval 1101"/>
          <p:cNvSpPr/>
          <p:nvPr/>
        </p:nvSpPr>
        <p:spPr>
          <a:xfrm>
            <a:off x="4954218" y="55985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Oval 1102"/>
          <p:cNvSpPr/>
          <p:nvPr/>
        </p:nvSpPr>
        <p:spPr>
          <a:xfrm>
            <a:off x="4858509" y="54732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5612902" y="606162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Oval 1104"/>
          <p:cNvSpPr/>
          <p:nvPr/>
        </p:nvSpPr>
        <p:spPr>
          <a:xfrm>
            <a:off x="5326521" y="59176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Oval 1105"/>
          <p:cNvSpPr/>
          <p:nvPr/>
        </p:nvSpPr>
        <p:spPr>
          <a:xfrm>
            <a:off x="5264105" y="58398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5549486" y="59283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Oval 1107"/>
          <p:cNvSpPr/>
          <p:nvPr/>
        </p:nvSpPr>
        <p:spPr>
          <a:xfrm>
            <a:off x="5575540" y="60362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Oval 1108"/>
          <p:cNvSpPr/>
          <p:nvPr/>
        </p:nvSpPr>
        <p:spPr>
          <a:xfrm>
            <a:off x="5804667" y="575436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xfrm>
            <a:off x="5618831" y="60489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Oval 1110"/>
          <p:cNvSpPr/>
          <p:nvPr/>
        </p:nvSpPr>
        <p:spPr>
          <a:xfrm>
            <a:off x="5944622" y="57749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Oval 1111"/>
          <p:cNvSpPr/>
          <p:nvPr/>
        </p:nvSpPr>
        <p:spPr>
          <a:xfrm>
            <a:off x="5704651" y="589638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xfrm>
            <a:off x="5952537" y="53294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Oval 1113"/>
          <p:cNvSpPr/>
          <p:nvPr/>
        </p:nvSpPr>
        <p:spPr>
          <a:xfrm>
            <a:off x="5772304" y="57405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Oval 1114"/>
          <p:cNvSpPr/>
          <p:nvPr/>
        </p:nvSpPr>
        <p:spPr>
          <a:xfrm>
            <a:off x="5490020" y="596358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xfrm>
            <a:off x="5717368" y="58345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Oval 1116"/>
          <p:cNvSpPr/>
          <p:nvPr/>
        </p:nvSpPr>
        <p:spPr>
          <a:xfrm>
            <a:off x="5694542" y="59858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Oval 1117"/>
          <p:cNvSpPr/>
          <p:nvPr/>
        </p:nvSpPr>
        <p:spPr>
          <a:xfrm>
            <a:off x="5704378" y="581839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5650530" y="60094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Oval 1119"/>
          <p:cNvSpPr/>
          <p:nvPr/>
        </p:nvSpPr>
        <p:spPr>
          <a:xfrm>
            <a:off x="5363885" y="58977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Oval 1120"/>
          <p:cNvSpPr/>
          <p:nvPr/>
        </p:nvSpPr>
        <p:spPr>
          <a:xfrm>
            <a:off x="5590266" y="60449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xfrm>
            <a:off x="5503029" y="59681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Oval 1122"/>
          <p:cNvSpPr/>
          <p:nvPr/>
        </p:nvSpPr>
        <p:spPr>
          <a:xfrm>
            <a:off x="6751484" y="583605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Oval 1123"/>
          <p:cNvSpPr/>
          <p:nvPr/>
        </p:nvSpPr>
        <p:spPr>
          <a:xfrm>
            <a:off x="5006651" y="57801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xfrm>
            <a:off x="5377973" y="57428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Oval 1125"/>
          <p:cNvSpPr/>
          <p:nvPr/>
        </p:nvSpPr>
        <p:spPr>
          <a:xfrm>
            <a:off x="5692968" y="591281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Oval 1126"/>
          <p:cNvSpPr/>
          <p:nvPr/>
        </p:nvSpPr>
        <p:spPr>
          <a:xfrm>
            <a:off x="5737319" y="57969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xfrm>
            <a:off x="5275651" y="588394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Oval 1128"/>
          <p:cNvSpPr/>
          <p:nvPr/>
        </p:nvSpPr>
        <p:spPr>
          <a:xfrm>
            <a:off x="4943704" y="57651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Oval 1129"/>
          <p:cNvSpPr/>
          <p:nvPr/>
        </p:nvSpPr>
        <p:spPr>
          <a:xfrm>
            <a:off x="5589564" y="605719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xfrm>
            <a:off x="5365475" y="59039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Oval 1131"/>
          <p:cNvSpPr/>
          <p:nvPr/>
        </p:nvSpPr>
        <p:spPr>
          <a:xfrm>
            <a:off x="5893247" y="54484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Oval 1132"/>
          <p:cNvSpPr/>
          <p:nvPr/>
        </p:nvSpPr>
        <p:spPr>
          <a:xfrm>
            <a:off x="6045724" y="59662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xfrm>
            <a:off x="5424380" y="601226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Oval 1134"/>
          <p:cNvSpPr/>
          <p:nvPr/>
        </p:nvSpPr>
        <p:spPr>
          <a:xfrm>
            <a:off x="5125419" y="56060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Oval 1135"/>
          <p:cNvSpPr/>
          <p:nvPr/>
        </p:nvSpPr>
        <p:spPr>
          <a:xfrm>
            <a:off x="6020653" y="50879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xfrm>
            <a:off x="5395871" y="549480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Oval 1137"/>
          <p:cNvSpPr/>
          <p:nvPr/>
        </p:nvSpPr>
        <p:spPr>
          <a:xfrm>
            <a:off x="5513562" y="59397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Oval 1138"/>
          <p:cNvSpPr/>
          <p:nvPr/>
        </p:nvSpPr>
        <p:spPr>
          <a:xfrm>
            <a:off x="5688976" y="593540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5714346" y="59704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Oval 1140"/>
          <p:cNvSpPr/>
          <p:nvPr/>
        </p:nvSpPr>
        <p:spPr>
          <a:xfrm>
            <a:off x="5628952" y="60507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Oval 1141"/>
          <p:cNvSpPr/>
          <p:nvPr/>
        </p:nvSpPr>
        <p:spPr>
          <a:xfrm>
            <a:off x="5898025" y="60054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Oval 1142"/>
          <p:cNvSpPr/>
          <p:nvPr/>
        </p:nvSpPr>
        <p:spPr>
          <a:xfrm>
            <a:off x="5540038" y="58658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Oval 1143"/>
          <p:cNvSpPr/>
          <p:nvPr/>
        </p:nvSpPr>
        <p:spPr>
          <a:xfrm>
            <a:off x="5681069" y="59723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Oval 1144"/>
          <p:cNvSpPr/>
          <p:nvPr/>
        </p:nvSpPr>
        <p:spPr>
          <a:xfrm>
            <a:off x="5214568" y="48990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Oval 1145"/>
          <p:cNvSpPr/>
          <p:nvPr/>
        </p:nvSpPr>
        <p:spPr>
          <a:xfrm>
            <a:off x="6994375" y="56178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Oval 1146"/>
          <p:cNvSpPr/>
          <p:nvPr/>
        </p:nvSpPr>
        <p:spPr>
          <a:xfrm>
            <a:off x="6122497" y="545187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Oval 1147"/>
          <p:cNvSpPr/>
          <p:nvPr/>
        </p:nvSpPr>
        <p:spPr>
          <a:xfrm>
            <a:off x="5830244" y="55020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Oval 1148"/>
          <p:cNvSpPr/>
          <p:nvPr/>
        </p:nvSpPr>
        <p:spPr>
          <a:xfrm>
            <a:off x="5526959" y="59372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Oval 1149"/>
          <p:cNvSpPr/>
          <p:nvPr/>
        </p:nvSpPr>
        <p:spPr>
          <a:xfrm>
            <a:off x="5022050" y="546826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Oval 1150"/>
          <p:cNvSpPr/>
          <p:nvPr/>
        </p:nvSpPr>
        <p:spPr>
          <a:xfrm>
            <a:off x="5038170" y="58757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Oval 1151"/>
          <p:cNvSpPr/>
          <p:nvPr/>
        </p:nvSpPr>
        <p:spPr>
          <a:xfrm>
            <a:off x="5674757" y="603793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Oval 1152"/>
          <p:cNvSpPr/>
          <p:nvPr/>
        </p:nvSpPr>
        <p:spPr>
          <a:xfrm>
            <a:off x="5496167" y="583480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Oval 1153"/>
          <p:cNvSpPr/>
          <p:nvPr/>
        </p:nvSpPr>
        <p:spPr>
          <a:xfrm>
            <a:off x="5610768" y="606480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Oval 1154"/>
          <p:cNvSpPr/>
          <p:nvPr/>
        </p:nvSpPr>
        <p:spPr>
          <a:xfrm>
            <a:off x="5936909" y="49692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Oval 1155"/>
          <p:cNvSpPr/>
          <p:nvPr/>
        </p:nvSpPr>
        <p:spPr>
          <a:xfrm>
            <a:off x="5653109" y="60531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Oval 1156"/>
          <p:cNvSpPr/>
          <p:nvPr/>
        </p:nvSpPr>
        <p:spPr>
          <a:xfrm>
            <a:off x="5697691" y="59458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Oval 1157"/>
          <p:cNvSpPr/>
          <p:nvPr/>
        </p:nvSpPr>
        <p:spPr>
          <a:xfrm>
            <a:off x="5301159" y="55080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Oval 1158"/>
          <p:cNvSpPr/>
          <p:nvPr/>
        </p:nvSpPr>
        <p:spPr>
          <a:xfrm>
            <a:off x="6163978" y="58220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Oval 1159"/>
          <p:cNvSpPr/>
          <p:nvPr/>
        </p:nvSpPr>
        <p:spPr>
          <a:xfrm>
            <a:off x="5773509" y="55907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Oval 1160"/>
          <p:cNvSpPr/>
          <p:nvPr/>
        </p:nvSpPr>
        <p:spPr>
          <a:xfrm>
            <a:off x="5589632" y="60541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Oval 1161"/>
          <p:cNvSpPr/>
          <p:nvPr/>
        </p:nvSpPr>
        <p:spPr>
          <a:xfrm>
            <a:off x="5766590" y="59958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Oval 1162"/>
          <p:cNvSpPr/>
          <p:nvPr/>
        </p:nvSpPr>
        <p:spPr>
          <a:xfrm>
            <a:off x="5857446" y="56963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Oval 1163"/>
          <p:cNvSpPr/>
          <p:nvPr/>
        </p:nvSpPr>
        <p:spPr>
          <a:xfrm>
            <a:off x="5428407" y="590701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Oval 1164"/>
          <p:cNvSpPr/>
          <p:nvPr/>
        </p:nvSpPr>
        <p:spPr>
          <a:xfrm>
            <a:off x="5588480" y="603440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Oval 1165"/>
          <p:cNvSpPr/>
          <p:nvPr/>
        </p:nvSpPr>
        <p:spPr>
          <a:xfrm>
            <a:off x="5593615" y="60503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Oval 1166"/>
          <p:cNvSpPr/>
          <p:nvPr/>
        </p:nvSpPr>
        <p:spPr>
          <a:xfrm>
            <a:off x="5885143" y="569382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Oval 1167"/>
          <p:cNvSpPr/>
          <p:nvPr/>
        </p:nvSpPr>
        <p:spPr>
          <a:xfrm>
            <a:off x="5757481" y="58162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Oval 1168"/>
          <p:cNvSpPr/>
          <p:nvPr/>
        </p:nvSpPr>
        <p:spPr>
          <a:xfrm>
            <a:off x="5732089" y="57632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Oval 1169"/>
          <p:cNvSpPr/>
          <p:nvPr/>
        </p:nvSpPr>
        <p:spPr>
          <a:xfrm>
            <a:off x="5775504" y="564131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xfrm>
            <a:off x="5399337" y="572086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Oval 1171"/>
          <p:cNvSpPr/>
          <p:nvPr/>
        </p:nvSpPr>
        <p:spPr>
          <a:xfrm>
            <a:off x="6014958" y="55605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Oval 1172"/>
          <p:cNvSpPr/>
          <p:nvPr/>
        </p:nvSpPr>
        <p:spPr>
          <a:xfrm>
            <a:off x="5435525" y="566848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5415594" y="571955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Oval 1174"/>
          <p:cNvSpPr/>
          <p:nvPr/>
        </p:nvSpPr>
        <p:spPr>
          <a:xfrm>
            <a:off x="5561729" y="601448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Oval 1175"/>
          <p:cNvSpPr/>
          <p:nvPr/>
        </p:nvSpPr>
        <p:spPr>
          <a:xfrm>
            <a:off x="5801127" y="539084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5673899" y="601122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Oval 1177"/>
          <p:cNvSpPr/>
          <p:nvPr/>
        </p:nvSpPr>
        <p:spPr>
          <a:xfrm>
            <a:off x="5488526" y="600051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Oval 1178"/>
          <p:cNvSpPr/>
          <p:nvPr/>
        </p:nvSpPr>
        <p:spPr>
          <a:xfrm>
            <a:off x="5407057" y="577429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xfrm>
            <a:off x="5341988" y="54955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Oval 1180"/>
          <p:cNvSpPr/>
          <p:nvPr/>
        </p:nvSpPr>
        <p:spPr>
          <a:xfrm>
            <a:off x="5934718" y="577616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Oval 1181"/>
          <p:cNvSpPr/>
          <p:nvPr/>
        </p:nvSpPr>
        <p:spPr>
          <a:xfrm>
            <a:off x="5782390" y="553964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xfrm>
            <a:off x="5406765" y="593710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Oval 1183"/>
          <p:cNvSpPr/>
          <p:nvPr/>
        </p:nvSpPr>
        <p:spPr>
          <a:xfrm>
            <a:off x="6349971" y="547304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Oval 1184"/>
          <p:cNvSpPr/>
          <p:nvPr/>
        </p:nvSpPr>
        <p:spPr>
          <a:xfrm>
            <a:off x="5958729" y="58465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xfrm>
            <a:off x="5905123" y="583634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Oval 1186"/>
          <p:cNvSpPr/>
          <p:nvPr/>
        </p:nvSpPr>
        <p:spPr>
          <a:xfrm>
            <a:off x="5417394" y="56784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Oval 1187"/>
          <p:cNvSpPr/>
          <p:nvPr/>
        </p:nvSpPr>
        <p:spPr>
          <a:xfrm>
            <a:off x="5999816" y="59727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xfrm>
            <a:off x="5032886" y="58960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Oval 1189"/>
          <p:cNvSpPr/>
          <p:nvPr/>
        </p:nvSpPr>
        <p:spPr>
          <a:xfrm>
            <a:off x="4768096" y="53009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Oval 1190"/>
          <p:cNvSpPr/>
          <p:nvPr/>
        </p:nvSpPr>
        <p:spPr>
          <a:xfrm>
            <a:off x="4745894" y="519571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xfrm>
            <a:off x="5585128" y="601931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Oval 1192"/>
          <p:cNvSpPr/>
          <p:nvPr/>
        </p:nvSpPr>
        <p:spPr>
          <a:xfrm>
            <a:off x="5518951" y="60253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Oval 1193"/>
          <p:cNvSpPr/>
          <p:nvPr/>
        </p:nvSpPr>
        <p:spPr>
          <a:xfrm>
            <a:off x="5640254" y="603102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xfrm>
            <a:off x="5200981" y="59138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Oval 1195"/>
          <p:cNvSpPr/>
          <p:nvPr/>
        </p:nvSpPr>
        <p:spPr>
          <a:xfrm>
            <a:off x="5680576" y="600478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Oval 1196"/>
          <p:cNvSpPr/>
          <p:nvPr/>
        </p:nvSpPr>
        <p:spPr>
          <a:xfrm>
            <a:off x="5498403" y="59706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xfrm>
            <a:off x="5836524" y="544443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Oval 1198"/>
          <p:cNvSpPr/>
          <p:nvPr/>
        </p:nvSpPr>
        <p:spPr>
          <a:xfrm>
            <a:off x="3959475" y="57071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Oval 1199"/>
          <p:cNvSpPr/>
          <p:nvPr/>
        </p:nvSpPr>
        <p:spPr>
          <a:xfrm>
            <a:off x="5602659" y="605715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xfrm>
            <a:off x="5561657" y="599068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Oval 1201"/>
          <p:cNvSpPr/>
          <p:nvPr/>
        </p:nvSpPr>
        <p:spPr>
          <a:xfrm>
            <a:off x="5573456" y="603325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Oval 1202"/>
          <p:cNvSpPr/>
          <p:nvPr/>
        </p:nvSpPr>
        <p:spPr>
          <a:xfrm>
            <a:off x="5563755" y="59782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xfrm>
            <a:off x="3807805" y="535465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Oval 1204"/>
          <p:cNvSpPr/>
          <p:nvPr/>
        </p:nvSpPr>
        <p:spPr>
          <a:xfrm>
            <a:off x="5730344" y="601981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Oval 1205"/>
          <p:cNvSpPr/>
          <p:nvPr/>
        </p:nvSpPr>
        <p:spPr>
          <a:xfrm>
            <a:off x="5352171" y="57960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xfrm>
            <a:off x="4915174" y="50040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Oval 1207"/>
          <p:cNvSpPr/>
          <p:nvPr/>
        </p:nvSpPr>
        <p:spPr>
          <a:xfrm>
            <a:off x="6108913" y="595433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Oval 1208"/>
          <p:cNvSpPr/>
          <p:nvPr/>
        </p:nvSpPr>
        <p:spPr>
          <a:xfrm>
            <a:off x="5092539" y="554020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xfrm>
            <a:off x="5537698" y="60242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Oval 1210"/>
          <p:cNvSpPr/>
          <p:nvPr/>
        </p:nvSpPr>
        <p:spPr>
          <a:xfrm>
            <a:off x="5514337" y="57942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Oval 1211"/>
          <p:cNvSpPr/>
          <p:nvPr/>
        </p:nvSpPr>
        <p:spPr>
          <a:xfrm>
            <a:off x="5783363" y="597132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xfrm>
            <a:off x="5342164" y="574687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Oval 1213"/>
          <p:cNvSpPr/>
          <p:nvPr/>
        </p:nvSpPr>
        <p:spPr>
          <a:xfrm>
            <a:off x="5909406" y="565739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Oval 1214"/>
          <p:cNvSpPr/>
          <p:nvPr/>
        </p:nvSpPr>
        <p:spPr>
          <a:xfrm>
            <a:off x="5922292" y="587760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xfrm>
            <a:off x="5616041" y="60592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Oval 1216"/>
          <p:cNvSpPr/>
          <p:nvPr/>
        </p:nvSpPr>
        <p:spPr>
          <a:xfrm>
            <a:off x="5425457" y="595283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Oval 1217"/>
          <p:cNvSpPr/>
          <p:nvPr/>
        </p:nvSpPr>
        <p:spPr>
          <a:xfrm>
            <a:off x="5480198" y="597346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xfrm>
            <a:off x="5346842" y="591167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Oval 1219"/>
          <p:cNvSpPr/>
          <p:nvPr/>
        </p:nvSpPr>
        <p:spPr>
          <a:xfrm>
            <a:off x="5466226" y="5668591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Oval 1220"/>
          <p:cNvSpPr/>
          <p:nvPr/>
        </p:nvSpPr>
        <p:spPr>
          <a:xfrm>
            <a:off x="5918575" y="574595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xfrm>
            <a:off x="5605042" y="605867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Oval 1222"/>
          <p:cNvSpPr/>
          <p:nvPr/>
        </p:nvSpPr>
        <p:spPr>
          <a:xfrm>
            <a:off x="5687336" y="593001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Oval 1223"/>
          <p:cNvSpPr/>
          <p:nvPr/>
        </p:nvSpPr>
        <p:spPr>
          <a:xfrm>
            <a:off x="5223795" y="586413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xfrm>
            <a:off x="5731721" y="60074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Oval 1225"/>
          <p:cNvSpPr/>
          <p:nvPr/>
        </p:nvSpPr>
        <p:spPr>
          <a:xfrm>
            <a:off x="5998939" y="578052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Oval 1226"/>
          <p:cNvSpPr/>
          <p:nvPr/>
        </p:nvSpPr>
        <p:spPr>
          <a:xfrm>
            <a:off x="5506069" y="596529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xfrm>
            <a:off x="5854580" y="53768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Oval 1228"/>
          <p:cNvSpPr/>
          <p:nvPr/>
        </p:nvSpPr>
        <p:spPr>
          <a:xfrm>
            <a:off x="5335834" y="588966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Oval 1229"/>
          <p:cNvSpPr/>
          <p:nvPr/>
        </p:nvSpPr>
        <p:spPr>
          <a:xfrm>
            <a:off x="6266103" y="5269816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Oval 1230"/>
          <p:cNvSpPr/>
          <p:nvPr/>
        </p:nvSpPr>
        <p:spPr>
          <a:xfrm>
            <a:off x="5485604" y="59639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Oval 1231"/>
          <p:cNvSpPr/>
          <p:nvPr/>
        </p:nvSpPr>
        <p:spPr>
          <a:xfrm>
            <a:off x="5786589" y="575997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Oval 1232"/>
          <p:cNvSpPr/>
          <p:nvPr/>
        </p:nvSpPr>
        <p:spPr>
          <a:xfrm>
            <a:off x="5403728" y="588442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Oval 1233"/>
          <p:cNvSpPr/>
          <p:nvPr/>
        </p:nvSpPr>
        <p:spPr>
          <a:xfrm>
            <a:off x="5636462" y="597519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Oval 1234"/>
          <p:cNvSpPr/>
          <p:nvPr/>
        </p:nvSpPr>
        <p:spPr>
          <a:xfrm>
            <a:off x="6321883" y="554513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Oval 1235"/>
          <p:cNvSpPr/>
          <p:nvPr/>
        </p:nvSpPr>
        <p:spPr>
          <a:xfrm>
            <a:off x="4744438" y="595985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Oval 1236"/>
          <p:cNvSpPr/>
          <p:nvPr/>
        </p:nvSpPr>
        <p:spPr>
          <a:xfrm>
            <a:off x="5277955" y="582560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Oval 1237"/>
          <p:cNvSpPr/>
          <p:nvPr/>
        </p:nvSpPr>
        <p:spPr>
          <a:xfrm>
            <a:off x="5525849" y="592779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Oval 1238"/>
          <p:cNvSpPr/>
          <p:nvPr/>
        </p:nvSpPr>
        <p:spPr>
          <a:xfrm>
            <a:off x="5673481" y="595035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Oval 1239"/>
          <p:cNvSpPr/>
          <p:nvPr/>
        </p:nvSpPr>
        <p:spPr>
          <a:xfrm>
            <a:off x="5700127" y="6052945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Oval 1240"/>
          <p:cNvSpPr/>
          <p:nvPr/>
        </p:nvSpPr>
        <p:spPr>
          <a:xfrm>
            <a:off x="5876482" y="5667148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Oval 1241"/>
          <p:cNvSpPr/>
          <p:nvPr/>
        </p:nvSpPr>
        <p:spPr>
          <a:xfrm>
            <a:off x="4586903" y="5260530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Oval 1242"/>
          <p:cNvSpPr/>
          <p:nvPr/>
        </p:nvSpPr>
        <p:spPr>
          <a:xfrm>
            <a:off x="5570511" y="6042232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Oval 1243"/>
          <p:cNvSpPr/>
          <p:nvPr/>
        </p:nvSpPr>
        <p:spPr>
          <a:xfrm>
            <a:off x="5619594" y="606358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Oval 1244"/>
          <p:cNvSpPr/>
          <p:nvPr/>
        </p:nvSpPr>
        <p:spPr>
          <a:xfrm>
            <a:off x="5668150" y="5977247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Oval 1245"/>
          <p:cNvSpPr/>
          <p:nvPr/>
        </p:nvSpPr>
        <p:spPr>
          <a:xfrm>
            <a:off x="4726222" y="5385273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Oval 1246"/>
          <p:cNvSpPr/>
          <p:nvPr/>
        </p:nvSpPr>
        <p:spPr>
          <a:xfrm>
            <a:off x="5637607" y="6009109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Oval 1247"/>
          <p:cNvSpPr/>
          <p:nvPr/>
        </p:nvSpPr>
        <p:spPr>
          <a:xfrm>
            <a:off x="5688636" y="6000654"/>
            <a:ext cx="28000" cy="28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Oval 1248"/>
          <p:cNvSpPr/>
          <p:nvPr/>
        </p:nvSpPr>
        <p:spPr>
          <a:xfrm>
            <a:off x="6127622" y="326728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Oval 1249"/>
          <p:cNvSpPr/>
          <p:nvPr/>
        </p:nvSpPr>
        <p:spPr>
          <a:xfrm>
            <a:off x="6153292" y="349082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Oval 1250"/>
          <p:cNvSpPr/>
          <p:nvPr/>
        </p:nvSpPr>
        <p:spPr>
          <a:xfrm>
            <a:off x="6795154" y="3550355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Oval 1251"/>
          <p:cNvSpPr/>
          <p:nvPr/>
        </p:nvSpPr>
        <p:spPr>
          <a:xfrm>
            <a:off x="6118956" y="3602335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Oval 1252"/>
          <p:cNvSpPr/>
          <p:nvPr/>
        </p:nvSpPr>
        <p:spPr>
          <a:xfrm>
            <a:off x="5920070" y="3757624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Oval 1253"/>
          <p:cNvSpPr/>
          <p:nvPr/>
        </p:nvSpPr>
        <p:spPr>
          <a:xfrm>
            <a:off x="9430190" y="384002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Oval 1254"/>
          <p:cNvSpPr/>
          <p:nvPr/>
        </p:nvSpPr>
        <p:spPr>
          <a:xfrm>
            <a:off x="7262610" y="385284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Oval 1255"/>
          <p:cNvSpPr/>
          <p:nvPr/>
        </p:nvSpPr>
        <p:spPr>
          <a:xfrm>
            <a:off x="7748266" y="385467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Oval 1256"/>
          <p:cNvSpPr/>
          <p:nvPr/>
        </p:nvSpPr>
        <p:spPr>
          <a:xfrm>
            <a:off x="6629764" y="387633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Oval 1257"/>
          <p:cNvSpPr/>
          <p:nvPr/>
        </p:nvSpPr>
        <p:spPr>
          <a:xfrm>
            <a:off x="5934920" y="387739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Oval 1258"/>
          <p:cNvSpPr/>
          <p:nvPr/>
        </p:nvSpPr>
        <p:spPr>
          <a:xfrm>
            <a:off x="6497030" y="3883304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Oval 1259"/>
          <p:cNvSpPr/>
          <p:nvPr/>
        </p:nvSpPr>
        <p:spPr>
          <a:xfrm>
            <a:off x="6437088" y="394756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Oval 1260"/>
          <p:cNvSpPr/>
          <p:nvPr/>
        </p:nvSpPr>
        <p:spPr>
          <a:xfrm>
            <a:off x="6834005" y="395554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Oval 1261"/>
          <p:cNvSpPr/>
          <p:nvPr/>
        </p:nvSpPr>
        <p:spPr>
          <a:xfrm>
            <a:off x="6307448" y="4005385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Oval 1262"/>
          <p:cNvSpPr/>
          <p:nvPr/>
        </p:nvSpPr>
        <p:spPr>
          <a:xfrm>
            <a:off x="8029665" y="400905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Oval 1263"/>
          <p:cNvSpPr/>
          <p:nvPr/>
        </p:nvSpPr>
        <p:spPr>
          <a:xfrm>
            <a:off x="7608117" y="403667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Oval 1264"/>
          <p:cNvSpPr/>
          <p:nvPr/>
        </p:nvSpPr>
        <p:spPr>
          <a:xfrm>
            <a:off x="6772607" y="406629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Oval 1265"/>
          <p:cNvSpPr/>
          <p:nvPr/>
        </p:nvSpPr>
        <p:spPr>
          <a:xfrm>
            <a:off x="8133451" y="414140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xfrm>
            <a:off x="6388106" y="414252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Oval 1267"/>
          <p:cNvSpPr/>
          <p:nvPr/>
        </p:nvSpPr>
        <p:spPr>
          <a:xfrm>
            <a:off x="6127990" y="4153025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xfrm>
            <a:off x="7608584" y="416096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xfrm>
            <a:off x="6491254" y="418817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Oval 1270"/>
          <p:cNvSpPr/>
          <p:nvPr/>
        </p:nvSpPr>
        <p:spPr>
          <a:xfrm>
            <a:off x="5912433" y="418869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Oval 1271"/>
          <p:cNvSpPr/>
          <p:nvPr/>
        </p:nvSpPr>
        <p:spPr>
          <a:xfrm>
            <a:off x="9733944" y="425024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xfrm>
            <a:off x="5978996" y="430009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xfrm>
            <a:off x="6566887" y="430934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Oval 1274"/>
          <p:cNvSpPr/>
          <p:nvPr/>
        </p:nvSpPr>
        <p:spPr>
          <a:xfrm>
            <a:off x="9638227" y="431076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xfrm>
            <a:off x="6859369" y="432810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Oval 1276"/>
          <p:cNvSpPr/>
          <p:nvPr/>
        </p:nvSpPr>
        <p:spPr>
          <a:xfrm>
            <a:off x="5841189" y="432946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Oval 1277"/>
          <p:cNvSpPr/>
          <p:nvPr/>
        </p:nvSpPr>
        <p:spPr>
          <a:xfrm>
            <a:off x="5961360" y="433200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5902975" y="434867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Oval 1279"/>
          <p:cNvSpPr/>
          <p:nvPr/>
        </p:nvSpPr>
        <p:spPr>
          <a:xfrm>
            <a:off x="7400628" y="4371485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Oval 1280"/>
          <p:cNvSpPr/>
          <p:nvPr/>
        </p:nvSpPr>
        <p:spPr>
          <a:xfrm>
            <a:off x="5854935" y="437448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xfrm>
            <a:off x="7499213" y="437671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Oval 1282"/>
          <p:cNvSpPr/>
          <p:nvPr/>
        </p:nvSpPr>
        <p:spPr>
          <a:xfrm>
            <a:off x="7314634" y="437953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7477478" y="438172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xfrm>
            <a:off x="8195355" y="4398694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Oval 1285"/>
          <p:cNvSpPr/>
          <p:nvPr/>
        </p:nvSpPr>
        <p:spPr>
          <a:xfrm>
            <a:off x="6076976" y="440272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Oval 1286"/>
          <p:cNvSpPr/>
          <p:nvPr/>
        </p:nvSpPr>
        <p:spPr>
          <a:xfrm>
            <a:off x="5970352" y="441861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6062944" y="441948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Oval 1288"/>
          <p:cNvSpPr/>
          <p:nvPr/>
        </p:nvSpPr>
        <p:spPr>
          <a:xfrm>
            <a:off x="5952072" y="4420625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Oval 1289"/>
          <p:cNvSpPr/>
          <p:nvPr/>
        </p:nvSpPr>
        <p:spPr>
          <a:xfrm>
            <a:off x="6253688" y="444608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xfrm>
            <a:off x="5966792" y="445130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6127142" y="446042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Oval 1292"/>
          <p:cNvSpPr/>
          <p:nvPr/>
        </p:nvSpPr>
        <p:spPr>
          <a:xfrm>
            <a:off x="6387626" y="446481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xfrm>
            <a:off x="6025516" y="4469474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Oval 1294"/>
          <p:cNvSpPr/>
          <p:nvPr/>
        </p:nvSpPr>
        <p:spPr>
          <a:xfrm>
            <a:off x="6187424" y="4476054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Oval 1295"/>
          <p:cNvSpPr/>
          <p:nvPr/>
        </p:nvSpPr>
        <p:spPr>
          <a:xfrm>
            <a:off x="6861156" y="447921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5989704" y="450106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Oval 1297"/>
          <p:cNvSpPr/>
          <p:nvPr/>
        </p:nvSpPr>
        <p:spPr>
          <a:xfrm>
            <a:off x="7143480" y="452086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Oval 1298"/>
          <p:cNvSpPr/>
          <p:nvPr/>
        </p:nvSpPr>
        <p:spPr>
          <a:xfrm>
            <a:off x="5999690" y="4527283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7944976" y="453833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Oval 1300"/>
          <p:cNvSpPr/>
          <p:nvPr/>
        </p:nvSpPr>
        <p:spPr>
          <a:xfrm>
            <a:off x="8551798" y="4540433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xfrm>
            <a:off x="6176112" y="4541903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xfrm>
            <a:off x="5796253" y="4542905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Oval 1303"/>
          <p:cNvSpPr/>
          <p:nvPr/>
        </p:nvSpPr>
        <p:spPr>
          <a:xfrm>
            <a:off x="6099202" y="454456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Oval 1304"/>
          <p:cNvSpPr/>
          <p:nvPr/>
        </p:nvSpPr>
        <p:spPr>
          <a:xfrm>
            <a:off x="5938422" y="456067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xfrm>
            <a:off x="6058481" y="456360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xfrm>
            <a:off x="7386424" y="457987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Oval 1307"/>
          <p:cNvSpPr/>
          <p:nvPr/>
        </p:nvSpPr>
        <p:spPr>
          <a:xfrm>
            <a:off x="6051780" y="458735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xfrm>
            <a:off x="8399672" y="4592985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Oval 1309"/>
          <p:cNvSpPr/>
          <p:nvPr/>
        </p:nvSpPr>
        <p:spPr>
          <a:xfrm>
            <a:off x="6005591" y="459755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Oval 1310"/>
          <p:cNvSpPr/>
          <p:nvPr/>
        </p:nvSpPr>
        <p:spPr>
          <a:xfrm>
            <a:off x="6424652" y="4602265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5820633" y="460246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Oval 1312"/>
          <p:cNvSpPr/>
          <p:nvPr/>
        </p:nvSpPr>
        <p:spPr>
          <a:xfrm>
            <a:off x="8321959" y="460466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Oval 1313"/>
          <p:cNvSpPr/>
          <p:nvPr/>
        </p:nvSpPr>
        <p:spPr>
          <a:xfrm>
            <a:off x="8988425" y="460825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xfrm>
            <a:off x="5800961" y="461384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Oval 1315"/>
          <p:cNvSpPr/>
          <p:nvPr/>
        </p:nvSpPr>
        <p:spPr>
          <a:xfrm>
            <a:off x="7096343" y="461528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Oval 1316"/>
          <p:cNvSpPr/>
          <p:nvPr/>
        </p:nvSpPr>
        <p:spPr>
          <a:xfrm>
            <a:off x="5993962" y="461787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xfrm>
            <a:off x="7881627" y="461998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Oval 1318"/>
          <p:cNvSpPr/>
          <p:nvPr/>
        </p:nvSpPr>
        <p:spPr>
          <a:xfrm>
            <a:off x="7115100" y="462105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Oval 1319"/>
          <p:cNvSpPr/>
          <p:nvPr/>
        </p:nvSpPr>
        <p:spPr>
          <a:xfrm>
            <a:off x="7366706" y="462548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xfrm>
            <a:off x="9733944" y="462932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Oval 1321"/>
          <p:cNvSpPr/>
          <p:nvPr/>
        </p:nvSpPr>
        <p:spPr>
          <a:xfrm>
            <a:off x="9733944" y="463223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Oval 1322"/>
          <p:cNvSpPr/>
          <p:nvPr/>
        </p:nvSpPr>
        <p:spPr>
          <a:xfrm>
            <a:off x="6242738" y="463471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xfrm>
            <a:off x="5875762" y="463800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Oval 1324"/>
          <p:cNvSpPr/>
          <p:nvPr/>
        </p:nvSpPr>
        <p:spPr>
          <a:xfrm>
            <a:off x="6203307" y="463899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Oval 1325"/>
          <p:cNvSpPr/>
          <p:nvPr/>
        </p:nvSpPr>
        <p:spPr>
          <a:xfrm>
            <a:off x="8023452" y="464196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Oval 1326"/>
          <p:cNvSpPr/>
          <p:nvPr/>
        </p:nvSpPr>
        <p:spPr>
          <a:xfrm>
            <a:off x="6236201" y="4643125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Oval 1327"/>
          <p:cNvSpPr/>
          <p:nvPr/>
        </p:nvSpPr>
        <p:spPr>
          <a:xfrm>
            <a:off x="6328720" y="464570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Oval 1328"/>
          <p:cNvSpPr/>
          <p:nvPr/>
        </p:nvSpPr>
        <p:spPr>
          <a:xfrm>
            <a:off x="6798072" y="464766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Oval 1329"/>
          <p:cNvSpPr/>
          <p:nvPr/>
        </p:nvSpPr>
        <p:spPr>
          <a:xfrm>
            <a:off x="6217264" y="4648474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Oval 1330"/>
          <p:cNvSpPr/>
          <p:nvPr/>
        </p:nvSpPr>
        <p:spPr>
          <a:xfrm>
            <a:off x="5858898" y="464919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Oval 1331"/>
          <p:cNvSpPr/>
          <p:nvPr/>
        </p:nvSpPr>
        <p:spPr>
          <a:xfrm>
            <a:off x="7673153" y="465418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Oval 1332"/>
          <p:cNvSpPr/>
          <p:nvPr/>
        </p:nvSpPr>
        <p:spPr>
          <a:xfrm>
            <a:off x="5927706" y="465598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Oval 1333"/>
          <p:cNvSpPr/>
          <p:nvPr/>
        </p:nvSpPr>
        <p:spPr>
          <a:xfrm>
            <a:off x="6166232" y="4660273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Oval 1334"/>
          <p:cNvSpPr/>
          <p:nvPr/>
        </p:nvSpPr>
        <p:spPr>
          <a:xfrm>
            <a:off x="9179398" y="466097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Oval 1335"/>
          <p:cNvSpPr/>
          <p:nvPr/>
        </p:nvSpPr>
        <p:spPr>
          <a:xfrm>
            <a:off x="7082740" y="466128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Oval 1336"/>
          <p:cNvSpPr/>
          <p:nvPr/>
        </p:nvSpPr>
        <p:spPr>
          <a:xfrm>
            <a:off x="9733944" y="4662518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Oval 1337"/>
          <p:cNvSpPr/>
          <p:nvPr/>
        </p:nvSpPr>
        <p:spPr>
          <a:xfrm>
            <a:off x="5895032" y="466757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Oval 1338"/>
          <p:cNvSpPr/>
          <p:nvPr/>
        </p:nvSpPr>
        <p:spPr>
          <a:xfrm>
            <a:off x="6432283" y="466758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Oval 1339"/>
          <p:cNvSpPr/>
          <p:nvPr/>
        </p:nvSpPr>
        <p:spPr>
          <a:xfrm>
            <a:off x="7749672" y="466769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Oval 1340"/>
          <p:cNvSpPr/>
          <p:nvPr/>
        </p:nvSpPr>
        <p:spPr>
          <a:xfrm>
            <a:off x="8624044" y="466871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Oval 1341"/>
          <p:cNvSpPr/>
          <p:nvPr/>
        </p:nvSpPr>
        <p:spPr>
          <a:xfrm>
            <a:off x="7097532" y="466940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Oval 1342"/>
          <p:cNvSpPr/>
          <p:nvPr/>
        </p:nvSpPr>
        <p:spPr>
          <a:xfrm>
            <a:off x="6303223" y="4671333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Oval 1343"/>
          <p:cNvSpPr/>
          <p:nvPr/>
        </p:nvSpPr>
        <p:spPr>
          <a:xfrm>
            <a:off x="5825006" y="467213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Oval 1344"/>
          <p:cNvSpPr/>
          <p:nvPr/>
        </p:nvSpPr>
        <p:spPr>
          <a:xfrm>
            <a:off x="6009874" y="468137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Oval 1345"/>
          <p:cNvSpPr/>
          <p:nvPr/>
        </p:nvSpPr>
        <p:spPr>
          <a:xfrm>
            <a:off x="6485032" y="470070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Oval 1346"/>
          <p:cNvSpPr/>
          <p:nvPr/>
        </p:nvSpPr>
        <p:spPr>
          <a:xfrm>
            <a:off x="5973589" y="470248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Oval 1347"/>
          <p:cNvSpPr/>
          <p:nvPr/>
        </p:nvSpPr>
        <p:spPr>
          <a:xfrm>
            <a:off x="6086650" y="4703180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Oval 1348"/>
          <p:cNvSpPr/>
          <p:nvPr/>
        </p:nvSpPr>
        <p:spPr>
          <a:xfrm>
            <a:off x="6031866" y="470748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Oval 1349"/>
          <p:cNvSpPr/>
          <p:nvPr/>
        </p:nvSpPr>
        <p:spPr>
          <a:xfrm>
            <a:off x="6539997" y="4713256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Oval 1350"/>
          <p:cNvSpPr/>
          <p:nvPr/>
        </p:nvSpPr>
        <p:spPr>
          <a:xfrm>
            <a:off x="6016654" y="471740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Oval 1351"/>
          <p:cNvSpPr/>
          <p:nvPr/>
        </p:nvSpPr>
        <p:spPr>
          <a:xfrm>
            <a:off x="5913547" y="472518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Oval 1352"/>
          <p:cNvSpPr/>
          <p:nvPr/>
        </p:nvSpPr>
        <p:spPr>
          <a:xfrm>
            <a:off x="5966237" y="472727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Oval 1353"/>
          <p:cNvSpPr/>
          <p:nvPr/>
        </p:nvSpPr>
        <p:spPr>
          <a:xfrm>
            <a:off x="8338358" y="472732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Oval 1354"/>
          <p:cNvSpPr/>
          <p:nvPr/>
        </p:nvSpPr>
        <p:spPr>
          <a:xfrm>
            <a:off x="7006563" y="4729002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Oval 1355"/>
          <p:cNvSpPr/>
          <p:nvPr/>
        </p:nvSpPr>
        <p:spPr>
          <a:xfrm>
            <a:off x="6647405" y="473229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Oval 1356"/>
          <p:cNvSpPr/>
          <p:nvPr/>
        </p:nvSpPr>
        <p:spPr>
          <a:xfrm>
            <a:off x="9733944" y="4733944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Oval 1357"/>
          <p:cNvSpPr/>
          <p:nvPr/>
        </p:nvSpPr>
        <p:spPr>
          <a:xfrm>
            <a:off x="6127357" y="4735541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Oval 1358"/>
          <p:cNvSpPr/>
          <p:nvPr/>
        </p:nvSpPr>
        <p:spPr>
          <a:xfrm>
            <a:off x="6501707" y="4739357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Oval 1359"/>
          <p:cNvSpPr/>
          <p:nvPr/>
        </p:nvSpPr>
        <p:spPr>
          <a:xfrm>
            <a:off x="7314978" y="4742209"/>
            <a:ext cx="44000" cy="44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Oval 1360"/>
          <p:cNvSpPr/>
          <p:nvPr/>
        </p:nvSpPr>
        <p:spPr>
          <a:xfrm>
            <a:off x="2927404" y="308606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Oval 1361"/>
          <p:cNvSpPr/>
          <p:nvPr/>
        </p:nvSpPr>
        <p:spPr>
          <a:xfrm>
            <a:off x="4811873" y="338398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Oval 1362"/>
          <p:cNvSpPr/>
          <p:nvPr/>
        </p:nvSpPr>
        <p:spPr>
          <a:xfrm>
            <a:off x="2532455" y="350892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Oval 1363"/>
          <p:cNvSpPr/>
          <p:nvPr/>
        </p:nvSpPr>
        <p:spPr>
          <a:xfrm>
            <a:off x="4187283" y="358975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Oval 1364"/>
          <p:cNvSpPr/>
          <p:nvPr/>
        </p:nvSpPr>
        <p:spPr>
          <a:xfrm>
            <a:off x="3995783" y="379575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Oval 1365"/>
          <p:cNvSpPr/>
          <p:nvPr/>
        </p:nvSpPr>
        <p:spPr>
          <a:xfrm>
            <a:off x="1469175" y="384384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xfrm>
            <a:off x="4341822" y="384509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Oval 1367"/>
          <p:cNvSpPr/>
          <p:nvPr/>
        </p:nvSpPr>
        <p:spPr>
          <a:xfrm>
            <a:off x="3973945" y="3855111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Oval 1368"/>
          <p:cNvSpPr/>
          <p:nvPr/>
        </p:nvSpPr>
        <p:spPr>
          <a:xfrm>
            <a:off x="5054375" y="390230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xfrm>
            <a:off x="4423600" y="403684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Oval 1370"/>
          <p:cNvSpPr/>
          <p:nvPr/>
        </p:nvSpPr>
        <p:spPr>
          <a:xfrm>
            <a:off x="4724367" y="404453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Oval 1371"/>
          <p:cNvSpPr/>
          <p:nvPr/>
        </p:nvSpPr>
        <p:spPr>
          <a:xfrm>
            <a:off x="4675483" y="407597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xfrm>
            <a:off x="4084629" y="408332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Oval 1373"/>
          <p:cNvSpPr/>
          <p:nvPr/>
        </p:nvSpPr>
        <p:spPr>
          <a:xfrm>
            <a:off x="3532087" y="411859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Oval 1374"/>
          <p:cNvSpPr/>
          <p:nvPr/>
        </p:nvSpPr>
        <p:spPr>
          <a:xfrm>
            <a:off x="3836301" y="4131417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xfrm>
            <a:off x="5171652" y="4144071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Oval 1376"/>
          <p:cNvSpPr/>
          <p:nvPr/>
        </p:nvSpPr>
        <p:spPr>
          <a:xfrm>
            <a:off x="2871236" y="414954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Oval 1377"/>
          <p:cNvSpPr/>
          <p:nvPr/>
        </p:nvSpPr>
        <p:spPr>
          <a:xfrm>
            <a:off x="4734688" y="416774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xfrm>
            <a:off x="4230017" y="417366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Oval 1379"/>
          <p:cNvSpPr/>
          <p:nvPr/>
        </p:nvSpPr>
        <p:spPr>
          <a:xfrm>
            <a:off x="3603466" y="417711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Oval 1380"/>
          <p:cNvSpPr/>
          <p:nvPr/>
        </p:nvSpPr>
        <p:spPr>
          <a:xfrm>
            <a:off x="4573511" y="419313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4067146" y="4209811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Oval 1382"/>
          <p:cNvSpPr/>
          <p:nvPr/>
        </p:nvSpPr>
        <p:spPr>
          <a:xfrm>
            <a:off x="3670275" y="421660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Oval 1383"/>
          <p:cNvSpPr/>
          <p:nvPr/>
        </p:nvSpPr>
        <p:spPr>
          <a:xfrm>
            <a:off x="4023383" y="422670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xfrm>
            <a:off x="5066575" y="423284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Oval 1385"/>
          <p:cNvSpPr/>
          <p:nvPr/>
        </p:nvSpPr>
        <p:spPr>
          <a:xfrm>
            <a:off x="4277596" y="423804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Oval 1386"/>
          <p:cNvSpPr/>
          <p:nvPr/>
        </p:nvSpPr>
        <p:spPr>
          <a:xfrm>
            <a:off x="4118234" y="424113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Oval 1387"/>
          <p:cNvSpPr/>
          <p:nvPr/>
        </p:nvSpPr>
        <p:spPr>
          <a:xfrm>
            <a:off x="3169277" y="424472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Oval 1388"/>
          <p:cNvSpPr/>
          <p:nvPr/>
        </p:nvSpPr>
        <p:spPr>
          <a:xfrm>
            <a:off x="5180171" y="425182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Oval 1389"/>
          <p:cNvSpPr/>
          <p:nvPr/>
        </p:nvSpPr>
        <p:spPr>
          <a:xfrm>
            <a:off x="3335532" y="430611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Oval 1390"/>
          <p:cNvSpPr/>
          <p:nvPr/>
        </p:nvSpPr>
        <p:spPr>
          <a:xfrm>
            <a:off x="4289564" y="431220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Oval 1391"/>
          <p:cNvSpPr/>
          <p:nvPr/>
        </p:nvSpPr>
        <p:spPr>
          <a:xfrm>
            <a:off x="3152147" y="431409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Oval 1392"/>
          <p:cNvSpPr/>
          <p:nvPr/>
        </p:nvSpPr>
        <p:spPr>
          <a:xfrm>
            <a:off x="5064046" y="431742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Oval 1393"/>
          <p:cNvSpPr/>
          <p:nvPr/>
        </p:nvSpPr>
        <p:spPr>
          <a:xfrm>
            <a:off x="5090510" y="432158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Oval 1394"/>
          <p:cNvSpPr/>
          <p:nvPr/>
        </p:nvSpPr>
        <p:spPr>
          <a:xfrm>
            <a:off x="4283311" y="432823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Oval 1395"/>
          <p:cNvSpPr/>
          <p:nvPr/>
        </p:nvSpPr>
        <p:spPr>
          <a:xfrm>
            <a:off x="5222667" y="433687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xfrm>
            <a:off x="4057749" y="434097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Oval 1397"/>
          <p:cNvSpPr/>
          <p:nvPr/>
        </p:nvSpPr>
        <p:spPr>
          <a:xfrm>
            <a:off x="4189682" y="438579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Oval 1398"/>
          <p:cNvSpPr/>
          <p:nvPr/>
        </p:nvSpPr>
        <p:spPr>
          <a:xfrm>
            <a:off x="5401034" y="438580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xfrm>
            <a:off x="1501507" y="440901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Oval 1400"/>
          <p:cNvSpPr/>
          <p:nvPr/>
        </p:nvSpPr>
        <p:spPr>
          <a:xfrm>
            <a:off x="3902691" y="441610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Oval 1401"/>
          <p:cNvSpPr/>
          <p:nvPr/>
        </p:nvSpPr>
        <p:spPr>
          <a:xfrm>
            <a:off x="4248132" y="441806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xfrm>
            <a:off x="5175128" y="444055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Oval 1403"/>
          <p:cNvSpPr/>
          <p:nvPr/>
        </p:nvSpPr>
        <p:spPr>
          <a:xfrm>
            <a:off x="4901114" y="444316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Oval 1404"/>
          <p:cNvSpPr/>
          <p:nvPr/>
        </p:nvSpPr>
        <p:spPr>
          <a:xfrm>
            <a:off x="4059434" y="444350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xfrm>
            <a:off x="1687123" y="444629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Oval 1406"/>
          <p:cNvSpPr/>
          <p:nvPr/>
        </p:nvSpPr>
        <p:spPr>
          <a:xfrm>
            <a:off x="5068969" y="445083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Oval 1407"/>
          <p:cNvSpPr/>
          <p:nvPr/>
        </p:nvSpPr>
        <p:spPr>
          <a:xfrm>
            <a:off x="4316270" y="446442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xfrm>
            <a:off x="5299477" y="447144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Oval 1409"/>
          <p:cNvSpPr/>
          <p:nvPr/>
        </p:nvSpPr>
        <p:spPr>
          <a:xfrm>
            <a:off x="4073402" y="450097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Oval 1410"/>
          <p:cNvSpPr/>
          <p:nvPr/>
        </p:nvSpPr>
        <p:spPr>
          <a:xfrm>
            <a:off x="3420313" y="450197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xfrm>
            <a:off x="4821955" y="450342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Oval 1412"/>
          <p:cNvSpPr/>
          <p:nvPr/>
        </p:nvSpPr>
        <p:spPr>
          <a:xfrm>
            <a:off x="4975153" y="4505181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Oval 1413"/>
          <p:cNvSpPr/>
          <p:nvPr/>
        </p:nvSpPr>
        <p:spPr>
          <a:xfrm>
            <a:off x="4305991" y="451023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xfrm>
            <a:off x="4820435" y="451950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Oval 1415"/>
          <p:cNvSpPr/>
          <p:nvPr/>
        </p:nvSpPr>
        <p:spPr>
          <a:xfrm>
            <a:off x="3913320" y="452040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Oval 1416"/>
          <p:cNvSpPr/>
          <p:nvPr/>
        </p:nvSpPr>
        <p:spPr>
          <a:xfrm>
            <a:off x="4581707" y="4529741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xfrm>
            <a:off x="4918213" y="4545801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Oval 1418"/>
          <p:cNvSpPr/>
          <p:nvPr/>
        </p:nvSpPr>
        <p:spPr>
          <a:xfrm>
            <a:off x="4806821" y="455637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Oval 1419"/>
          <p:cNvSpPr/>
          <p:nvPr/>
        </p:nvSpPr>
        <p:spPr>
          <a:xfrm>
            <a:off x="4193499" y="455780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xfrm>
            <a:off x="2669866" y="455780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Oval 1421"/>
          <p:cNvSpPr/>
          <p:nvPr/>
        </p:nvSpPr>
        <p:spPr>
          <a:xfrm>
            <a:off x="4394218" y="456288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Oval 1422"/>
          <p:cNvSpPr/>
          <p:nvPr/>
        </p:nvSpPr>
        <p:spPr>
          <a:xfrm>
            <a:off x="4808574" y="456373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xfrm>
            <a:off x="4910030" y="456379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Oval 1424"/>
          <p:cNvSpPr/>
          <p:nvPr/>
        </p:nvSpPr>
        <p:spPr>
          <a:xfrm>
            <a:off x="4067342" y="456813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Oval 1425"/>
          <p:cNvSpPr/>
          <p:nvPr/>
        </p:nvSpPr>
        <p:spPr>
          <a:xfrm>
            <a:off x="4299688" y="457274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Oval 1426"/>
          <p:cNvSpPr/>
          <p:nvPr/>
        </p:nvSpPr>
        <p:spPr>
          <a:xfrm>
            <a:off x="1999113" y="458339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Oval 1427"/>
          <p:cNvSpPr/>
          <p:nvPr/>
        </p:nvSpPr>
        <p:spPr>
          <a:xfrm>
            <a:off x="4728228" y="458486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Oval 1428"/>
          <p:cNvSpPr/>
          <p:nvPr/>
        </p:nvSpPr>
        <p:spPr>
          <a:xfrm>
            <a:off x="5247732" y="4590247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Oval 1429"/>
          <p:cNvSpPr/>
          <p:nvPr/>
        </p:nvSpPr>
        <p:spPr>
          <a:xfrm>
            <a:off x="2945008" y="459223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Oval 1430"/>
          <p:cNvSpPr/>
          <p:nvPr/>
        </p:nvSpPr>
        <p:spPr>
          <a:xfrm>
            <a:off x="4663226" y="459914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Oval 1431"/>
          <p:cNvSpPr/>
          <p:nvPr/>
        </p:nvSpPr>
        <p:spPr>
          <a:xfrm>
            <a:off x="5137072" y="4600707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Oval 1432"/>
          <p:cNvSpPr/>
          <p:nvPr/>
        </p:nvSpPr>
        <p:spPr>
          <a:xfrm>
            <a:off x="2302617" y="461121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Oval 1433"/>
          <p:cNvSpPr/>
          <p:nvPr/>
        </p:nvSpPr>
        <p:spPr>
          <a:xfrm>
            <a:off x="4028433" y="4616391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Oval 1434"/>
          <p:cNvSpPr/>
          <p:nvPr/>
        </p:nvSpPr>
        <p:spPr>
          <a:xfrm>
            <a:off x="4376951" y="461810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Oval 1435"/>
          <p:cNvSpPr/>
          <p:nvPr/>
        </p:nvSpPr>
        <p:spPr>
          <a:xfrm>
            <a:off x="3680074" y="462938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Oval 1436"/>
          <p:cNvSpPr/>
          <p:nvPr/>
        </p:nvSpPr>
        <p:spPr>
          <a:xfrm>
            <a:off x="5220716" y="463043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Oval 1437"/>
          <p:cNvSpPr/>
          <p:nvPr/>
        </p:nvSpPr>
        <p:spPr>
          <a:xfrm>
            <a:off x="4526490" y="463236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Oval 1438"/>
          <p:cNvSpPr/>
          <p:nvPr/>
        </p:nvSpPr>
        <p:spPr>
          <a:xfrm>
            <a:off x="4890587" y="463375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Oval 1439"/>
          <p:cNvSpPr/>
          <p:nvPr/>
        </p:nvSpPr>
        <p:spPr>
          <a:xfrm>
            <a:off x="4863218" y="463521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Oval 1440"/>
          <p:cNvSpPr/>
          <p:nvPr/>
        </p:nvSpPr>
        <p:spPr>
          <a:xfrm>
            <a:off x="4584049" y="4638231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Oval 1441"/>
          <p:cNvSpPr/>
          <p:nvPr/>
        </p:nvSpPr>
        <p:spPr>
          <a:xfrm>
            <a:off x="4804270" y="464007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Oval 1442"/>
          <p:cNvSpPr/>
          <p:nvPr/>
        </p:nvSpPr>
        <p:spPr>
          <a:xfrm>
            <a:off x="3917379" y="464415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Oval 1443"/>
          <p:cNvSpPr/>
          <p:nvPr/>
        </p:nvSpPr>
        <p:spPr>
          <a:xfrm>
            <a:off x="4617199" y="464427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Oval 1444"/>
          <p:cNvSpPr/>
          <p:nvPr/>
        </p:nvSpPr>
        <p:spPr>
          <a:xfrm>
            <a:off x="5231723" y="464546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Oval 1445"/>
          <p:cNvSpPr/>
          <p:nvPr/>
        </p:nvSpPr>
        <p:spPr>
          <a:xfrm>
            <a:off x="4616650" y="464587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Oval 1446"/>
          <p:cNvSpPr/>
          <p:nvPr/>
        </p:nvSpPr>
        <p:spPr>
          <a:xfrm>
            <a:off x="2782554" y="465163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Oval 1447"/>
          <p:cNvSpPr/>
          <p:nvPr/>
        </p:nvSpPr>
        <p:spPr>
          <a:xfrm>
            <a:off x="1753961" y="465691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Oval 1448"/>
          <p:cNvSpPr/>
          <p:nvPr/>
        </p:nvSpPr>
        <p:spPr>
          <a:xfrm>
            <a:off x="4627177" y="465833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Oval 1449"/>
          <p:cNvSpPr/>
          <p:nvPr/>
        </p:nvSpPr>
        <p:spPr>
          <a:xfrm>
            <a:off x="4596070" y="465903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Oval 1450"/>
          <p:cNvSpPr/>
          <p:nvPr/>
        </p:nvSpPr>
        <p:spPr>
          <a:xfrm>
            <a:off x="3825628" y="466166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Oval 1451"/>
          <p:cNvSpPr/>
          <p:nvPr/>
        </p:nvSpPr>
        <p:spPr>
          <a:xfrm>
            <a:off x="5309211" y="466769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Oval 1452"/>
          <p:cNvSpPr/>
          <p:nvPr/>
        </p:nvSpPr>
        <p:spPr>
          <a:xfrm>
            <a:off x="3093432" y="467626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Oval 1453"/>
          <p:cNvSpPr/>
          <p:nvPr/>
        </p:nvSpPr>
        <p:spPr>
          <a:xfrm>
            <a:off x="4164196" y="467912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Oval 1454"/>
          <p:cNvSpPr/>
          <p:nvPr/>
        </p:nvSpPr>
        <p:spPr>
          <a:xfrm>
            <a:off x="3727770" y="468080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Oval 1455"/>
          <p:cNvSpPr/>
          <p:nvPr/>
        </p:nvSpPr>
        <p:spPr>
          <a:xfrm>
            <a:off x="4853238" y="468726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Oval 1456"/>
          <p:cNvSpPr/>
          <p:nvPr/>
        </p:nvSpPr>
        <p:spPr>
          <a:xfrm>
            <a:off x="4207585" y="468853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Oval 1457"/>
          <p:cNvSpPr/>
          <p:nvPr/>
        </p:nvSpPr>
        <p:spPr>
          <a:xfrm>
            <a:off x="2249861" y="468930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xfrm>
            <a:off x="5244486" y="469354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Oval 1459"/>
          <p:cNvSpPr/>
          <p:nvPr/>
        </p:nvSpPr>
        <p:spPr>
          <a:xfrm>
            <a:off x="4472180" y="469404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Oval 1460"/>
          <p:cNvSpPr/>
          <p:nvPr/>
        </p:nvSpPr>
        <p:spPr>
          <a:xfrm>
            <a:off x="3672643" y="469603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xfrm>
            <a:off x="5194483" y="469653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Oval 1462"/>
          <p:cNvSpPr/>
          <p:nvPr/>
        </p:nvSpPr>
        <p:spPr>
          <a:xfrm>
            <a:off x="4252097" y="4696850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Oval 1463"/>
          <p:cNvSpPr/>
          <p:nvPr/>
        </p:nvSpPr>
        <p:spPr>
          <a:xfrm>
            <a:off x="2926732" y="4701194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xfrm>
            <a:off x="4774580" y="470799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Oval 1465"/>
          <p:cNvSpPr/>
          <p:nvPr/>
        </p:nvSpPr>
        <p:spPr>
          <a:xfrm>
            <a:off x="5063915" y="4709707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Oval 1466"/>
          <p:cNvSpPr/>
          <p:nvPr/>
        </p:nvSpPr>
        <p:spPr>
          <a:xfrm>
            <a:off x="4766033" y="471274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xfrm>
            <a:off x="5225066" y="4715295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Oval 1468"/>
          <p:cNvSpPr/>
          <p:nvPr/>
        </p:nvSpPr>
        <p:spPr>
          <a:xfrm>
            <a:off x="5211898" y="4721227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Oval 1469"/>
          <p:cNvSpPr/>
          <p:nvPr/>
        </p:nvSpPr>
        <p:spPr>
          <a:xfrm>
            <a:off x="5172540" y="472428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xfrm>
            <a:off x="5079762" y="4726136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Oval 1471"/>
          <p:cNvSpPr/>
          <p:nvPr/>
        </p:nvSpPr>
        <p:spPr>
          <a:xfrm>
            <a:off x="4601061" y="4732222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Oval 1472"/>
          <p:cNvSpPr/>
          <p:nvPr/>
        </p:nvSpPr>
        <p:spPr>
          <a:xfrm>
            <a:off x="5212490" y="4736553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xfrm>
            <a:off x="4427503" y="4737419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Oval 1474"/>
          <p:cNvSpPr/>
          <p:nvPr/>
        </p:nvSpPr>
        <p:spPr>
          <a:xfrm>
            <a:off x="4799120" y="4739647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Oval 1475"/>
          <p:cNvSpPr/>
          <p:nvPr/>
        </p:nvSpPr>
        <p:spPr>
          <a:xfrm>
            <a:off x="4988791" y="4745368"/>
            <a:ext cx="44000" cy="44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Oval 1476"/>
          <p:cNvSpPr/>
          <p:nvPr/>
        </p:nvSpPr>
        <p:spPr>
          <a:xfrm>
            <a:off x="2911404" y="307006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Oval 1477"/>
          <p:cNvSpPr/>
          <p:nvPr/>
        </p:nvSpPr>
        <p:spPr>
          <a:xfrm>
            <a:off x="2516455" y="349292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Oval 1478"/>
          <p:cNvSpPr/>
          <p:nvPr/>
        </p:nvSpPr>
        <p:spPr>
          <a:xfrm>
            <a:off x="6779154" y="353435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Oval 1479"/>
          <p:cNvSpPr/>
          <p:nvPr/>
        </p:nvSpPr>
        <p:spPr>
          <a:xfrm>
            <a:off x="4171283" y="357375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Oval 1480"/>
          <p:cNvSpPr/>
          <p:nvPr/>
        </p:nvSpPr>
        <p:spPr>
          <a:xfrm>
            <a:off x="3979783" y="377975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Oval 1481"/>
          <p:cNvSpPr/>
          <p:nvPr/>
        </p:nvSpPr>
        <p:spPr>
          <a:xfrm>
            <a:off x="9414190" y="3824021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Oval 1482"/>
          <p:cNvSpPr/>
          <p:nvPr/>
        </p:nvSpPr>
        <p:spPr>
          <a:xfrm>
            <a:off x="1453175" y="382784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Oval 1483"/>
          <p:cNvSpPr/>
          <p:nvPr/>
        </p:nvSpPr>
        <p:spPr>
          <a:xfrm>
            <a:off x="4325822" y="382909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Oval 1484"/>
          <p:cNvSpPr/>
          <p:nvPr/>
        </p:nvSpPr>
        <p:spPr>
          <a:xfrm>
            <a:off x="7246610" y="383684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Oval 1485"/>
          <p:cNvSpPr/>
          <p:nvPr/>
        </p:nvSpPr>
        <p:spPr>
          <a:xfrm>
            <a:off x="7732266" y="383867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Oval 1486"/>
          <p:cNvSpPr/>
          <p:nvPr/>
        </p:nvSpPr>
        <p:spPr>
          <a:xfrm>
            <a:off x="3957945" y="3839111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Oval 1487"/>
          <p:cNvSpPr/>
          <p:nvPr/>
        </p:nvSpPr>
        <p:spPr>
          <a:xfrm>
            <a:off x="6613764" y="386033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Oval 1488"/>
          <p:cNvSpPr/>
          <p:nvPr/>
        </p:nvSpPr>
        <p:spPr>
          <a:xfrm>
            <a:off x="6481030" y="386730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Oval 1489"/>
          <p:cNvSpPr/>
          <p:nvPr/>
        </p:nvSpPr>
        <p:spPr>
          <a:xfrm>
            <a:off x="6421088" y="393156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Oval 1490"/>
          <p:cNvSpPr/>
          <p:nvPr/>
        </p:nvSpPr>
        <p:spPr>
          <a:xfrm>
            <a:off x="6818005" y="393954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Oval 1491"/>
          <p:cNvSpPr/>
          <p:nvPr/>
        </p:nvSpPr>
        <p:spPr>
          <a:xfrm>
            <a:off x="8013665" y="399305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Oval 1492"/>
          <p:cNvSpPr/>
          <p:nvPr/>
        </p:nvSpPr>
        <p:spPr>
          <a:xfrm>
            <a:off x="7592117" y="402067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Oval 1493"/>
          <p:cNvSpPr/>
          <p:nvPr/>
        </p:nvSpPr>
        <p:spPr>
          <a:xfrm>
            <a:off x="4407600" y="402084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Oval 1494"/>
          <p:cNvSpPr/>
          <p:nvPr/>
        </p:nvSpPr>
        <p:spPr>
          <a:xfrm>
            <a:off x="4708367" y="402853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Oval 1495"/>
          <p:cNvSpPr/>
          <p:nvPr/>
        </p:nvSpPr>
        <p:spPr>
          <a:xfrm>
            <a:off x="6756607" y="405029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Oval 1496"/>
          <p:cNvSpPr/>
          <p:nvPr/>
        </p:nvSpPr>
        <p:spPr>
          <a:xfrm>
            <a:off x="4659483" y="405997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Oval 1497"/>
          <p:cNvSpPr/>
          <p:nvPr/>
        </p:nvSpPr>
        <p:spPr>
          <a:xfrm>
            <a:off x="4068629" y="406732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Oval 1498"/>
          <p:cNvSpPr/>
          <p:nvPr/>
        </p:nvSpPr>
        <p:spPr>
          <a:xfrm>
            <a:off x="3516087" y="410259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Oval 1499"/>
          <p:cNvSpPr/>
          <p:nvPr/>
        </p:nvSpPr>
        <p:spPr>
          <a:xfrm>
            <a:off x="3820301" y="4115417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Oval 1500"/>
          <p:cNvSpPr/>
          <p:nvPr/>
        </p:nvSpPr>
        <p:spPr>
          <a:xfrm>
            <a:off x="8117451" y="412540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Oval 1501"/>
          <p:cNvSpPr/>
          <p:nvPr/>
        </p:nvSpPr>
        <p:spPr>
          <a:xfrm>
            <a:off x="2855236" y="413354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Oval 1502"/>
          <p:cNvSpPr/>
          <p:nvPr/>
        </p:nvSpPr>
        <p:spPr>
          <a:xfrm>
            <a:off x="7592584" y="414496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Oval 1503"/>
          <p:cNvSpPr/>
          <p:nvPr/>
        </p:nvSpPr>
        <p:spPr>
          <a:xfrm>
            <a:off x="4718688" y="415174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Oval 1504"/>
          <p:cNvSpPr/>
          <p:nvPr/>
        </p:nvSpPr>
        <p:spPr>
          <a:xfrm>
            <a:off x="4214017" y="415766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Oval 1505"/>
          <p:cNvSpPr/>
          <p:nvPr/>
        </p:nvSpPr>
        <p:spPr>
          <a:xfrm>
            <a:off x="3587466" y="416111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Oval 1506"/>
          <p:cNvSpPr/>
          <p:nvPr/>
        </p:nvSpPr>
        <p:spPr>
          <a:xfrm>
            <a:off x="6475254" y="417217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Oval 1507"/>
          <p:cNvSpPr/>
          <p:nvPr/>
        </p:nvSpPr>
        <p:spPr>
          <a:xfrm>
            <a:off x="4557511" y="417713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Oval 1508"/>
          <p:cNvSpPr/>
          <p:nvPr/>
        </p:nvSpPr>
        <p:spPr>
          <a:xfrm>
            <a:off x="4051146" y="4193811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Oval 1509"/>
          <p:cNvSpPr/>
          <p:nvPr/>
        </p:nvSpPr>
        <p:spPr>
          <a:xfrm>
            <a:off x="3654275" y="420060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Oval 1510"/>
          <p:cNvSpPr/>
          <p:nvPr/>
        </p:nvSpPr>
        <p:spPr>
          <a:xfrm>
            <a:off x="4007383" y="421070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Oval 1511"/>
          <p:cNvSpPr/>
          <p:nvPr/>
        </p:nvSpPr>
        <p:spPr>
          <a:xfrm>
            <a:off x="4261596" y="422204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Oval 1512"/>
          <p:cNvSpPr/>
          <p:nvPr/>
        </p:nvSpPr>
        <p:spPr>
          <a:xfrm>
            <a:off x="4102234" y="422513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Oval 1513"/>
          <p:cNvSpPr/>
          <p:nvPr/>
        </p:nvSpPr>
        <p:spPr>
          <a:xfrm>
            <a:off x="3153277" y="422872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Oval 1514"/>
          <p:cNvSpPr/>
          <p:nvPr/>
        </p:nvSpPr>
        <p:spPr>
          <a:xfrm>
            <a:off x="9717944" y="423424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Oval 1515"/>
          <p:cNvSpPr/>
          <p:nvPr/>
        </p:nvSpPr>
        <p:spPr>
          <a:xfrm>
            <a:off x="3319532" y="429011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Oval 1516"/>
          <p:cNvSpPr/>
          <p:nvPr/>
        </p:nvSpPr>
        <p:spPr>
          <a:xfrm>
            <a:off x="6550887" y="429334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Oval 1517"/>
          <p:cNvSpPr/>
          <p:nvPr/>
        </p:nvSpPr>
        <p:spPr>
          <a:xfrm>
            <a:off x="9622227" y="4294767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Oval 1518"/>
          <p:cNvSpPr/>
          <p:nvPr/>
        </p:nvSpPr>
        <p:spPr>
          <a:xfrm>
            <a:off x="4273564" y="429620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Oval 1519"/>
          <p:cNvSpPr/>
          <p:nvPr/>
        </p:nvSpPr>
        <p:spPr>
          <a:xfrm>
            <a:off x="3136147" y="429809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Oval 1520"/>
          <p:cNvSpPr/>
          <p:nvPr/>
        </p:nvSpPr>
        <p:spPr>
          <a:xfrm>
            <a:off x="6843369" y="431210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Oval 1521"/>
          <p:cNvSpPr/>
          <p:nvPr/>
        </p:nvSpPr>
        <p:spPr>
          <a:xfrm>
            <a:off x="4267311" y="431223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Oval 1522"/>
          <p:cNvSpPr/>
          <p:nvPr/>
        </p:nvSpPr>
        <p:spPr>
          <a:xfrm>
            <a:off x="4041749" y="432497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Oval 1523"/>
          <p:cNvSpPr/>
          <p:nvPr/>
        </p:nvSpPr>
        <p:spPr>
          <a:xfrm>
            <a:off x="7384628" y="435548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Oval 1524"/>
          <p:cNvSpPr/>
          <p:nvPr/>
        </p:nvSpPr>
        <p:spPr>
          <a:xfrm>
            <a:off x="7483213" y="436071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Oval 1525"/>
          <p:cNvSpPr/>
          <p:nvPr/>
        </p:nvSpPr>
        <p:spPr>
          <a:xfrm>
            <a:off x="7298634" y="4363537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Oval 1526"/>
          <p:cNvSpPr/>
          <p:nvPr/>
        </p:nvSpPr>
        <p:spPr>
          <a:xfrm>
            <a:off x="7461478" y="436572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Oval 1527"/>
          <p:cNvSpPr/>
          <p:nvPr/>
        </p:nvSpPr>
        <p:spPr>
          <a:xfrm>
            <a:off x="4173682" y="436979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Oval 1528"/>
          <p:cNvSpPr/>
          <p:nvPr/>
        </p:nvSpPr>
        <p:spPr>
          <a:xfrm>
            <a:off x="8179355" y="438269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Oval 1529"/>
          <p:cNvSpPr/>
          <p:nvPr/>
        </p:nvSpPr>
        <p:spPr>
          <a:xfrm>
            <a:off x="1485507" y="439301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Oval 1530"/>
          <p:cNvSpPr/>
          <p:nvPr/>
        </p:nvSpPr>
        <p:spPr>
          <a:xfrm>
            <a:off x="3886691" y="440010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Oval 1531"/>
          <p:cNvSpPr/>
          <p:nvPr/>
        </p:nvSpPr>
        <p:spPr>
          <a:xfrm>
            <a:off x="4232132" y="440206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Oval 1532"/>
          <p:cNvSpPr/>
          <p:nvPr/>
        </p:nvSpPr>
        <p:spPr>
          <a:xfrm>
            <a:off x="4043434" y="442750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Oval 1533"/>
          <p:cNvSpPr/>
          <p:nvPr/>
        </p:nvSpPr>
        <p:spPr>
          <a:xfrm>
            <a:off x="1671123" y="443029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Oval 1534"/>
          <p:cNvSpPr/>
          <p:nvPr/>
        </p:nvSpPr>
        <p:spPr>
          <a:xfrm>
            <a:off x="4300270" y="444842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Oval 1535"/>
          <p:cNvSpPr/>
          <p:nvPr/>
        </p:nvSpPr>
        <p:spPr>
          <a:xfrm>
            <a:off x="6845156" y="446321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Oval 1536"/>
          <p:cNvSpPr/>
          <p:nvPr/>
        </p:nvSpPr>
        <p:spPr>
          <a:xfrm>
            <a:off x="4057402" y="448497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Oval 1537"/>
          <p:cNvSpPr/>
          <p:nvPr/>
        </p:nvSpPr>
        <p:spPr>
          <a:xfrm>
            <a:off x="3404313" y="448597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Oval 1538"/>
          <p:cNvSpPr/>
          <p:nvPr/>
        </p:nvSpPr>
        <p:spPr>
          <a:xfrm>
            <a:off x="4289991" y="449423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Oval 1539"/>
          <p:cNvSpPr/>
          <p:nvPr/>
        </p:nvSpPr>
        <p:spPr>
          <a:xfrm>
            <a:off x="3897320" y="450440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Oval 1540"/>
          <p:cNvSpPr/>
          <p:nvPr/>
        </p:nvSpPr>
        <p:spPr>
          <a:xfrm>
            <a:off x="7127480" y="450486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Oval 1541"/>
          <p:cNvSpPr/>
          <p:nvPr/>
        </p:nvSpPr>
        <p:spPr>
          <a:xfrm>
            <a:off x="4565707" y="4513741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Oval 1542"/>
          <p:cNvSpPr/>
          <p:nvPr/>
        </p:nvSpPr>
        <p:spPr>
          <a:xfrm>
            <a:off x="7928976" y="452233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Oval 1543"/>
          <p:cNvSpPr/>
          <p:nvPr/>
        </p:nvSpPr>
        <p:spPr>
          <a:xfrm>
            <a:off x="8535798" y="452443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Oval 1544"/>
          <p:cNvSpPr/>
          <p:nvPr/>
        </p:nvSpPr>
        <p:spPr>
          <a:xfrm>
            <a:off x="4177499" y="454180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Oval 1545"/>
          <p:cNvSpPr/>
          <p:nvPr/>
        </p:nvSpPr>
        <p:spPr>
          <a:xfrm>
            <a:off x="2653866" y="454180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Oval 1546"/>
          <p:cNvSpPr/>
          <p:nvPr/>
        </p:nvSpPr>
        <p:spPr>
          <a:xfrm>
            <a:off x="4378218" y="454688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Oval 1547"/>
          <p:cNvSpPr/>
          <p:nvPr/>
        </p:nvSpPr>
        <p:spPr>
          <a:xfrm>
            <a:off x="4051342" y="455213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Oval 1548"/>
          <p:cNvSpPr/>
          <p:nvPr/>
        </p:nvSpPr>
        <p:spPr>
          <a:xfrm>
            <a:off x="4283688" y="455674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Oval 1549"/>
          <p:cNvSpPr/>
          <p:nvPr/>
        </p:nvSpPr>
        <p:spPr>
          <a:xfrm>
            <a:off x="7370424" y="4563871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Oval 1550"/>
          <p:cNvSpPr/>
          <p:nvPr/>
        </p:nvSpPr>
        <p:spPr>
          <a:xfrm>
            <a:off x="1983113" y="456739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Oval 1551"/>
          <p:cNvSpPr/>
          <p:nvPr/>
        </p:nvSpPr>
        <p:spPr>
          <a:xfrm>
            <a:off x="4712228" y="456886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Oval 1552"/>
          <p:cNvSpPr/>
          <p:nvPr/>
        </p:nvSpPr>
        <p:spPr>
          <a:xfrm>
            <a:off x="2929008" y="457623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Oval 1553"/>
          <p:cNvSpPr/>
          <p:nvPr/>
        </p:nvSpPr>
        <p:spPr>
          <a:xfrm>
            <a:off x="8383672" y="457698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Oval 1554"/>
          <p:cNvSpPr/>
          <p:nvPr/>
        </p:nvSpPr>
        <p:spPr>
          <a:xfrm>
            <a:off x="4647226" y="458314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Oval 1555"/>
          <p:cNvSpPr/>
          <p:nvPr/>
        </p:nvSpPr>
        <p:spPr>
          <a:xfrm>
            <a:off x="8305959" y="458866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Oval 1556"/>
          <p:cNvSpPr/>
          <p:nvPr/>
        </p:nvSpPr>
        <p:spPr>
          <a:xfrm>
            <a:off x="8972425" y="4592257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Oval 1557"/>
          <p:cNvSpPr/>
          <p:nvPr/>
        </p:nvSpPr>
        <p:spPr>
          <a:xfrm>
            <a:off x="2286617" y="459521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Oval 1558"/>
          <p:cNvSpPr/>
          <p:nvPr/>
        </p:nvSpPr>
        <p:spPr>
          <a:xfrm>
            <a:off x="7080343" y="459928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Oval 1559"/>
          <p:cNvSpPr/>
          <p:nvPr/>
        </p:nvSpPr>
        <p:spPr>
          <a:xfrm>
            <a:off x="4012433" y="4600391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Oval 1560"/>
          <p:cNvSpPr/>
          <p:nvPr/>
        </p:nvSpPr>
        <p:spPr>
          <a:xfrm>
            <a:off x="4360951" y="460210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Oval 1561"/>
          <p:cNvSpPr/>
          <p:nvPr/>
        </p:nvSpPr>
        <p:spPr>
          <a:xfrm>
            <a:off x="7865627" y="4603981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Oval 1562"/>
          <p:cNvSpPr/>
          <p:nvPr/>
        </p:nvSpPr>
        <p:spPr>
          <a:xfrm>
            <a:off x="7099100" y="460505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Oval 1563"/>
          <p:cNvSpPr/>
          <p:nvPr/>
        </p:nvSpPr>
        <p:spPr>
          <a:xfrm>
            <a:off x="7350706" y="4609481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Oval 1564"/>
          <p:cNvSpPr/>
          <p:nvPr/>
        </p:nvSpPr>
        <p:spPr>
          <a:xfrm>
            <a:off x="9717944" y="4613321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Oval 1565"/>
          <p:cNvSpPr/>
          <p:nvPr/>
        </p:nvSpPr>
        <p:spPr>
          <a:xfrm>
            <a:off x="3664074" y="461338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Oval 1566"/>
          <p:cNvSpPr/>
          <p:nvPr/>
        </p:nvSpPr>
        <p:spPr>
          <a:xfrm>
            <a:off x="9717944" y="461623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Oval 1567"/>
          <p:cNvSpPr/>
          <p:nvPr/>
        </p:nvSpPr>
        <p:spPr>
          <a:xfrm>
            <a:off x="4510490" y="461636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Oval 1568"/>
          <p:cNvSpPr/>
          <p:nvPr/>
        </p:nvSpPr>
        <p:spPr>
          <a:xfrm>
            <a:off x="4568049" y="4622231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Oval 1569"/>
          <p:cNvSpPr/>
          <p:nvPr/>
        </p:nvSpPr>
        <p:spPr>
          <a:xfrm>
            <a:off x="8007452" y="4625967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Oval 1570"/>
          <p:cNvSpPr/>
          <p:nvPr/>
        </p:nvSpPr>
        <p:spPr>
          <a:xfrm>
            <a:off x="3901379" y="462815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xfrm>
            <a:off x="4601199" y="462827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Oval 1572"/>
          <p:cNvSpPr/>
          <p:nvPr/>
        </p:nvSpPr>
        <p:spPr>
          <a:xfrm>
            <a:off x="4600650" y="462987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Oval 1573"/>
          <p:cNvSpPr/>
          <p:nvPr/>
        </p:nvSpPr>
        <p:spPr>
          <a:xfrm>
            <a:off x="6782072" y="463166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Oval 1574"/>
          <p:cNvSpPr/>
          <p:nvPr/>
        </p:nvSpPr>
        <p:spPr>
          <a:xfrm>
            <a:off x="2766554" y="463563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Oval 1575"/>
          <p:cNvSpPr/>
          <p:nvPr/>
        </p:nvSpPr>
        <p:spPr>
          <a:xfrm>
            <a:off x="7657153" y="463818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Oval 1576"/>
          <p:cNvSpPr/>
          <p:nvPr/>
        </p:nvSpPr>
        <p:spPr>
          <a:xfrm>
            <a:off x="1737961" y="464091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Oval 1577"/>
          <p:cNvSpPr/>
          <p:nvPr/>
        </p:nvSpPr>
        <p:spPr>
          <a:xfrm>
            <a:off x="4611177" y="464233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Oval 1578"/>
          <p:cNvSpPr/>
          <p:nvPr/>
        </p:nvSpPr>
        <p:spPr>
          <a:xfrm>
            <a:off x="4580070" y="464303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Oval 1579"/>
          <p:cNvSpPr/>
          <p:nvPr/>
        </p:nvSpPr>
        <p:spPr>
          <a:xfrm>
            <a:off x="9163398" y="464497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Oval 1580"/>
          <p:cNvSpPr/>
          <p:nvPr/>
        </p:nvSpPr>
        <p:spPr>
          <a:xfrm>
            <a:off x="7066740" y="464528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Oval 1581"/>
          <p:cNvSpPr/>
          <p:nvPr/>
        </p:nvSpPr>
        <p:spPr>
          <a:xfrm>
            <a:off x="3809628" y="464566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Oval 1582"/>
          <p:cNvSpPr/>
          <p:nvPr/>
        </p:nvSpPr>
        <p:spPr>
          <a:xfrm>
            <a:off x="9717944" y="464651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Oval 1583"/>
          <p:cNvSpPr/>
          <p:nvPr/>
        </p:nvSpPr>
        <p:spPr>
          <a:xfrm>
            <a:off x="6416283" y="465158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Oval 1584"/>
          <p:cNvSpPr/>
          <p:nvPr/>
        </p:nvSpPr>
        <p:spPr>
          <a:xfrm>
            <a:off x="7733672" y="465169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Oval 1585"/>
          <p:cNvSpPr/>
          <p:nvPr/>
        </p:nvSpPr>
        <p:spPr>
          <a:xfrm>
            <a:off x="8608044" y="465271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Oval 1586"/>
          <p:cNvSpPr/>
          <p:nvPr/>
        </p:nvSpPr>
        <p:spPr>
          <a:xfrm>
            <a:off x="7081532" y="465340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Oval 1587"/>
          <p:cNvSpPr/>
          <p:nvPr/>
        </p:nvSpPr>
        <p:spPr>
          <a:xfrm>
            <a:off x="3077432" y="4660263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Oval 1588"/>
          <p:cNvSpPr/>
          <p:nvPr/>
        </p:nvSpPr>
        <p:spPr>
          <a:xfrm>
            <a:off x="4148196" y="4663125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Oval 1589"/>
          <p:cNvSpPr/>
          <p:nvPr/>
        </p:nvSpPr>
        <p:spPr>
          <a:xfrm>
            <a:off x="3711770" y="466480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Oval 1590"/>
          <p:cNvSpPr/>
          <p:nvPr/>
        </p:nvSpPr>
        <p:spPr>
          <a:xfrm>
            <a:off x="4191585" y="467253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Oval 1591"/>
          <p:cNvSpPr/>
          <p:nvPr/>
        </p:nvSpPr>
        <p:spPr>
          <a:xfrm>
            <a:off x="2233861" y="467330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Oval 1592"/>
          <p:cNvSpPr/>
          <p:nvPr/>
        </p:nvSpPr>
        <p:spPr>
          <a:xfrm>
            <a:off x="4456180" y="467804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Oval 1593"/>
          <p:cNvSpPr/>
          <p:nvPr/>
        </p:nvSpPr>
        <p:spPr>
          <a:xfrm>
            <a:off x="3656643" y="468003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Oval 1594"/>
          <p:cNvSpPr/>
          <p:nvPr/>
        </p:nvSpPr>
        <p:spPr>
          <a:xfrm>
            <a:off x="4236097" y="4680850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Oval 1595"/>
          <p:cNvSpPr/>
          <p:nvPr/>
        </p:nvSpPr>
        <p:spPr>
          <a:xfrm>
            <a:off x="6469032" y="468470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Oval 1596"/>
          <p:cNvSpPr/>
          <p:nvPr/>
        </p:nvSpPr>
        <p:spPr>
          <a:xfrm>
            <a:off x="2910732" y="468519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Oval 1597"/>
          <p:cNvSpPr/>
          <p:nvPr/>
        </p:nvSpPr>
        <p:spPr>
          <a:xfrm>
            <a:off x="4758580" y="4691998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Oval 1598"/>
          <p:cNvSpPr/>
          <p:nvPr/>
        </p:nvSpPr>
        <p:spPr>
          <a:xfrm>
            <a:off x="4750033" y="469674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Oval 1599"/>
          <p:cNvSpPr/>
          <p:nvPr/>
        </p:nvSpPr>
        <p:spPr>
          <a:xfrm>
            <a:off x="6523997" y="4697256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Oval 1600"/>
          <p:cNvSpPr/>
          <p:nvPr/>
        </p:nvSpPr>
        <p:spPr>
          <a:xfrm>
            <a:off x="8322358" y="471132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Oval 1601"/>
          <p:cNvSpPr/>
          <p:nvPr/>
        </p:nvSpPr>
        <p:spPr>
          <a:xfrm>
            <a:off x="6990563" y="471300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Oval 1602"/>
          <p:cNvSpPr/>
          <p:nvPr/>
        </p:nvSpPr>
        <p:spPr>
          <a:xfrm>
            <a:off x="4585061" y="4716222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Oval 1603"/>
          <p:cNvSpPr/>
          <p:nvPr/>
        </p:nvSpPr>
        <p:spPr>
          <a:xfrm>
            <a:off x="6631405" y="471629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Oval 1604"/>
          <p:cNvSpPr/>
          <p:nvPr/>
        </p:nvSpPr>
        <p:spPr>
          <a:xfrm>
            <a:off x="9717944" y="4717944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Oval 1605"/>
          <p:cNvSpPr/>
          <p:nvPr/>
        </p:nvSpPr>
        <p:spPr>
          <a:xfrm>
            <a:off x="4411503" y="472141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Oval 1606"/>
          <p:cNvSpPr/>
          <p:nvPr/>
        </p:nvSpPr>
        <p:spPr>
          <a:xfrm>
            <a:off x="6485707" y="4723357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Oval 1607"/>
          <p:cNvSpPr/>
          <p:nvPr/>
        </p:nvSpPr>
        <p:spPr>
          <a:xfrm>
            <a:off x="7298978" y="4726209"/>
            <a:ext cx="76000" cy="76000"/>
          </a:xfrm>
          <a:prstGeom prst="ellipse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622495" y="380520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LINC01139</a:t>
            </a:r>
          </a:p>
        </p:txBody>
      </p:sp>
      <p:sp>
        <p:nvSpPr>
          <p:cNvPr id="1610" name="TextBox 1609"/>
          <p:cNvSpPr txBox="1"/>
          <p:nvPr/>
        </p:nvSpPr>
        <p:spPr>
          <a:xfrm>
            <a:off x="9847384" y="423881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LINC01087</a:t>
            </a:r>
          </a:p>
        </p:txBody>
      </p:sp>
      <p:sp>
        <p:nvSpPr>
          <p:cNvPr id="1611" name="TextBox 1610"/>
          <p:cNvSpPr txBox="1"/>
          <p:nvPr/>
        </p:nvSpPr>
        <p:spPr>
          <a:xfrm>
            <a:off x="9847384" y="460573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FOXI3</a:t>
            </a:r>
          </a:p>
        </p:txBody>
      </p:sp>
      <p:sp>
        <p:nvSpPr>
          <p:cNvPr id="1612" name="TextBox 1611"/>
          <p:cNvSpPr txBox="1"/>
          <p:nvPr/>
        </p:nvSpPr>
        <p:spPr>
          <a:xfrm>
            <a:off x="9847384" y="458388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CT83</a:t>
            </a:r>
          </a:p>
        </p:txBody>
      </p:sp>
      <p:sp>
        <p:nvSpPr>
          <p:cNvPr id="1613" name="TextBox 1612"/>
          <p:cNvSpPr txBox="1"/>
          <p:nvPr/>
        </p:nvSpPr>
        <p:spPr>
          <a:xfrm>
            <a:off x="9543630" y="3768886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SPAG17</a:t>
            </a:r>
          </a:p>
        </p:txBody>
      </p:sp>
      <p:sp>
        <p:nvSpPr>
          <p:cNvPr id="1614" name="TextBox 1613"/>
          <p:cNvSpPr txBox="1"/>
          <p:nvPr/>
        </p:nvSpPr>
        <p:spPr>
          <a:xfrm>
            <a:off x="2080724" y="307227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CPLX2</a:t>
            </a:r>
          </a:p>
        </p:txBody>
      </p:sp>
      <p:sp>
        <p:nvSpPr>
          <p:cNvPr id="1615" name="TextBox 1614"/>
          <p:cNvSpPr txBox="1"/>
          <p:nvPr/>
        </p:nvSpPr>
        <p:spPr>
          <a:xfrm>
            <a:off x="1685775" y="340830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LCN15</a:t>
            </a:r>
          </a:p>
        </p:txBody>
      </p:sp>
      <p:sp>
        <p:nvSpPr>
          <p:cNvPr id="1616" name="TextBox 1615"/>
          <p:cNvSpPr txBox="1"/>
          <p:nvPr/>
        </p:nvSpPr>
        <p:spPr>
          <a:xfrm>
            <a:off x="9847384" y="471491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BOK-AS1</a:t>
            </a:r>
          </a:p>
        </p:txBody>
      </p:sp>
      <p:sp>
        <p:nvSpPr>
          <p:cNvPr id="1617" name="TextBox 1616"/>
          <p:cNvSpPr txBox="1"/>
          <p:nvPr/>
        </p:nvSpPr>
        <p:spPr>
          <a:xfrm>
            <a:off x="9751667" y="428932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SCN2A</a:t>
            </a:r>
          </a:p>
        </p:txBody>
      </p:sp>
      <p:sp>
        <p:nvSpPr>
          <p:cNvPr id="1618" name="TextBox 1617"/>
          <p:cNvSpPr txBox="1"/>
          <p:nvPr/>
        </p:nvSpPr>
        <p:spPr>
          <a:xfrm>
            <a:off x="9847384" y="457787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DNAAF4-CCPG1</a:t>
            </a:r>
          </a:p>
        </p:txBody>
      </p:sp>
      <p:sp>
        <p:nvSpPr>
          <p:cNvPr id="1619" name="TextBox 1618"/>
          <p:cNvSpPr txBox="1"/>
          <p:nvPr/>
        </p:nvSpPr>
        <p:spPr>
          <a:xfrm>
            <a:off x="654827" y="433816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REG3G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840443" y="4372990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ANKRD34B</a:t>
            </a:r>
          </a:p>
        </p:txBody>
      </p:sp>
      <p:sp>
        <p:nvSpPr>
          <p:cNvPr id="1621" name="TextBox 1620"/>
          <p:cNvSpPr txBox="1"/>
          <p:nvPr/>
        </p:nvSpPr>
        <p:spPr>
          <a:xfrm>
            <a:off x="907281" y="458124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C8orf44-SGK3</a:t>
            </a:r>
          </a:p>
        </p:txBody>
      </p:sp>
      <p:sp>
        <p:nvSpPr>
          <p:cNvPr id="1622" name="TextBox 1621"/>
          <p:cNvSpPr txBox="1"/>
          <p:nvPr/>
        </p:nvSpPr>
        <p:spPr>
          <a:xfrm>
            <a:off x="1152433" y="452675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PRND</a:t>
            </a:r>
          </a:p>
        </p:txBody>
      </p:sp>
      <p:sp>
        <p:nvSpPr>
          <p:cNvPr id="1623" name="TextBox 1622"/>
          <p:cNvSpPr txBox="1"/>
          <p:nvPr/>
        </p:nvSpPr>
        <p:spPr>
          <a:xfrm>
            <a:off x="2024556" y="409884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PLAC4</a:t>
            </a:r>
          </a:p>
        </p:txBody>
      </p:sp>
      <p:sp>
        <p:nvSpPr>
          <p:cNvPr id="1624" name="TextBox 1623"/>
          <p:cNvSpPr txBox="1"/>
          <p:nvPr/>
        </p:nvSpPr>
        <p:spPr>
          <a:xfrm>
            <a:off x="9292838" y="461517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LOC101927281</a:t>
            </a:r>
          </a:p>
        </p:txBody>
      </p:sp>
      <p:sp>
        <p:nvSpPr>
          <p:cNvPr id="1625" name="TextBox 1624"/>
          <p:cNvSpPr txBox="1"/>
          <p:nvPr/>
        </p:nvSpPr>
        <p:spPr>
          <a:xfrm>
            <a:off x="8143105" y="4007450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LINC00659</a:t>
            </a:r>
          </a:p>
        </p:txBody>
      </p:sp>
      <p:sp>
        <p:nvSpPr>
          <p:cNvPr id="1626" name="TextBox 1625"/>
          <p:cNvSpPr txBox="1"/>
          <p:nvPr/>
        </p:nvSpPr>
        <p:spPr>
          <a:xfrm>
            <a:off x="9101865" y="458637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SHOC1</a:t>
            </a:r>
          </a:p>
        </p:txBody>
      </p:sp>
      <p:sp>
        <p:nvSpPr>
          <p:cNvPr id="1627" name="TextBox 1626"/>
          <p:cNvSpPr txBox="1"/>
          <p:nvPr/>
        </p:nvSpPr>
        <p:spPr>
          <a:xfrm>
            <a:off x="8246891" y="410247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LOC107985906</a:t>
            </a:r>
          </a:p>
        </p:txBody>
      </p:sp>
      <p:sp>
        <p:nvSpPr>
          <p:cNvPr id="1628" name="TextBox 1627"/>
          <p:cNvSpPr txBox="1"/>
          <p:nvPr/>
        </p:nvSpPr>
        <p:spPr>
          <a:xfrm>
            <a:off x="1455937" y="460895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LOC107984988</a:t>
            </a:r>
          </a:p>
        </p:txBody>
      </p:sp>
      <p:sp>
        <p:nvSpPr>
          <p:cNvPr id="1629" name="TextBox 1628"/>
          <p:cNvSpPr txBox="1"/>
          <p:nvPr/>
        </p:nvSpPr>
        <p:spPr>
          <a:xfrm>
            <a:off x="7861706" y="377505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LOC102724830</a:t>
            </a:r>
          </a:p>
        </p:txBody>
      </p:sp>
      <p:sp>
        <p:nvSpPr>
          <p:cNvPr id="1630" name="TextBox 1629"/>
          <p:cNvSpPr txBox="1"/>
          <p:nvPr/>
        </p:nvSpPr>
        <p:spPr>
          <a:xfrm>
            <a:off x="1403181" y="460417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ANGPTL7</a:t>
            </a:r>
          </a:p>
        </p:txBody>
      </p:sp>
      <p:sp>
        <p:nvSpPr>
          <p:cNvPr id="1631" name="TextBox 1630"/>
          <p:cNvSpPr txBox="1"/>
          <p:nvPr/>
        </p:nvSpPr>
        <p:spPr>
          <a:xfrm>
            <a:off x="8665238" y="450053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LOC101927436</a:t>
            </a:r>
          </a:p>
        </p:txBody>
      </p:sp>
      <p:sp>
        <p:nvSpPr>
          <p:cNvPr id="1632" name="TextBox 1631"/>
          <p:cNvSpPr txBox="1"/>
          <p:nvPr/>
        </p:nvSpPr>
        <p:spPr>
          <a:xfrm>
            <a:off x="2322597" y="414796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REG1A</a:t>
            </a:r>
          </a:p>
        </p:txBody>
      </p:sp>
      <p:sp>
        <p:nvSpPr>
          <p:cNvPr id="1633" name="TextBox 1632"/>
          <p:cNvSpPr txBox="1"/>
          <p:nvPr/>
        </p:nvSpPr>
        <p:spPr>
          <a:xfrm>
            <a:off x="1823186" y="446022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LOC105372279</a:t>
            </a:r>
          </a:p>
        </p:txBody>
      </p:sp>
      <p:sp>
        <p:nvSpPr>
          <p:cNvPr id="1634" name="TextBox 1633"/>
          <p:cNvSpPr txBox="1"/>
          <p:nvPr/>
        </p:nvSpPr>
        <p:spPr>
          <a:xfrm>
            <a:off x="8308795" y="4349030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DPF1</a:t>
            </a:r>
          </a:p>
        </p:txBody>
      </p:sp>
      <p:sp>
        <p:nvSpPr>
          <p:cNvPr id="1635" name="TextBox 1634"/>
          <p:cNvSpPr txBox="1"/>
          <p:nvPr/>
        </p:nvSpPr>
        <p:spPr>
          <a:xfrm>
            <a:off x="2305467" y="425956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LOC100130256</a:t>
            </a:r>
          </a:p>
        </p:txBody>
      </p:sp>
      <p:sp>
        <p:nvSpPr>
          <p:cNvPr id="1636" name="TextBox 1635"/>
          <p:cNvSpPr txBox="1"/>
          <p:nvPr/>
        </p:nvSpPr>
        <p:spPr>
          <a:xfrm>
            <a:off x="8737484" y="465928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TMC2</a:t>
            </a:r>
          </a:p>
        </p:txBody>
      </p:sp>
      <p:sp>
        <p:nvSpPr>
          <p:cNvPr id="1637" name="TextBox 1636"/>
          <p:cNvSpPr txBox="1"/>
          <p:nvPr/>
        </p:nvSpPr>
        <p:spPr>
          <a:xfrm>
            <a:off x="8513112" y="455475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LY6D</a:t>
            </a:r>
          </a:p>
        </p:txBody>
      </p:sp>
      <p:sp>
        <p:nvSpPr>
          <p:cNvPr id="1638" name="TextBox 1637"/>
          <p:cNvSpPr txBox="1"/>
          <p:nvPr/>
        </p:nvSpPr>
        <p:spPr>
          <a:xfrm>
            <a:off x="7721557" y="398693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SENP3-EIF4A1</a:t>
            </a:r>
          </a:p>
        </p:txBody>
      </p:sp>
      <p:sp>
        <p:nvSpPr>
          <p:cNvPr id="1639" name="TextBox 1638"/>
          <p:cNvSpPr txBox="1"/>
          <p:nvPr/>
        </p:nvSpPr>
        <p:spPr>
          <a:xfrm>
            <a:off x="2685407" y="406713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MT1M</a:t>
            </a:r>
          </a:p>
        </p:txBody>
      </p:sp>
      <p:sp>
        <p:nvSpPr>
          <p:cNvPr id="1640" name="TextBox 1639"/>
          <p:cNvSpPr txBox="1"/>
          <p:nvPr/>
        </p:nvSpPr>
        <p:spPr>
          <a:xfrm>
            <a:off x="2488852" y="422971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CNTN1</a:t>
            </a:r>
          </a:p>
        </p:txBody>
      </p:sp>
      <p:sp>
        <p:nvSpPr>
          <p:cNvPr id="1641" name="TextBox 1640"/>
          <p:cNvSpPr txBox="1"/>
          <p:nvPr/>
        </p:nvSpPr>
        <p:spPr>
          <a:xfrm>
            <a:off x="1935874" y="455166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CLDN10</a:t>
            </a:r>
          </a:p>
        </p:txBody>
      </p:sp>
      <p:sp>
        <p:nvSpPr>
          <p:cNvPr id="1642" name="TextBox 1641"/>
          <p:cNvSpPr txBox="1"/>
          <p:nvPr/>
        </p:nvSpPr>
        <p:spPr>
          <a:xfrm>
            <a:off x="8435399" y="452275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LOC112268266</a:t>
            </a:r>
          </a:p>
        </p:txBody>
      </p:sp>
      <p:sp>
        <p:nvSpPr>
          <p:cNvPr id="1643" name="TextBox 1642"/>
          <p:cNvSpPr txBox="1"/>
          <p:nvPr/>
        </p:nvSpPr>
        <p:spPr>
          <a:xfrm>
            <a:off x="2098328" y="456028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HSPB3</a:t>
            </a:r>
          </a:p>
        </p:txBody>
      </p:sp>
      <p:sp>
        <p:nvSpPr>
          <p:cNvPr id="1644" name="TextBox 1643"/>
          <p:cNvSpPr txBox="1"/>
          <p:nvPr/>
        </p:nvSpPr>
        <p:spPr>
          <a:xfrm>
            <a:off x="7722024" y="407987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SERPINB7</a:t>
            </a:r>
          </a:p>
        </p:txBody>
      </p:sp>
      <p:sp>
        <p:nvSpPr>
          <p:cNvPr id="1645" name="TextBox 1644"/>
          <p:cNvSpPr txBox="1"/>
          <p:nvPr/>
        </p:nvSpPr>
        <p:spPr>
          <a:xfrm>
            <a:off x="2756786" y="411291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LOC105376567</a:t>
            </a:r>
          </a:p>
        </p:txBody>
      </p:sp>
      <p:sp>
        <p:nvSpPr>
          <p:cNvPr id="1646" name="TextBox 1645"/>
          <p:cNvSpPr txBox="1"/>
          <p:nvPr/>
        </p:nvSpPr>
        <p:spPr>
          <a:xfrm>
            <a:off x="7376050" y="375206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RBP4</a:t>
            </a:r>
          </a:p>
        </p:txBody>
      </p:sp>
      <p:sp>
        <p:nvSpPr>
          <p:cNvPr id="1647" name="TextBox 1646"/>
          <p:cNvSpPr txBox="1"/>
          <p:nvPr/>
        </p:nvSpPr>
        <p:spPr>
          <a:xfrm>
            <a:off x="8451798" y="4709181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SOX2</a:t>
            </a:r>
          </a:p>
        </p:txBody>
      </p:sp>
      <p:sp>
        <p:nvSpPr>
          <p:cNvPr id="1648" name="TextBox 1647"/>
          <p:cNvSpPr txBox="1"/>
          <p:nvPr/>
        </p:nvSpPr>
        <p:spPr>
          <a:xfrm>
            <a:off x="3149103" y="371004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LRRN3</a:t>
            </a:r>
          </a:p>
        </p:txBody>
      </p:sp>
      <p:sp>
        <p:nvSpPr>
          <p:cNvPr id="1649" name="TextBox 1648"/>
          <p:cNvSpPr txBox="1"/>
          <p:nvPr/>
        </p:nvSpPr>
        <p:spPr>
          <a:xfrm>
            <a:off x="2080052" y="462680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CPA2</a:t>
            </a:r>
          </a:p>
        </p:txBody>
      </p:sp>
      <p:sp>
        <p:nvSpPr>
          <p:cNvPr id="1650" name="TextBox 1649"/>
          <p:cNvSpPr txBox="1"/>
          <p:nvPr/>
        </p:nvSpPr>
        <p:spPr>
          <a:xfrm>
            <a:off x="3127265" y="384199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PCDHGB4</a:t>
            </a:r>
          </a:p>
        </p:txBody>
      </p:sp>
      <p:sp>
        <p:nvSpPr>
          <p:cNvPr id="1651" name="TextBox 1650"/>
          <p:cNvSpPr txBox="1"/>
          <p:nvPr/>
        </p:nvSpPr>
        <p:spPr>
          <a:xfrm>
            <a:off x="8058416" y="448816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LINC02154</a:t>
            </a:r>
          </a:p>
        </p:txBody>
      </p:sp>
      <p:sp>
        <p:nvSpPr>
          <p:cNvPr id="1652" name="TextBox 1651"/>
          <p:cNvSpPr txBox="1"/>
          <p:nvPr/>
        </p:nvSpPr>
        <p:spPr>
          <a:xfrm>
            <a:off x="2823595" y="420017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NXPH3</a:t>
            </a:r>
          </a:p>
        </p:txBody>
      </p:sp>
      <p:sp>
        <p:nvSpPr>
          <p:cNvPr id="1653" name="TextBox 1652"/>
          <p:cNvSpPr txBox="1"/>
          <p:nvPr/>
        </p:nvSpPr>
        <p:spPr>
          <a:xfrm>
            <a:off x="3340603" y="355257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SHC2</a:t>
            </a:r>
          </a:p>
        </p:txBody>
      </p:sp>
      <p:sp>
        <p:nvSpPr>
          <p:cNvPr id="1654" name="TextBox 1653"/>
          <p:cNvSpPr txBox="1"/>
          <p:nvPr/>
        </p:nvSpPr>
        <p:spPr>
          <a:xfrm>
            <a:off x="2246752" y="464928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NPTX2</a:t>
            </a:r>
          </a:p>
        </p:txBody>
      </p:sp>
      <p:sp>
        <p:nvSpPr>
          <p:cNvPr id="1655" name="TextBox 1654"/>
          <p:cNvSpPr txBox="1"/>
          <p:nvPr/>
        </p:nvSpPr>
        <p:spPr>
          <a:xfrm>
            <a:off x="8136892" y="454996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IGF2BP3</a:t>
            </a:r>
          </a:p>
        </p:txBody>
      </p:sp>
      <p:sp>
        <p:nvSpPr>
          <p:cNvPr id="1656" name="TextBox 1655"/>
          <p:cNvSpPr txBox="1"/>
          <p:nvPr/>
        </p:nvSpPr>
        <p:spPr>
          <a:xfrm>
            <a:off x="2989621" y="408437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RBP1</a:t>
            </a:r>
          </a:p>
        </p:txBody>
      </p:sp>
      <p:sp>
        <p:nvSpPr>
          <p:cNvPr id="1657" name="TextBox 1656"/>
          <p:cNvSpPr txBox="1"/>
          <p:nvPr/>
        </p:nvSpPr>
        <p:spPr>
          <a:xfrm>
            <a:off x="2573633" y="445159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AKR1C4</a:t>
            </a:r>
          </a:p>
        </p:txBody>
      </p:sp>
      <p:sp>
        <p:nvSpPr>
          <p:cNvPr id="1658" name="TextBox 1657"/>
          <p:cNvSpPr txBox="1"/>
          <p:nvPr/>
        </p:nvSpPr>
        <p:spPr>
          <a:xfrm>
            <a:off x="7995067" y="4605962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ALPP</a:t>
            </a:r>
          </a:p>
        </p:txBody>
      </p:sp>
      <p:sp>
        <p:nvSpPr>
          <p:cNvPr id="1659" name="TextBox 1658"/>
          <p:cNvSpPr txBox="1"/>
          <p:nvPr/>
        </p:nvSpPr>
        <p:spPr>
          <a:xfrm>
            <a:off x="7612653" y="4311693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LOC105370092</a:t>
            </a:r>
          </a:p>
        </p:txBody>
      </p:sp>
      <p:sp>
        <p:nvSpPr>
          <p:cNvPr id="1660" name="TextBox 1659"/>
          <p:cNvSpPr txBox="1"/>
          <p:nvPr/>
        </p:nvSpPr>
        <p:spPr>
          <a:xfrm>
            <a:off x="7590918" y="434039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ADAMTS15</a:t>
            </a:r>
          </a:p>
        </p:txBody>
      </p:sp>
      <p:sp>
        <p:nvSpPr>
          <p:cNvPr id="1661" name="TextBox 1660"/>
          <p:cNvSpPr txBox="1"/>
          <p:nvPr/>
        </p:nvSpPr>
        <p:spPr>
          <a:xfrm>
            <a:off x="7514068" y="427625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FABP3</a:t>
            </a:r>
          </a:p>
        </p:txBody>
      </p:sp>
      <p:sp>
        <p:nvSpPr>
          <p:cNvPr id="1662" name="TextBox 1661"/>
          <p:cNvSpPr txBox="1"/>
          <p:nvPr/>
        </p:nvSpPr>
        <p:spPr>
          <a:xfrm>
            <a:off x="3237949" y="402093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F13A1</a:t>
            </a:r>
          </a:p>
        </p:txBody>
      </p:sp>
      <p:sp>
        <p:nvSpPr>
          <p:cNvPr id="1663" name="TextBox 1662"/>
          <p:cNvSpPr txBox="1"/>
          <p:nvPr/>
        </p:nvSpPr>
        <p:spPr>
          <a:xfrm>
            <a:off x="6908594" y="348150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SNORD17</a:t>
            </a:r>
          </a:p>
        </p:txBody>
      </p:sp>
      <p:sp>
        <p:nvSpPr>
          <p:cNvPr id="1664" name="TextBox 1663"/>
          <p:cNvSpPr txBox="1"/>
          <p:nvPr/>
        </p:nvSpPr>
        <p:spPr>
          <a:xfrm>
            <a:off x="7863112" y="4581564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LOC105369551</a:t>
            </a:r>
          </a:p>
        </p:txBody>
      </p:sp>
      <p:sp>
        <p:nvSpPr>
          <p:cNvPr id="1665" name="TextBox 1664"/>
          <p:cNvSpPr txBox="1"/>
          <p:nvPr/>
        </p:nvSpPr>
        <p:spPr>
          <a:xfrm>
            <a:off x="7786593" y="463466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IGKV2D-40</a:t>
            </a:r>
          </a:p>
        </p:txBody>
      </p:sp>
      <p:sp>
        <p:nvSpPr>
          <p:cNvPr id="1666" name="TextBox 1665"/>
          <p:cNvSpPr txBox="1"/>
          <p:nvPr/>
        </p:nvSpPr>
        <p:spPr>
          <a:xfrm>
            <a:off x="3176703" y="4163496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SLC37A2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7428074" y="437625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0A7D6E"/>
                </a:solidFill>
                <a:latin typeface="Arial"/>
              </a:rPr>
              <a:t>RYR2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3220466" y="416765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53E1F"/>
                </a:solidFill>
                <a:latin typeface="Arial"/>
              </a:rPr>
              <a:t>LYPD1</a:t>
            </a:r>
          </a:p>
        </p:txBody>
      </p:sp>
      <p:cxnSp>
        <p:nvCxnSpPr>
          <p:cNvPr id="1669" name="Connector 1668"/>
          <p:cNvCxnSpPr/>
          <p:nvPr/>
        </p:nvCxnSpPr>
        <p:spPr>
          <a:xfrm>
            <a:off x="6202093" y="929460"/>
            <a:ext cx="3223260" cy="0"/>
          </a:xfrm>
          <a:prstGeom prst="line">
            <a:avLst/>
          </a:prstGeom>
          <a:ln w="279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0" name="Right Triangle 1669"/>
          <p:cNvSpPr/>
          <p:nvPr/>
        </p:nvSpPr>
        <p:spPr>
          <a:xfrm>
            <a:off x="9395353" y="899460"/>
            <a:ext cx="60000" cy="60000"/>
          </a:xfrm>
          <a:prstGeom prst="rtTriangl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6202093" y="655140"/>
            <a:ext cx="32232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Up in Good responders</a:t>
            </a:r>
          </a:p>
        </p:txBody>
      </p:sp>
      <p:cxnSp>
        <p:nvCxnSpPr>
          <p:cNvPr id="1672" name="Connector 1671"/>
          <p:cNvCxnSpPr/>
          <p:nvPr/>
        </p:nvCxnSpPr>
        <p:spPr>
          <a:xfrm flipH="1">
            <a:off x="1821766" y="929460"/>
            <a:ext cx="3223260" cy="0"/>
          </a:xfrm>
          <a:prstGeom prst="line">
            <a:avLst/>
          </a:prstGeom>
          <a:ln w="279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3" name="Right Triangle 1672"/>
          <p:cNvSpPr/>
          <p:nvPr/>
        </p:nvSpPr>
        <p:spPr>
          <a:xfrm rot="10800000">
            <a:off x="1791766" y="899460"/>
            <a:ext cx="60000" cy="60000"/>
          </a:xfrm>
          <a:prstGeom prst="rtTriangl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1821766" y="655140"/>
            <a:ext cx="32232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Up in Poor responders</a:t>
            </a:r>
          </a:p>
        </p:txBody>
      </p:sp>
      <p:sp>
        <p:nvSpPr>
          <p:cNvPr id="1675" name="TextBox 1674"/>
          <p:cNvSpPr txBox="1"/>
          <p:nvPr/>
        </p:nvSpPr>
        <p:spPr>
          <a:xfrm>
            <a:off x="8516229" y="4505840"/>
            <a:ext cx="13716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A7D6E"/>
                </a:solidFill>
                <a:latin typeface="Arial"/>
              </a:rPr>
              <a:t>n = 112</a:t>
            </a:r>
          </a:p>
        </p:txBody>
      </p:sp>
      <p:sp>
        <p:nvSpPr>
          <p:cNvPr id="1676" name="TextBox 1675"/>
          <p:cNvSpPr txBox="1"/>
          <p:nvPr/>
        </p:nvSpPr>
        <p:spPr>
          <a:xfrm>
            <a:off x="1904413" y="4505840"/>
            <a:ext cx="13716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C53E1F"/>
                </a:solidFill>
                <a:latin typeface="Arial"/>
              </a:rPr>
              <a:t>n = 116</a:t>
            </a:r>
          </a:p>
        </p:txBody>
      </p:sp>
      <p:sp>
        <p:nvSpPr>
          <p:cNvPr id="1677" name="Oval 1676"/>
          <p:cNvSpPr/>
          <p:nvPr/>
        </p:nvSpPr>
        <p:spPr>
          <a:xfrm>
            <a:off x="1438040" y="6704984"/>
            <a:ext cx="50000" cy="50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TextBox 1677"/>
          <p:cNvSpPr txBox="1"/>
          <p:nvPr/>
        </p:nvSpPr>
        <p:spPr>
          <a:xfrm>
            <a:off x="1600200" y="6647688"/>
            <a:ext cx="1874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Up in Good, P &lt; 0.01  (n = 112)</a:t>
            </a:r>
          </a:p>
        </p:txBody>
      </p:sp>
      <p:sp>
        <p:nvSpPr>
          <p:cNvPr id="1679" name="Oval 1678"/>
          <p:cNvSpPr/>
          <p:nvPr/>
        </p:nvSpPr>
        <p:spPr>
          <a:xfrm>
            <a:off x="3586880" y="6704984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3749040" y="6647688"/>
            <a:ext cx="1874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Up in Poor, P &lt; 0.01  (n = 116)</a:t>
            </a:r>
          </a:p>
        </p:txBody>
      </p:sp>
      <p:sp>
        <p:nvSpPr>
          <p:cNvPr id="1681" name="Oval 1680"/>
          <p:cNvSpPr/>
          <p:nvPr/>
        </p:nvSpPr>
        <p:spPr>
          <a:xfrm>
            <a:off x="5730720" y="6699984"/>
            <a:ext cx="60000" cy="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TextBox 1681"/>
          <p:cNvSpPr txBox="1"/>
          <p:nvPr/>
        </p:nvSpPr>
        <p:spPr>
          <a:xfrm>
            <a:off x="5897880" y="6647688"/>
            <a:ext cx="1874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|log₂ FC| ≥ 1  (n = 132)</a:t>
            </a:r>
          </a:p>
        </p:txBody>
      </p:sp>
      <p:sp>
        <p:nvSpPr>
          <p:cNvPr id="1683" name="Oval 1682"/>
          <p:cNvSpPr/>
          <p:nvPr/>
        </p:nvSpPr>
        <p:spPr>
          <a:xfrm>
            <a:off x="7889560" y="6709984"/>
            <a:ext cx="40000" cy="40000"/>
          </a:xfrm>
          <a:prstGeom prst="ellipse">
            <a:avLst/>
          </a:prstGeom>
          <a:solidFill>
            <a:srgbClr val="DDE2E8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TextBox 1683"/>
          <p:cNvSpPr txBox="1"/>
          <p:nvPr/>
        </p:nvSpPr>
        <p:spPr>
          <a:xfrm>
            <a:off x="8046720" y="6647688"/>
            <a:ext cx="1874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Non-significant (P ≥ 0.01)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