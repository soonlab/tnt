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515600" cy="7315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325880" y="5897880"/>
            <a:ext cx="8595360" cy="0"/>
          </a:xfrm>
          <a:prstGeom prst="line">
            <a:avLst/>
          </a:prstGeom>
          <a:ln w="762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1325880" y="502920"/>
            <a:ext cx="0" cy="5394960"/>
          </a:xfrm>
          <a:prstGeom prst="line">
            <a:avLst/>
          </a:prstGeom>
          <a:ln w="762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491175" y="5897880"/>
            <a:ext cx="0" cy="4572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308295" y="5952744"/>
            <a:ext cx="3657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0E2A47"/>
                </a:solidFill>
                <a:latin typeface="Arial"/>
              </a:rPr>
              <a:t>-5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317652" y="5897880"/>
            <a:ext cx="0" cy="4572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2134772" y="5952744"/>
            <a:ext cx="3657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0E2A47"/>
                </a:solidFill>
                <a:latin typeface="Arial"/>
              </a:rPr>
              <a:t>-4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144129" y="5897880"/>
            <a:ext cx="0" cy="4572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961249" y="5952744"/>
            <a:ext cx="3657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0E2A47"/>
                </a:solidFill>
                <a:latin typeface="Arial"/>
              </a:rPr>
              <a:t>-3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970606" y="5897880"/>
            <a:ext cx="0" cy="4572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3787726" y="5952744"/>
            <a:ext cx="3657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0E2A47"/>
                </a:solidFill>
                <a:latin typeface="Arial"/>
              </a:rPr>
              <a:t>-2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797083" y="5897880"/>
            <a:ext cx="0" cy="4572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614203" y="5952744"/>
            <a:ext cx="3657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0E2A47"/>
                </a:solidFill>
                <a:latin typeface="Arial"/>
              </a:rPr>
              <a:t>-1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623560" y="5897880"/>
            <a:ext cx="0" cy="4572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440680" y="5952744"/>
            <a:ext cx="3657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0E2A47"/>
                </a:solidFill>
                <a:latin typeface="Arial"/>
              </a:rPr>
              <a:t>0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50036" y="5897880"/>
            <a:ext cx="0" cy="4572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267156" y="5952744"/>
            <a:ext cx="3657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0E2A47"/>
                </a:solidFill>
                <a:latin typeface="Arial"/>
              </a:rPr>
              <a:t>+1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276513" y="5897880"/>
            <a:ext cx="0" cy="4572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093633" y="5952744"/>
            <a:ext cx="3657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0E2A47"/>
                </a:solidFill>
                <a:latin typeface="Arial"/>
              </a:rPr>
              <a:t>+2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102990" y="5897880"/>
            <a:ext cx="0" cy="4572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920110" y="5952744"/>
            <a:ext cx="3657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0E2A47"/>
                </a:solidFill>
                <a:latin typeface="Arial"/>
              </a:rPr>
              <a:t>+3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929467" y="5897880"/>
            <a:ext cx="0" cy="4572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8746587" y="5952744"/>
            <a:ext cx="3657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0E2A47"/>
                </a:solidFill>
                <a:latin typeface="Arial"/>
              </a:rPr>
              <a:t>+4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755944" y="5897880"/>
            <a:ext cx="0" cy="4572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9573064" y="5952744"/>
            <a:ext cx="3657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0E2A47"/>
                </a:solidFill>
                <a:latin typeface="Arial"/>
              </a:rPr>
              <a:t>+5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280160" y="5897880"/>
            <a:ext cx="45720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914400" y="5815584"/>
            <a:ext cx="34747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0E2A47"/>
                </a:solidFill>
                <a:latin typeface="Arial"/>
              </a:rPr>
              <a:t>0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1280160" y="5263178"/>
            <a:ext cx="45720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914400" y="5180882"/>
            <a:ext cx="34747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0E2A47"/>
                </a:solidFill>
                <a:latin typeface="Arial"/>
              </a:rPr>
              <a:t>1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280160" y="4628477"/>
            <a:ext cx="45720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914400" y="4546181"/>
            <a:ext cx="34747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0E2A47"/>
                </a:solidFill>
                <a:latin typeface="Arial"/>
              </a:rPr>
              <a:t>2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280160" y="3993776"/>
            <a:ext cx="45720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914400" y="3911480"/>
            <a:ext cx="34747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0E2A47"/>
                </a:solidFill>
                <a:latin typeface="Arial"/>
              </a:rPr>
              <a:t>3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1280160" y="3359075"/>
            <a:ext cx="45720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914400" y="3276779"/>
            <a:ext cx="34747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0E2A47"/>
                </a:solidFill>
                <a:latin typeface="Arial"/>
              </a:rPr>
              <a:t>4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1280160" y="2724374"/>
            <a:ext cx="45720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914400" y="2642078"/>
            <a:ext cx="34747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0E2A47"/>
                </a:solidFill>
                <a:latin typeface="Arial"/>
              </a:rPr>
              <a:t>5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1280160" y="2089672"/>
            <a:ext cx="45720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914400" y="2007376"/>
            <a:ext cx="34747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0E2A47"/>
                </a:solidFill>
                <a:latin typeface="Arial"/>
              </a:rPr>
              <a:t>6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1280160" y="1454971"/>
            <a:ext cx="45720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914400" y="1372675"/>
            <a:ext cx="34747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0E2A47"/>
                </a:solidFill>
                <a:latin typeface="Arial"/>
              </a:rPr>
              <a:t>7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1280160" y="820270"/>
            <a:ext cx="45720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914400" y="737974"/>
            <a:ext cx="34747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0E2A47"/>
                </a:solidFill>
                <a:latin typeface="Arial"/>
              </a:rPr>
              <a:t>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325880" y="6153912"/>
            <a:ext cx="859536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0E2A47"/>
                </a:solidFill>
                <a:latin typeface="Arial"/>
              </a:rPr>
              <a:t>log₂ fold change (good vs poor)</a:t>
            </a:r>
          </a:p>
        </p:txBody>
      </p:sp>
      <p:sp>
        <p:nvSpPr>
          <p:cNvPr id="45" name="TextBox 44"/>
          <p:cNvSpPr txBox="1"/>
          <p:nvPr/>
        </p:nvSpPr>
        <p:spPr>
          <a:xfrm rot="16200000">
            <a:off x="182880" y="3099816"/>
            <a:ext cx="128016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0E2A47"/>
                </a:solidFill>
                <a:latin typeface="Arial"/>
              </a:rPr>
              <a:t>−log₁₀(p-value)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5623560" y="502920"/>
            <a:ext cx="0" cy="5394960"/>
          </a:xfrm>
          <a:prstGeom prst="line">
            <a:avLst/>
          </a:prstGeom>
          <a:ln w="7620">
            <a:solidFill>
              <a:srgbClr val="0E2A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1325880" y="4628477"/>
            <a:ext cx="8595360" cy="0"/>
          </a:xfrm>
          <a:prstGeom prst="line">
            <a:avLst/>
          </a:prstGeom>
          <a:ln w="7620">
            <a:solidFill>
              <a:srgbClr val="777777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1371600" y="4445597"/>
            <a:ext cx="8229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1">
                <a:solidFill>
                  <a:srgbClr val="777777"/>
                </a:solidFill>
                <a:latin typeface="Arial"/>
              </a:rPr>
              <a:t>P = 0.01</a:t>
            </a:r>
          </a:p>
        </p:txBody>
      </p:sp>
      <p:sp>
        <p:nvSpPr>
          <p:cNvPr id="49" name="Oval 48"/>
          <p:cNvSpPr/>
          <p:nvPr/>
        </p:nvSpPr>
        <p:spPr>
          <a:xfrm>
            <a:off x="5614893" y="587806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4727212" y="537128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5821984" y="584463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5460496" y="559081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5410187" y="573270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5597524" y="586463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5156853" y="563701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5747631" y="581963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5805320" y="582584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5634800" y="585893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5570790" y="583149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4737295" y="560045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5161824" y="552374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5780614" y="548413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5245259" y="546340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6470058" y="560610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5110529" y="565032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5536858" y="576968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5462230" y="582444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5688783" y="578125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5273172" y="551117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5879827" y="514712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6236787" y="548893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6412345" y="490681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5655405" y="585579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6687587" y="546873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6302313" y="540571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4758538" y="524043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4871163" y="570681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5194363" y="529155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5438074" y="572546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5727041" y="563701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5626642" y="585920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5527448" y="576534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5466398" y="569229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5567965" y="585207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5790673" y="551690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5882511" y="575334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5649728" y="586879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5663636" y="577948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5887789" y="577523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5907351" y="508292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6012556" y="507832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5423394" y="583576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5782732" y="559619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5678353" y="585255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5779035" y="548350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4984766" y="540981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5606503" y="588028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5779701" y="582032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5532648" y="579839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5521549" y="584979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5479840" y="564084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5747324" y="533334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5503221" y="575118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4956387" y="533125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5666119" y="579769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5744619" y="567442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5909476" y="548108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4753662" y="558938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6215623" y="553184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5300925" y="542935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6117590" y="578139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5962523" y="570018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5556682" y="581615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5736382" y="544161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5559981" y="576327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5727560" y="570952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5469662" y="571661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5669516" y="580425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5784835" y="567342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5656778" y="582577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5345935" y="575692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5444552" y="569684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5515421" y="574313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5830319" y="581793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5857223" y="554655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5367874" y="563285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5362404" y="568961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5839925" y="533472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5719441" y="562674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6209372" y="566186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5507819" y="575786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5584657" y="583557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5558823" y="582474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5374056" y="569037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4460007" y="529274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4041535" y="475169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5716447" y="573818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4963896" y="579109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4356217" y="540572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5287815" y="559661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5520166" y="574115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5758856" y="532919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4943204" y="540008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5679093" y="578575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5498417" y="581961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5839801" y="557718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5397369" y="578988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5578207" y="586133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5705828" y="563783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5561052" y="580583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5440506" y="584407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3856579" y="553707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5563484" y="586211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6261915" y="494539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5598463" y="588104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4862114" y="558949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5569474" y="577147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3320040" y="561410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5835249" y="582989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4851803" y="540474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5142488" y="517950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5712338" y="580681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Oval 162"/>
          <p:cNvSpPr/>
          <p:nvPr/>
        </p:nvSpPr>
        <p:spPr>
          <a:xfrm>
            <a:off x="4860351" y="539074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5039890" y="573354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Oval 164"/>
          <p:cNvSpPr/>
          <p:nvPr/>
        </p:nvSpPr>
        <p:spPr>
          <a:xfrm>
            <a:off x="5490286" y="581330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Oval 165"/>
          <p:cNvSpPr/>
          <p:nvPr/>
        </p:nvSpPr>
        <p:spPr>
          <a:xfrm>
            <a:off x="5024196" y="544561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Oval 166"/>
          <p:cNvSpPr/>
          <p:nvPr/>
        </p:nvSpPr>
        <p:spPr>
          <a:xfrm>
            <a:off x="5343525" y="559858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Oval 167"/>
          <p:cNvSpPr/>
          <p:nvPr/>
        </p:nvSpPr>
        <p:spPr>
          <a:xfrm>
            <a:off x="5609968" y="588322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Oval 168"/>
          <p:cNvSpPr/>
          <p:nvPr/>
        </p:nvSpPr>
        <p:spPr>
          <a:xfrm>
            <a:off x="5273689" y="559837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Oval 169"/>
          <p:cNvSpPr/>
          <p:nvPr/>
        </p:nvSpPr>
        <p:spPr>
          <a:xfrm>
            <a:off x="5286018" y="534770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Oval 170"/>
          <p:cNvSpPr/>
          <p:nvPr/>
        </p:nvSpPr>
        <p:spPr>
          <a:xfrm>
            <a:off x="5500400" y="562748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Oval 171"/>
          <p:cNvSpPr/>
          <p:nvPr/>
        </p:nvSpPr>
        <p:spPr>
          <a:xfrm>
            <a:off x="5756915" y="548201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Oval 172"/>
          <p:cNvSpPr/>
          <p:nvPr/>
        </p:nvSpPr>
        <p:spPr>
          <a:xfrm>
            <a:off x="5465676" y="564502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Oval 173"/>
          <p:cNvSpPr/>
          <p:nvPr/>
        </p:nvSpPr>
        <p:spPr>
          <a:xfrm>
            <a:off x="5969826" y="531702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Oval 174"/>
          <p:cNvSpPr/>
          <p:nvPr/>
        </p:nvSpPr>
        <p:spPr>
          <a:xfrm>
            <a:off x="5675961" y="578353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Oval 175"/>
          <p:cNvSpPr/>
          <p:nvPr/>
        </p:nvSpPr>
        <p:spPr>
          <a:xfrm>
            <a:off x="5472958" y="568388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Oval 176"/>
          <p:cNvSpPr/>
          <p:nvPr/>
        </p:nvSpPr>
        <p:spPr>
          <a:xfrm>
            <a:off x="5348340" y="517337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Oval 177"/>
          <p:cNvSpPr/>
          <p:nvPr/>
        </p:nvSpPr>
        <p:spPr>
          <a:xfrm>
            <a:off x="6357765" y="576384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Oval 178"/>
          <p:cNvSpPr/>
          <p:nvPr/>
        </p:nvSpPr>
        <p:spPr>
          <a:xfrm>
            <a:off x="5735925" y="550814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Oval 179"/>
          <p:cNvSpPr/>
          <p:nvPr/>
        </p:nvSpPr>
        <p:spPr>
          <a:xfrm>
            <a:off x="5533248" y="580959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Oval 180"/>
          <p:cNvSpPr/>
          <p:nvPr/>
        </p:nvSpPr>
        <p:spPr>
          <a:xfrm>
            <a:off x="5388510" y="554660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Oval 181"/>
          <p:cNvSpPr/>
          <p:nvPr/>
        </p:nvSpPr>
        <p:spPr>
          <a:xfrm>
            <a:off x="5553421" y="578772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Oval 182"/>
          <p:cNvSpPr/>
          <p:nvPr/>
        </p:nvSpPr>
        <p:spPr>
          <a:xfrm>
            <a:off x="5436668" y="574658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Oval 183"/>
          <p:cNvSpPr/>
          <p:nvPr/>
        </p:nvSpPr>
        <p:spPr>
          <a:xfrm>
            <a:off x="5380973" y="577735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Oval 184"/>
          <p:cNvSpPr/>
          <p:nvPr/>
        </p:nvSpPr>
        <p:spPr>
          <a:xfrm>
            <a:off x="5350707" y="563199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Oval 185"/>
          <p:cNvSpPr/>
          <p:nvPr/>
        </p:nvSpPr>
        <p:spPr>
          <a:xfrm>
            <a:off x="5295981" y="569036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Oval 186"/>
          <p:cNvSpPr/>
          <p:nvPr/>
        </p:nvSpPr>
        <p:spPr>
          <a:xfrm>
            <a:off x="5432748" y="576860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Oval 187"/>
          <p:cNvSpPr/>
          <p:nvPr/>
        </p:nvSpPr>
        <p:spPr>
          <a:xfrm>
            <a:off x="5620843" y="586523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Oval 188"/>
          <p:cNvSpPr/>
          <p:nvPr/>
        </p:nvSpPr>
        <p:spPr>
          <a:xfrm>
            <a:off x="5680947" y="584685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Oval 189"/>
          <p:cNvSpPr/>
          <p:nvPr/>
        </p:nvSpPr>
        <p:spPr>
          <a:xfrm>
            <a:off x="5736935" y="576221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Oval 190"/>
          <p:cNvSpPr/>
          <p:nvPr/>
        </p:nvSpPr>
        <p:spPr>
          <a:xfrm>
            <a:off x="5571395" y="584878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Oval 191"/>
          <p:cNvSpPr/>
          <p:nvPr/>
        </p:nvSpPr>
        <p:spPr>
          <a:xfrm>
            <a:off x="5101909" y="568062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Oval 192"/>
          <p:cNvSpPr/>
          <p:nvPr/>
        </p:nvSpPr>
        <p:spPr>
          <a:xfrm>
            <a:off x="4924239" y="534198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Oval 193"/>
          <p:cNvSpPr/>
          <p:nvPr/>
        </p:nvSpPr>
        <p:spPr>
          <a:xfrm>
            <a:off x="5740853" y="552507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Oval 194"/>
          <p:cNvSpPr/>
          <p:nvPr/>
        </p:nvSpPr>
        <p:spPr>
          <a:xfrm>
            <a:off x="5542535" y="578247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Oval 195"/>
          <p:cNvSpPr/>
          <p:nvPr/>
        </p:nvSpPr>
        <p:spPr>
          <a:xfrm>
            <a:off x="5670743" y="576366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Oval 196"/>
          <p:cNvSpPr/>
          <p:nvPr/>
        </p:nvSpPr>
        <p:spPr>
          <a:xfrm>
            <a:off x="5805116" y="556418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Oval 197"/>
          <p:cNvSpPr/>
          <p:nvPr/>
        </p:nvSpPr>
        <p:spPr>
          <a:xfrm>
            <a:off x="6744361" y="537673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Oval 198"/>
          <p:cNvSpPr/>
          <p:nvPr/>
        </p:nvSpPr>
        <p:spPr>
          <a:xfrm>
            <a:off x="5728431" y="570074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Oval 199"/>
          <p:cNvSpPr/>
          <p:nvPr/>
        </p:nvSpPr>
        <p:spPr>
          <a:xfrm>
            <a:off x="5458031" y="571649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Oval 200"/>
          <p:cNvSpPr/>
          <p:nvPr/>
        </p:nvSpPr>
        <p:spPr>
          <a:xfrm>
            <a:off x="5747660" y="547740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Oval 201"/>
          <p:cNvSpPr/>
          <p:nvPr/>
        </p:nvSpPr>
        <p:spPr>
          <a:xfrm>
            <a:off x="5781311" y="573592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Oval 202"/>
          <p:cNvSpPr/>
          <p:nvPr/>
        </p:nvSpPr>
        <p:spPr>
          <a:xfrm>
            <a:off x="5715982" y="583639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Oval 203"/>
          <p:cNvSpPr/>
          <p:nvPr/>
        </p:nvSpPr>
        <p:spPr>
          <a:xfrm>
            <a:off x="5485710" y="568092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Oval 204"/>
          <p:cNvSpPr/>
          <p:nvPr/>
        </p:nvSpPr>
        <p:spPr>
          <a:xfrm>
            <a:off x="5566654" y="578003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Oval 205"/>
          <p:cNvSpPr/>
          <p:nvPr/>
        </p:nvSpPr>
        <p:spPr>
          <a:xfrm>
            <a:off x="5846123" y="522218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Oval 206"/>
          <p:cNvSpPr/>
          <p:nvPr/>
        </p:nvSpPr>
        <p:spPr>
          <a:xfrm>
            <a:off x="5503195" y="576304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Oval 207"/>
          <p:cNvSpPr/>
          <p:nvPr/>
        </p:nvSpPr>
        <p:spPr>
          <a:xfrm>
            <a:off x="5807899" y="535397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Oval 208"/>
          <p:cNvSpPr/>
          <p:nvPr/>
        </p:nvSpPr>
        <p:spPr>
          <a:xfrm>
            <a:off x="5573362" y="586435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Oval 209"/>
          <p:cNvSpPr/>
          <p:nvPr/>
        </p:nvSpPr>
        <p:spPr>
          <a:xfrm>
            <a:off x="5533408" y="573712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Oval 210"/>
          <p:cNvSpPr/>
          <p:nvPr/>
        </p:nvSpPr>
        <p:spPr>
          <a:xfrm>
            <a:off x="5865708" y="577892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Oval 211"/>
          <p:cNvSpPr/>
          <p:nvPr/>
        </p:nvSpPr>
        <p:spPr>
          <a:xfrm>
            <a:off x="5692328" y="573998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Oval 212"/>
          <p:cNvSpPr/>
          <p:nvPr/>
        </p:nvSpPr>
        <p:spPr>
          <a:xfrm>
            <a:off x="5837542" y="531975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Oval 213"/>
          <p:cNvSpPr/>
          <p:nvPr/>
        </p:nvSpPr>
        <p:spPr>
          <a:xfrm>
            <a:off x="6052669" y="526825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Oval 214"/>
          <p:cNvSpPr/>
          <p:nvPr/>
        </p:nvSpPr>
        <p:spPr>
          <a:xfrm>
            <a:off x="5538672" y="584533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Oval 215"/>
          <p:cNvSpPr/>
          <p:nvPr/>
        </p:nvSpPr>
        <p:spPr>
          <a:xfrm>
            <a:off x="5188945" y="561676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Oval 216"/>
          <p:cNvSpPr/>
          <p:nvPr/>
        </p:nvSpPr>
        <p:spPr>
          <a:xfrm>
            <a:off x="4935303" y="549121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Oval 217"/>
          <p:cNvSpPr/>
          <p:nvPr/>
        </p:nvSpPr>
        <p:spPr>
          <a:xfrm>
            <a:off x="5613206" y="588229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Oval 218"/>
          <p:cNvSpPr/>
          <p:nvPr/>
        </p:nvSpPr>
        <p:spPr>
          <a:xfrm>
            <a:off x="5765832" y="576039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Oval 219"/>
          <p:cNvSpPr/>
          <p:nvPr/>
        </p:nvSpPr>
        <p:spPr>
          <a:xfrm>
            <a:off x="5626168" y="586112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Oval 220"/>
          <p:cNvSpPr/>
          <p:nvPr/>
        </p:nvSpPr>
        <p:spPr>
          <a:xfrm>
            <a:off x="4948377" y="554580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Oval 221"/>
          <p:cNvSpPr/>
          <p:nvPr/>
        </p:nvSpPr>
        <p:spPr>
          <a:xfrm>
            <a:off x="5287483" y="567751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Oval 222"/>
          <p:cNvSpPr/>
          <p:nvPr/>
        </p:nvSpPr>
        <p:spPr>
          <a:xfrm>
            <a:off x="6238988" y="568441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Oval 223"/>
          <p:cNvSpPr/>
          <p:nvPr/>
        </p:nvSpPr>
        <p:spPr>
          <a:xfrm>
            <a:off x="5476265" y="579194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Oval 224"/>
          <p:cNvSpPr/>
          <p:nvPr/>
        </p:nvSpPr>
        <p:spPr>
          <a:xfrm>
            <a:off x="6936168" y="533344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Oval 225"/>
          <p:cNvSpPr/>
          <p:nvPr/>
        </p:nvSpPr>
        <p:spPr>
          <a:xfrm>
            <a:off x="4904652" y="557392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Oval 226"/>
          <p:cNvSpPr/>
          <p:nvPr/>
        </p:nvSpPr>
        <p:spPr>
          <a:xfrm>
            <a:off x="6120435" y="574665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Oval 227"/>
          <p:cNvSpPr/>
          <p:nvPr/>
        </p:nvSpPr>
        <p:spPr>
          <a:xfrm>
            <a:off x="5486795" y="580965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Oval 228"/>
          <p:cNvSpPr/>
          <p:nvPr/>
        </p:nvSpPr>
        <p:spPr>
          <a:xfrm>
            <a:off x="5792429" y="576032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Oval 229"/>
          <p:cNvSpPr/>
          <p:nvPr/>
        </p:nvSpPr>
        <p:spPr>
          <a:xfrm>
            <a:off x="5468068" y="564526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Oval 230"/>
          <p:cNvSpPr/>
          <p:nvPr/>
        </p:nvSpPr>
        <p:spPr>
          <a:xfrm>
            <a:off x="5776070" y="578637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Oval 231"/>
          <p:cNvSpPr/>
          <p:nvPr/>
        </p:nvSpPr>
        <p:spPr>
          <a:xfrm>
            <a:off x="6059843" y="581278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Oval 232"/>
          <p:cNvSpPr/>
          <p:nvPr/>
        </p:nvSpPr>
        <p:spPr>
          <a:xfrm>
            <a:off x="5609411" y="588376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Oval 233"/>
          <p:cNvSpPr/>
          <p:nvPr/>
        </p:nvSpPr>
        <p:spPr>
          <a:xfrm>
            <a:off x="5169635" y="565367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Oval 234"/>
          <p:cNvSpPr/>
          <p:nvPr/>
        </p:nvSpPr>
        <p:spPr>
          <a:xfrm>
            <a:off x="5625099" y="586712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Oval 235"/>
          <p:cNvSpPr/>
          <p:nvPr/>
        </p:nvSpPr>
        <p:spPr>
          <a:xfrm>
            <a:off x="4908855" y="543212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Oval 236"/>
          <p:cNvSpPr/>
          <p:nvPr/>
        </p:nvSpPr>
        <p:spPr>
          <a:xfrm>
            <a:off x="6103777" y="535173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Oval 237"/>
          <p:cNvSpPr/>
          <p:nvPr/>
        </p:nvSpPr>
        <p:spPr>
          <a:xfrm>
            <a:off x="4046667" y="523841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Oval 238"/>
          <p:cNvSpPr/>
          <p:nvPr/>
        </p:nvSpPr>
        <p:spPr>
          <a:xfrm>
            <a:off x="5331690" y="549858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Oval 239"/>
          <p:cNvSpPr/>
          <p:nvPr/>
        </p:nvSpPr>
        <p:spPr>
          <a:xfrm>
            <a:off x="5363711" y="534482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Oval 240"/>
          <p:cNvSpPr/>
          <p:nvPr/>
        </p:nvSpPr>
        <p:spPr>
          <a:xfrm>
            <a:off x="6024538" y="501911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Oval 241"/>
          <p:cNvSpPr/>
          <p:nvPr/>
        </p:nvSpPr>
        <p:spPr>
          <a:xfrm>
            <a:off x="5117974" y="568224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Oval 242"/>
          <p:cNvSpPr/>
          <p:nvPr/>
        </p:nvSpPr>
        <p:spPr>
          <a:xfrm>
            <a:off x="6932931" y="547055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Oval 243"/>
          <p:cNvSpPr/>
          <p:nvPr/>
        </p:nvSpPr>
        <p:spPr>
          <a:xfrm>
            <a:off x="5688504" y="583230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Oval 244"/>
          <p:cNvSpPr/>
          <p:nvPr/>
        </p:nvSpPr>
        <p:spPr>
          <a:xfrm>
            <a:off x="5895806" y="537636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Oval 245"/>
          <p:cNvSpPr/>
          <p:nvPr/>
        </p:nvSpPr>
        <p:spPr>
          <a:xfrm>
            <a:off x="5683386" y="575973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Oval 246"/>
          <p:cNvSpPr/>
          <p:nvPr/>
        </p:nvSpPr>
        <p:spPr>
          <a:xfrm>
            <a:off x="5727928" y="554929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Oval 247"/>
          <p:cNvSpPr/>
          <p:nvPr/>
        </p:nvSpPr>
        <p:spPr>
          <a:xfrm>
            <a:off x="5846936" y="557801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Oval 248"/>
          <p:cNvSpPr/>
          <p:nvPr/>
        </p:nvSpPr>
        <p:spPr>
          <a:xfrm>
            <a:off x="5826135" y="575687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Oval 249"/>
          <p:cNvSpPr/>
          <p:nvPr/>
        </p:nvSpPr>
        <p:spPr>
          <a:xfrm>
            <a:off x="5942918" y="558253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Oval 250"/>
          <p:cNvSpPr/>
          <p:nvPr/>
        </p:nvSpPr>
        <p:spPr>
          <a:xfrm>
            <a:off x="5176289" y="517450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Oval 251"/>
          <p:cNvSpPr/>
          <p:nvPr/>
        </p:nvSpPr>
        <p:spPr>
          <a:xfrm>
            <a:off x="5535757" y="584669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Oval 252"/>
          <p:cNvSpPr/>
          <p:nvPr/>
        </p:nvSpPr>
        <p:spPr>
          <a:xfrm>
            <a:off x="5392882" y="558321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Oval 253"/>
          <p:cNvSpPr/>
          <p:nvPr/>
        </p:nvSpPr>
        <p:spPr>
          <a:xfrm>
            <a:off x="5476029" y="569142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Oval 254"/>
          <p:cNvSpPr/>
          <p:nvPr/>
        </p:nvSpPr>
        <p:spPr>
          <a:xfrm>
            <a:off x="6163814" y="560838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Oval 255"/>
          <p:cNvSpPr/>
          <p:nvPr/>
        </p:nvSpPr>
        <p:spPr>
          <a:xfrm>
            <a:off x="5004023" y="533941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Oval 256"/>
          <p:cNvSpPr/>
          <p:nvPr/>
        </p:nvSpPr>
        <p:spPr>
          <a:xfrm>
            <a:off x="5666699" y="583343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Oval 257"/>
          <p:cNvSpPr/>
          <p:nvPr/>
        </p:nvSpPr>
        <p:spPr>
          <a:xfrm>
            <a:off x="5818691" y="561197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Oval 258"/>
          <p:cNvSpPr/>
          <p:nvPr/>
        </p:nvSpPr>
        <p:spPr>
          <a:xfrm>
            <a:off x="5459396" y="577615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Oval 259"/>
          <p:cNvSpPr/>
          <p:nvPr/>
        </p:nvSpPr>
        <p:spPr>
          <a:xfrm>
            <a:off x="5707823" y="570807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Oval 260"/>
          <p:cNvSpPr/>
          <p:nvPr/>
        </p:nvSpPr>
        <p:spPr>
          <a:xfrm>
            <a:off x="5718331" y="557996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Oval 261"/>
          <p:cNvSpPr/>
          <p:nvPr/>
        </p:nvSpPr>
        <p:spPr>
          <a:xfrm>
            <a:off x="5903506" y="577536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Oval 262"/>
          <p:cNvSpPr/>
          <p:nvPr/>
        </p:nvSpPr>
        <p:spPr>
          <a:xfrm>
            <a:off x="5527465" y="581159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Oval 263"/>
          <p:cNvSpPr/>
          <p:nvPr/>
        </p:nvSpPr>
        <p:spPr>
          <a:xfrm>
            <a:off x="5711840" y="577245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Oval 264"/>
          <p:cNvSpPr/>
          <p:nvPr/>
        </p:nvSpPr>
        <p:spPr>
          <a:xfrm>
            <a:off x="5660054" y="579177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Oval 265"/>
          <p:cNvSpPr/>
          <p:nvPr/>
        </p:nvSpPr>
        <p:spPr>
          <a:xfrm>
            <a:off x="5301670" y="545197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Oval 266"/>
          <p:cNvSpPr/>
          <p:nvPr/>
        </p:nvSpPr>
        <p:spPr>
          <a:xfrm>
            <a:off x="5396676" y="576066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Oval 267"/>
          <p:cNvSpPr/>
          <p:nvPr/>
        </p:nvSpPr>
        <p:spPr>
          <a:xfrm>
            <a:off x="5294205" y="561090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Oval 268"/>
          <p:cNvSpPr/>
          <p:nvPr/>
        </p:nvSpPr>
        <p:spPr>
          <a:xfrm>
            <a:off x="5293355" y="581025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Oval 269"/>
          <p:cNvSpPr/>
          <p:nvPr/>
        </p:nvSpPr>
        <p:spPr>
          <a:xfrm>
            <a:off x="4672814" y="516604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Oval 270"/>
          <p:cNvSpPr/>
          <p:nvPr/>
        </p:nvSpPr>
        <p:spPr>
          <a:xfrm>
            <a:off x="5624416" y="587472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Oval 271"/>
          <p:cNvSpPr/>
          <p:nvPr/>
        </p:nvSpPr>
        <p:spPr>
          <a:xfrm>
            <a:off x="6155360" y="524857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Oval 272"/>
          <p:cNvSpPr/>
          <p:nvPr/>
        </p:nvSpPr>
        <p:spPr>
          <a:xfrm>
            <a:off x="5182897" y="528815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Oval 273"/>
          <p:cNvSpPr/>
          <p:nvPr/>
        </p:nvSpPr>
        <p:spPr>
          <a:xfrm>
            <a:off x="5646587" y="577533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Oval 274"/>
          <p:cNvSpPr/>
          <p:nvPr/>
        </p:nvSpPr>
        <p:spPr>
          <a:xfrm>
            <a:off x="3902565" y="555272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Oval 275"/>
          <p:cNvSpPr/>
          <p:nvPr/>
        </p:nvSpPr>
        <p:spPr>
          <a:xfrm>
            <a:off x="5516568" y="584373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Oval 276"/>
          <p:cNvSpPr/>
          <p:nvPr/>
        </p:nvSpPr>
        <p:spPr>
          <a:xfrm>
            <a:off x="5076942" y="567827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Oval 277"/>
          <p:cNvSpPr/>
          <p:nvPr/>
        </p:nvSpPr>
        <p:spPr>
          <a:xfrm>
            <a:off x="5446653" y="559719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Oval 278"/>
          <p:cNvSpPr/>
          <p:nvPr/>
        </p:nvSpPr>
        <p:spPr>
          <a:xfrm>
            <a:off x="5866699" y="530019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Oval 279"/>
          <p:cNvSpPr/>
          <p:nvPr/>
        </p:nvSpPr>
        <p:spPr>
          <a:xfrm>
            <a:off x="5628413" y="587373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Oval 280"/>
          <p:cNvSpPr/>
          <p:nvPr/>
        </p:nvSpPr>
        <p:spPr>
          <a:xfrm>
            <a:off x="6098133" y="527529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Oval 281"/>
          <p:cNvSpPr/>
          <p:nvPr/>
        </p:nvSpPr>
        <p:spPr>
          <a:xfrm>
            <a:off x="4714899" y="551129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Oval 282"/>
          <p:cNvSpPr/>
          <p:nvPr/>
        </p:nvSpPr>
        <p:spPr>
          <a:xfrm>
            <a:off x="5666275" y="582374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Oval 283"/>
          <p:cNvSpPr/>
          <p:nvPr/>
        </p:nvSpPr>
        <p:spPr>
          <a:xfrm>
            <a:off x="5741687" y="544770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Oval 284"/>
          <p:cNvSpPr/>
          <p:nvPr/>
        </p:nvSpPr>
        <p:spPr>
          <a:xfrm>
            <a:off x="5600291" y="587221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Oval 285"/>
          <p:cNvSpPr/>
          <p:nvPr/>
        </p:nvSpPr>
        <p:spPr>
          <a:xfrm>
            <a:off x="5584017" y="587411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Oval 286"/>
          <p:cNvSpPr/>
          <p:nvPr/>
        </p:nvSpPr>
        <p:spPr>
          <a:xfrm>
            <a:off x="5693607" y="576185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Oval 287"/>
          <p:cNvSpPr/>
          <p:nvPr/>
        </p:nvSpPr>
        <p:spPr>
          <a:xfrm>
            <a:off x="5077874" y="539857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Oval 288"/>
          <p:cNvSpPr/>
          <p:nvPr/>
        </p:nvSpPr>
        <p:spPr>
          <a:xfrm>
            <a:off x="6131243" y="533556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Oval 289"/>
          <p:cNvSpPr/>
          <p:nvPr/>
        </p:nvSpPr>
        <p:spPr>
          <a:xfrm>
            <a:off x="5532362" y="574491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Oval 290"/>
          <p:cNvSpPr/>
          <p:nvPr/>
        </p:nvSpPr>
        <p:spPr>
          <a:xfrm>
            <a:off x="3851745" y="487674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Oval 291"/>
          <p:cNvSpPr/>
          <p:nvPr/>
        </p:nvSpPr>
        <p:spPr>
          <a:xfrm>
            <a:off x="5814333" y="562824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Oval 292"/>
          <p:cNvSpPr/>
          <p:nvPr/>
        </p:nvSpPr>
        <p:spPr>
          <a:xfrm>
            <a:off x="5795223" y="568620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Oval 293"/>
          <p:cNvSpPr/>
          <p:nvPr/>
        </p:nvSpPr>
        <p:spPr>
          <a:xfrm>
            <a:off x="5686196" y="578019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Oval 294"/>
          <p:cNvSpPr/>
          <p:nvPr/>
        </p:nvSpPr>
        <p:spPr>
          <a:xfrm>
            <a:off x="5460085" y="564122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Oval 295"/>
          <p:cNvSpPr/>
          <p:nvPr/>
        </p:nvSpPr>
        <p:spPr>
          <a:xfrm>
            <a:off x="5289360" y="563553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Oval 296"/>
          <p:cNvSpPr/>
          <p:nvPr/>
        </p:nvSpPr>
        <p:spPr>
          <a:xfrm>
            <a:off x="5177948" y="547226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Oval 297"/>
          <p:cNvSpPr/>
          <p:nvPr/>
        </p:nvSpPr>
        <p:spPr>
          <a:xfrm>
            <a:off x="5650893" y="582105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Oval 298"/>
          <p:cNvSpPr/>
          <p:nvPr/>
        </p:nvSpPr>
        <p:spPr>
          <a:xfrm>
            <a:off x="5385127" y="570757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Oval 299"/>
          <p:cNvSpPr/>
          <p:nvPr/>
        </p:nvSpPr>
        <p:spPr>
          <a:xfrm>
            <a:off x="5162809" y="580991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Oval 300"/>
          <p:cNvSpPr/>
          <p:nvPr/>
        </p:nvSpPr>
        <p:spPr>
          <a:xfrm>
            <a:off x="6074679" y="466730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Oval 301"/>
          <p:cNvSpPr/>
          <p:nvPr/>
        </p:nvSpPr>
        <p:spPr>
          <a:xfrm>
            <a:off x="5182901" y="538655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Oval 302"/>
          <p:cNvSpPr/>
          <p:nvPr/>
        </p:nvSpPr>
        <p:spPr>
          <a:xfrm>
            <a:off x="5123890" y="549669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Oval 303"/>
          <p:cNvSpPr/>
          <p:nvPr/>
        </p:nvSpPr>
        <p:spPr>
          <a:xfrm>
            <a:off x="5637390" y="580918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Oval 304"/>
          <p:cNvSpPr/>
          <p:nvPr/>
        </p:nvSpPr>
        <p:spPr>
          <a:xfrm>
            <a:off x="6407641" y="528958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Oval 305"/>
          <p:cNvSpPr/>
          <p:nvPr/>
        </p:nvSpPr>
        <p:spPr>
          <a:xfrm>
            <a:off x="5967948" y="539015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Oval 306"/>
          <p:cNvSpPr/>
          <p:nvPr/>
        </p:nvSpPr>
        <p:spPr>
          <a:xfrm>
            <a:off x="5872390" y="530571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Oval 307"/>
          <p:cNvSpPr/>
          <p:nvPr/>
        </p:nvSpPr>
        <p:spPr>
          <a:xfrm>
            <a:off x="6115697" y="518248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Oval 308"/>
          <p:cNvSpPr/>
          <p:nvPr/>
        </p:nvSpPr>
        <p:spPr>
          <a:xfrm>
            <a:off x="5536931" y="577628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Oval 309"/>
          <p:cNvSpPr/>
          <p:nvPr/>
        </p:nvSpPr>
        <p:spPr>
          <a:xfrm>
            <a:off x="5938992" y="550809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Oval 310"/>
          <p:cNvSpPr/>
          <p:nvPr/>
        </p:nvSpPr>
        <p:spPr>
          <a:xfrm>
            <a:off x="5683283" y="576465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Oval 311"/>
          <p:cNvSpPr/>
          <p:nvPr/>
        </p:nvSpPr>
        <p:spPr>
          <a:xfrm>
            <a:off x="5064506" y="567452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Oval 312"/>
          <p:cNvSpPr/>
          <p:nvPr/>
        </p:nvSpPr>
        <p:spPr>
          <a:xfrm>
            <a:off x="5693964" y="565356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Oval 313"/>
          <p:cNvSpPr/>
          <p:nvPr/>
        </p:nvSpPr>
        <p:spPr>
          <a:xfrm>
            <a:off x="5349673" y="526771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Oval 314"/>
          <p:cNvSpPr/>
          <p:nvPr/>
        </p:nvSpPr>
        <p:spPr>
          <a:xfrm>
            <a:off x="5622714" y="586006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Oval 315"/>
          <p:cNvSpPr/>
          <p:nvPr/>
        </p:nvSpPr>
        <p:spPr>
          <a:xfrm>
            <a:off x="5595569" y="586240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Oval 316"/>
          <p:cNvSpPr/>
          <p:nvPr/>
        </p:nvSpPr>
        <p:spPr>
          <a:xfrm>
            <a:off x="5955757" y="567386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Oval 317"/>
          <p:cNvSpPr/>
          <p:nvPr/>
        </p:nvSpPr>
        <p:spPr>
          <a:xfrm>
            <a:off x="5507094" y="569955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Oval 318"/>
          <p:cNvSpPr/>
          <p:nvPr/>
        </p:nvSpPr>
        <p:spPr>
          <a:xfrm>
            <a:off x="5730306" y="561017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Oval 319"/>
          <p:cNvSpPr/>
          <p:nvPr/>
        </p:nvSpPr>
        <p:spPr>
          <a:xfrm>
            <a:off x="5333220" y="569908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Oval 320"/>
          <p:cNvSpPr/>
          <p:nvPr/>
        </p:nvSpPr>
        <p:spPr>
          <a:xfrm>
            <a:off x="5693521" y="584330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Oval 321"/>
          <p:cNvSpPr/>
          <p:nvPr/>
        </p:nvSpPr>
        <p:spPr>
          <a:xfrm>
            <a:off x="5723530" y="579878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Oval 322"/>
          <p:cNvSpPr/>
          <p:nvPr/>
        </p:nvSpPr>
        <p:spPr>
          <a:xfrm>
            <a:off x="5667982" y="577952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Oval 323"/>
          <p:cNvSpPr/>
          <p:nvPr/>
        </p:nvSpPr>
        <p:spPr>
          <a:xfrm>
            <a:off x="4762933" y="557702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Oval 324"/>
          <p:cNvSpPr/>
          <p:nvPr/>
        </p:nvSpPr>
        <p:spPr>
          <a:xfrm>
            <a:off x="5336120" y="567927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Oval 325"/>
          <p:cNvSpPr/>
          <p:nvPr/>
        </p:nvSpPr>
        <p:spPr>
          <a:xfrm>
            <a:off x="4996558" y="550950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Oval 326"/>
          <p:cNvSpPr/>
          <p:nvPr/>
        </p:nvSpPr>
        <p:spPr>
          <a:xfrm>
            <a:off x="5698695" y="566901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Oval 327"/>
          <p:cNvSpPr/>
          <p:nvPr/>
        </p:nvSpPr>
        <p:spPr>
          <a:xfrm>
            <a:off x="5418951" y="570076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Oval 328"/>
          <p:cNvSpPr/>
          <p:nvPr/>
        </p:nvSpPr>
        <p:spPr>
          <a:xfrm>
            <a:off x="5453292" y="571615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Oval 329"/>
          <p:cNvSpPr/>
          <p:nvPr/>
        </p:nvSpPr>
        <p:spPr>
          <a:xfrm>
            <a:off x="5155961" y="574937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Oval 330"/>
          <p:cNvSpPr/>
          <p:nvPr/>
        </p:nvSpPr>
        <p:spPr>
          <a:xfrm>
            <a:off x="5533901" y="581568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Oval 331"/>
          <p:cNvSpPr/>
          <p:nvPr/>
        </p:nvSpPr>
        <p:spPr>
          <a:xfrm>
            <a:off x="5583793" y="586081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Oval 332"/>
          <p:cNvSpPr/>
          <p:nvPr/>
        </p:nvSpPr>
        <p:spPr>
          <a:xfrm>
            <a:off x="5305857" y="565607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Oval 333"/>
          <p:cNvSpPr/>
          <p:nvPr/>
        </p:nvSpPr>
        <p:spPr>
          <a:xfrm>
            <a:off x="5546335" y="577435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Oval 334"/>
          <p:cNvSpPr/>
          <p:nvPr/>
        </p:nvSpPr>
        <p:spPr>
          <a:xfrm>
            <a:off x="5673601" y="582559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Oval 335"/>
          <p:cNvSpPr/>
          <p:nvPr/>
        </p:nvSpPr>
        <p:spPr>
          <a:xfrm>
            <a:off x="5774566" y="549119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Oval 336"/>
          <p:cNvSpPr/>
          <p:nvPr/>
        </p:nvSpPr>
        <p:spPr>
          <a:xfrm>
            <a:off x="5350446" y="584520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Oval 337"/>
          <p:cNvSpPr/>
          <p:nvPr/>
        </p:nvSpPr>
        <p:spPr>
          <a:xfrm>
            <a:off x="5186344" y="546889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Oval 338"/>
          <p:cNvSpPr/>
          <p:nvPr/>
        </p:nvSpPr>
        <p:spPr>
          <a:xfrm>
            <a:off x="5047540" y="571893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Oval 339"/>
          <p:cNvSpPr/>
          <p:nvPr/>
        </p:nvSpPr>
        <p:spPr>
          <a:xfrm>
            <a:off x="6119762" y="574500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Oval 340"/>
          <p:cNvSpPr/>
          <p:nvPr/>
        </p:nvSpPr>
        <p:spPr>
          <a:xfrm>
            <a:off x="5532827" y="586170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Oval 341"/>
          <p:cNvSpPr/>
          <p:nvPr/>
        </p:nvSpPr>
        <p:spPr>
          <a:xfrm>
            <a:off x="5732045" y="575591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Oval 342"/>
          <p:cNvSpPr/>
          <p:nvPr/>
        </p:nvSpPr>
        <p:spPr>
          <a:xfrm>
            <a:off x="5673176" y="567164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Oval 343"/>
          <p:cNvSpPr/>
          <p:nvPr/>
        </p:nvSpPr>
        <p:spPr>
          <a:xfrm>
            <a:off x="5687772" y="579584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Oval 344"/>
          <p:cNvSpPr/>
          <p:nvPr/>
        </p:nvSpPr>
        <p:spPr>
          <a:xfrm>
            <a:off x="5526111" y="573715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Oval 345"/>
          <p:cNvSpPr/>
          <p:nvPr/>
        </p:nvSpPr>
        <p:spPr>
          <a:xfrm>
            <a:off x="5666821" y="582183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Oval 346"/>
          <p:cNvSpPr/>
          <p:nvPr/>
        </p:nvSpPr>
        <p:spPr>
          <a:xfrm>
            <a:off x="4967758" y="571118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Oval 347"/>
          <p:cNvSpPr/>
          <p:nvPr/>
        </p:nvSpPr>
        <p:spPr>
          <a:xfrm>
            <a:off x="5769659" y="572088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Oval 348"/>
          <p:cNvSpPr/>
          <p:nvPr/>
        </p:nvSpPr>
        <p:spPr>
          <a:xfrm>
            <a:off x="5779705" y="535649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Oval 349"/>
          <p:cNvSpPr/>
          <p:nvPr/>
        </p:nvSpPr>
        <p:spPr>
          <a:xfrm>
            <a:off x="5332867" y="577635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Oval 350"/>
          <p:cNvSpPr/>
          <p:nvPr/>
        </p:nvSpPr>
        <p:spPr>
          <a:xfrm>
            <a:off x="6809611" y="520731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Oval 351"/>
          <p:cNvSpPr/>
          <p:nvPr/>
        </p:nvSpPr>
        <p:spPr>
          <a:xfrm>
            <a:off x="5650339" y="585536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Oval 352"/>
          <p:cNvSpPr/>
          <p:nvPr/>
        </p:nvSpPr>
        <p:spPr>
          <a:xfrm>
            <a:off x="5501838" y="577553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Oval 353"/>
          <p:cNvSpPr/>
          <p:nvPr/>
        </p:nvSpPr>
        <p:spPr>
          <a:xfrm>
            <a:off x="4956183" y="548326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Oval 354"/>
          <p:cNvSpPr/>
          <p:nvPr/>
        </p:nvSpPr>
        <p:spPr>
          <a:xfrm>
            <a:off x="4873616" y="529397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Oval 355"/>
          <p:cNvSpPr/>
          <p:nvPr/>
        </p:nvSpPr>
        <p:spPr>
          <a:xfrm>
            <a:off x="6051269" y="572843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Oval 356"/>
          <p:cNvSpPr/>
          <p:nvPr/>
        </p:nvSpPr>
        <p:spPr>
          <a:xfrm>
            <a:off x="5783194" y="541886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Oval 357"/>
          <p:cNvSpPr/>
          <p:nvPr/>
        </p:nvSpPr>
        <p:spPr>
          <a:xfrm>
            <a:off x="6045292" y="564470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Oval 358"/>
          <p:cNvSpPr/>
          <p:nvPr/>
        </p:nvSpPr>
        <p:spPr>
          <a:xfrm>
            <a:off x="5767077" y="553014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Oval 359"/>
          <p:cNvSpPr/>
          <p:nvPr/>
        </p:nvSpPr>
        <p:spPr>
          <a:xfrm>
            <a:off x="5607059" y="588244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Oval 360"/>
          <p:cNvSpPr/>
          <p:nvPr/>
        </p:nvSpPr>
        <p:spPr>
          <a:xfrm>
            <a:off x="4500866" y="536228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Oval 361"/>
          <p:cNvSpPr/>
          <p:nvPr/>
        </p:nvSpPr>
        <p:spPr>
          <a:xfrm>
            <a:off x="5699411" y="578618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Oval 362"/>
          <p:cNvSpPr/>
          <p:nvPr/>
        </p:nvSpPr>
        <p:spPr>
          <a:xfrm>
            <a:off x="5027064" y="544363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Oval 363"/>
          <p:cNvSpPr/>
          <p:nvPr/>
        </p:nvSpPr>
        <p:spPr>
          <a:xfrm>
            <a:off x="5670522" y="579913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Oval 364"/>
          <p:cNvSpPr/>
          <p:nvPr/>
        </p:nvSpPr>
        <p:spPr>
          <a:xfrm>
            <a:off x="5205444" y="526630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Oval 365"/>
          <p:cNvSpPr/>
          <p:nvPr/>
        </p:nvSpPr>
        <p:spPr>
          <a:xfrm>
            <a:off x="6179752" y="534578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Oval 366"/>
          <p:cNvSpPr/>
          <p:nvPr/>
        </p:nvSpPr>
        <p:spPr>
          <a:xfrm>
            <a:off x="4957002" y="561996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Oval 367"/>
          <p:cNvSpPr/>
          <p:nvPr/>
        </p:nvSpPr>
        <p:spPr>
          <a:xfrm>
            <a:off x="5113642" y="553450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Oval 368"/>
          <p:cNvSpPr/>
          <p:nvPr/>
        </p:nvSpPr>
        <p:spPr>
          <a:xfrm>
            <a:off x="5694737" y="582502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Oval 369"/>
          <p:cNvSpPr/>
          <p:nvPr/>
        </p:nvSpPr>
        <p:spPr>
          <a:xfrm>
            <a:off x="5440438" y="573263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Oval 370"/>
          <p:cNvSpPr/>
          <p:nvPr/>
        </p:nvSpPr>
        <p:spPr>
          <a:xfrm>
            <a:off x="5571149" y="586646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Oval 371"/>
          <p:cNvSpPr/>
          <p:nvPr/>
        </p:nvSpPr>
        <p:spPr>
          <a:xfrm>
            <a:off x="5824352" y="569462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Oval 372"/>
          <p:cNvSpPr/>
          <p:nvPr/>
        </p:nvSpPr>
        <p:spPr>
          <a:xfrm>
            <a:off x="5614024" y="587614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Oval 373"/>
          <p:cNvSpPr/>
          <p:nvPr/>
        </p:nvSpPr>
        <p:spPr>
          <a:xfrm>
            <a:off x="5222303" y="559719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Oval 374"/>
          <p:cNvSpPr/>
          <p:nvPr/>
        </p:nvSpPr>
        <p:spPr>
          <a:xfrm>
            <a:off x="3632092" y="549670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Oval 375"/>
          <p:cNvSpPr/>
          <p:nvPr/>
        </p:nvSpPr>
        <p:spPr>
          <a:xfrm>
            <a:off x="5612734" y="588247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Oval 376"/>
          <p:cNvSpPr/>
          <p:nvPr/>
        </p:nvSpPr>
        <p:spPr>
          <a:xfrm>
            <a:off x="4877655" y="551882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Oval 377"/>
          <p:cNvSpPr/>
          <p:nvPr/>
        </p:nvSpPr>
        <p:spPr>
          <a:xfrm>
            <a:off x="5489018" y="576353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Oval 378"/>
          <p:cNvSpPr/>
          <p:nvPr/>
        </p:nvSpPr>
        <p:spPr>
          <a:xfrm>
            <a:off x="5199058" y="552435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Oval 379"/>
          <p:cNvSpPr/>
          <p:nvPr/>
        </p:nvSpPr>
        <p:spPr>
          <a:xfrm>
            <a:off x="5204759" y="488266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Oval 380"/>
          <p:cNvSpPr/>
          <p:nvPr/>
        </p:nvSpPr>
        <p:spPr>
          <a:xfrm>
            <a:off x="6212893" y="528423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Oval 381"/>
          <p:cNvSpPr/>
          <p:nvPr/>
        </p:nvSpPr>
        <p:spPr>
          <a:xfrm>
            <a:off x="5221969" y="540540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Oval 382"/>
          <p:cNvSpPr/>
          <p:nvPr/>
        </p:nvSpPr>
        <p:spPr>
          <a:xfrm>
            <a:off x="5553014" y="578741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Oval 383"/>
          <p:cNvSpPr/>
          <p:nvPr/>
        </p:nvSpPr>
        <p:spPr>
          <a:xfrm>
            <a:off x="5268177" y="564542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Oval 384"/>
          <p:cNvSpPr/>
          <p:nvPr/>
        </p:nvSpPr>
        <p:spPr>
          <a:xfrm>
            <a:off x="5612447" y="587648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Oval 385"/>
          <p:cNvSpPr/>
          <p:nvPr/>
        </p:nvSpPr>
        <p:spPr>
          <a:xfrm>
            <a:off x="5082613" y="575067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Oval 386"/>
          <p:cNvSpPr/>
          <p:nvPr/>
        </p:nvSpPr>
        <p:spPr>
          <a:xfrm>
            <a:off x="4342630" y="515204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Oval 387"/>
          <p:cNvSpPr/>
          <p:nvPr/>
        </p:nvSpPr>
        <p:spPr>
          <a:xfrm>
            <a:off x="5821175" y="479501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Oval 388"/>
          <p:cNvSpPr/>
          <p:nvPr/>
        </p:nvSpPr>
        <p:spPr>
          <a:xfrm>
            <a:off x="5863951" y="545401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Oval 389"/>
          <p:cNvSpPr/>
          <p:nvPr/>
        </p:nvSpPr>
        <p:spPr>
          <a:xfrm>
            <a:off x="5748763" y="555115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Oval 390"/>
          <p:cNvSpPr/>
          <p:nvPr/>
        </p:nvSpPr>
        <p:spPr>
          <a:xfrm>
            <a:off x="5499718" y="566636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Oval 391"/>
          <p:cNvSpPr/>
          <p:nvPr/>
        </p:nvSpPr>
        <p:spPr>
          <a:xfrm>
            <a:off x="5613573" y="588213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Oval 392"/>
          <p:cNvSpPr/>
          <p:nvPr/>
        </p:nvSpPr>
        <p:spPr>
          <a:xfrm>
            <a:off x="5129343" y="563047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Oval 393"/>
          <p:cNvSpPr/>
          <p:nvPr/>
        </p:nvSpPr>
        <p:spPr>
          <a:xfrm>
            <a:off x="6016292" y="513659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Oval 394"/>
          <p:cNvSpPr/>
          <p:nvPr/>
        </p:nvSpPr>
        <p:spPr>
          <a:xfrm>
            <a:off x="5884032" y="575857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Oval 395"/>
          <p:cNvSpPr/>
          <p:nvPr/>
        </p:nvSpPr>
        <p:spPr>
          <a:xfrm>
            <a:off x="5851401" y="574166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Oval 396"/>
          <p:cNvSpPr/>
          <p:nvPr/>
        </p:nvSpPr>
        <p:spPr>
          <a:xfrm>
            <a:off x="5246203" y="539261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Oval 397"/>
          <p:cNvSpPr/>
          <p:nvPr/>
        </p:nvSpPr>
        <p:spPr>
          <a:xfrm>
            <a:off x="5659625" y="586547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Oval 398"/>
          <p:cNvSpPr/>
          <p:nvPr/>
        </p:nvSpPr>
        <p:spPr>
          <a:xfrm>
            <a:off x="5730434" y="558627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Oval 399"/>
          <p:cNvSpPr/>
          <p:nvPr/>
        </p:nvSpPr>
        <p:spPr>
          <a:xfrm>
            <a:off x="5539624" y="566709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Oval 400"/>
          <p:cNvSpPr/>
          <p:nvPr/>
        </p:nvSpPr>
        <p:spPr>
          <a:xfrm>
            <a:off x="5431939" y="562896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Oval 401"/>
          <p:cNvSpPr/>
          <p:nvPr/>
        </p:nvSpPr>
        <p:spPr>
          <a:xfrm>
            <a:off x="5744838" y="564415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Oval 402"/>
          <p:cNvSpPr/>
          <p:nvPr/>
        </p:nvSpPr>
        <p:spPr>
          <a:xfrm>
            <a:off x="4741684" y="496585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Oval 403"/>
          <p:cNvSpPr/>
          <p:nvPr/>
        </p:nvSpPr>
        <p:spPr>
          <a:xfrm>
            <a:off x="5704207" y="569085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Oval 404"/>
          <p:cNvSpPr/>
          <p:nvPr/>
        </p:nvSpPr>
        <p:spPr>
          <a:xfrm>
            <a:off x="5654295" y="584201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Oval 405"/>
          <p:cNvSpPr/>
          <p:nvPr/>
        </p:nvSpPr>
        <p:spPr>
          <a:xfrm>
            <a:off x="5478020" y="571485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Oval 406"/>
          <p:cNvSpPr/>
          <p:nvPr/>
        </p:nvSpPr>
        <p:spPr>
          <a:xfrm>
            <a:off x="5529209" y="582941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Oval 407"/>
          <p:cNvSpPr/>
          <p:nvPr/>
        </p:nvSpPr>
        <p:spPr>
          <a:xfrm>
            <a:off x="5345173" y="564866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Oval 408"/>
          <p:cNvSpPr/>
          <p:nvPr/>
        </p:nvSpPr>
        <p:spPr>
          <a:xfrm>
            <a:off x="5500919" y="566227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Oval 409"/>
          <p:cNvSpPr/>
          <p:nvPr/>
        </p:nvSpPr>
        <p:spPr>
          <a:xfrm>
            <a:off x="5131333" y="552334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Oval 410"/>
          <p:cNvSpPr/>
          <p:nvPr/>
        </p:nvSpPr>
        <p:spPr>
          <a:xfrm>
            <a:off x="5537461" y="582612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Oval 411"/>
          <p:cNvSpPr/>
          <p:nvPr/>
        </p:nvSpPr>
        <p:spPr>
          <a:xfrm>
            <a:off x="5349327" y="577461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Oval 412"/>
          <p:cNvSpPr/>
          <p:nvPr/>
        </p:nvSpPr>
        <p:spPr>
          <a:xfrm>
            <a:off x="5533071" y="575680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Oval 413"/>
          <p:cNvSpPr/>
          <p:nvPr/>
        </p:nvSpPr>
        <p:spPr>
          <a:xfrm>
            <a:off x="5534042" y="569406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Oval 414"/>
          <p:cNvSpPr/>
          <p:nvPr/>
        </p:nvSpPr>
        <p:spPr>
          <a:xfrm>
            <a:off x="4942812" y="550454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Oval 415"/>
          <p:cNvSpPr/>
          <p:nvPr/>
        </p:nvSpPr>
        <p:spPr>
          <a:xfrm>
            <a:off x="5940437" y="580887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Oval 416"/>
          <p:cNvSpPr/>
          <p:nvPr/>
        </p:nvSpPr>
        <p:spPr>
          <a:xfrm>
            <a:off x="5512083" y="572187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Oval 417"/>
          <p:cNvSpPr/>
          <p:nvPr/>
        </p:nvSpPr>
        <p:spPr>
          <a:xfrm>
            <a:off x="5538381" y="571676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Oval 418"/>
          <p:cNvSpPr/>
          <p:nvPr/>
        </p:nvSpPr>
        <p:spPr>
          <a:xfrm>
            <a:off x="5350151" y="582376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Oval 419"/>
          <p:cNvSpPr/>
          <p:nvPr/>
        </p:nvSpPr>
        <p:spPr>
          <a:xfrm>
            <a:off x="6211399" y="551535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Oval 420"/>
          <p:cNvSpPr/>
          <p:nvPr/>
        </p:nvSpPr>
        <p:spPr>
          <a:xfrm>
            <a:off x="5687777" y="571740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Oval 421"/>
          <p:cNvSpPr/>
          <p:nvPr/>
        </p:nvSpPr>
        <p:spPr>
          <a:xfrm>
            <a:off x="5977592" y="559775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Oval 422"/>
          <p:cNvSpPr/>
          <p:nvPr/>
        </p:nvSpPr>
        <p:spPr>
          <a:xfrm>
            <a:off x="5795311" y="526044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" name="Oval 423"/>
          <p:cNvSpPr/>
          <p:nvPr/>
        </p:nvSpPr>
        <p:spPr>
          <a:xfrm>
            <a:off x="5637537" y="585523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5" name="Oval 424"/>
          <p:cNvSpPr/>
          <p:nvPr/>
        </p:nvSpPr>
        <p:spPr>
          <a:xfrm>
            <a:off x="5041509" y="544393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Oval 425"/>
          <p:cNvSpPr/>
          <p:nvPr/>
        </p:nvSpPr>
        <p:spPr>
          <a:xfrm>
            <a:off x="5553743" y="583747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Oval 426"/>
          <p:cNvSpPr/>
          <p:nvPr/>
        </p:nvSpPr>
        <p:spPr>
          <a:xfrm>
            <a:off x="5474346" y="576096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" name="Oval 427"/>
          <p:cNvSpPr/>
          <p:nvPr/>
        </p:nvSpPr>
        <p:spPr>
          <a:xfrm>
            <a:off x="5815945" y="556439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Oval 428"/>
          <p:cNvSpPr/>
          <p:nvPr/>
        </p:nvSpPr>
        <p:spPr>
          <a:xfrm>
            <a:off x="4782584" y="505670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Oval 429"/>
          <p:cNvSpPr/>
          <p:nvPr/>
        </p:nvSpPr>
        <p:spPr>
          <a:xfrm>
            <a:off x="5600677" y="587821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Oval 430"/>
          <p:cNvSpPr/>
          <p:nvPr/>
        </p:nvSpPr>
        <p:spPr>
          <a:xfrm>
            <a:off x="5973452" y="566419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Oval 431"/>
          <p:cNvSpPr/>
          <p:nvPr/>
        </p:nvSpPr>
        <p:spPr>
          <a:xfrm>
            <a:off x="5246736" y="542691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Oval 432"/>
          <p:cNvSpPr/>
          <p:nvPr/>
        </p:nvSpPr>
        <p:spPr>
          <a:xfrm>
            <a:off x="5529668" y="584220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" name="Oval 433"/>
          <p:cNvSpPr/>
          <p:nvPr/>
        </p:nvSpPr>
        <p:spPr>
          <a:xfrm>
            <a:off x="5574548" y="582452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Oval 434"/>
          <p:cNvSpPr/>
          <p:nvPr/>
        </p:nvSpPr>
        <p:spPr>
          <a:xfrm>
            <a:off x="5648909" y="583252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" name="Oval 435"/>
          <p:cNvSpPr/>
          <p:nvPr/>
        </p:nvSpPr>
        <p:spPr>
          <a:xfrm>
            <a:off x="5993120" y="578275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Oval 436"/>
          <p:cNvSpPr/>
          <p:nvPr/>
        </p:nvSpPr>
        <p:spPr>
          <a:xfrm>
            <a:off x="5683459" y="572103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Oval 437"/>
          <p:cNvSpPr/>
          <p:nvPr/>
        </p:nvSpPr>
        <p:spPr>
          <a:xfrm>
            <a:off x="5607508" y="588292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Oval 438"/>
          <p:cNvSpPr/>
          <p:nvPr/>
        </p:nvSpPr>
        <p:spPr>
          <a:xfrm>
            <a:off x="4235134" y="486348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Oval 439"/>
          <p:cNvSpPr/>
          <p:nvPr/>
        </p:nvSpPr>
        <p:spPr>
          <a:xfrm>
            <a:off x="4774920" y="545243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Oval 440"/>
          <p:cNvSpPr/>
          <p:nvPr/>
        </p:nvSpPr>
        <p:spPr>
          <a:xfrm>
            <a:off x="5452144" y="565680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Oval 441"/>
          <p:cNvSpPr/>
          <p:nvPr/>
        </p:nvSpPr>
        <p:spPr>
          <a:xfrm>
            <a:off x="5769274" y="568631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Oval 442"/>
          <p:cNvSpPr/>
          <p:nvPr/>
        </p:nvSpPr>
        <p:spPr>
          <a:xfrm>
            <a:off x="5318395" y="567087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Oval 443"/>
          <p:cNvSpPr/>
          <p:nvPr/>
        </p:nvSpPr>
        <p:spPr>
          <a:xfrm>
            <a:off x="5404092" y="528340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Oval 444"/>
          <p:cNvSpPr/>
          <p:nvPr/>
        </p:nvSpPr>
        <p:spPr>
          <a:xfrm>
            <a:off x="5629152" y="585451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Oval 445"/>
          <p:cNvSpPr/>
          <p:nvPr/>
        </p:nvSpPr>
        <p:spPr>
          <a:xfrm>
            <a:off x="5296300" y="557554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Oval 446"/>
          <p:cNvSpPr/>
          <p:nvPr/>
        </p:nvSpPr>
        <p:spPr>
          <a:xfrm>
            <a:off x="5610232" y="588299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Oval 447"/>
          <p:cNvSpPr/>
          <p:nvPr/>
        </p:nvSpPr>
        <p:spPr>
          <a:xfrm>
            <a:off x="5716756" y="577698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Oval 448"/>
          <p:cNvSpPr/>
          <p:nvPr/>
        </p:nvSpPr>
        <p:spPr>
          <a:xfrm>
            <a:off x="5613768" y="587726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Oval 449"/>
          <p:cNvSpPr/>
          <p:nvPr/>
        </p:nvSpPr>
        <p:spPr>
          <a:xfrm>
            <a:off x="5885236" y="575808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1" name="Oval 450"/>
          <p:cNvSpPr/>
          <p:nvPr/>
        </p:nvSpPr>
        <p:spPr>
          <a:xfrm>
            <a:off x="5760849" y="580687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2" name="Oval 451"/>
          <p:cNvSpPr/>
          <p:nvPr/>
        </p:nvSpPr>
        <p:spPr>
          <a:xfrm>
            <a:off x="4960788" y="519592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3" name="Oval 452"/>
          <p:cNvSpPr/>
          <p:nvPr/>
        </p:nvSpPr>
        <p:spPr>
          <a:xfrm>
            <a:off x="4736503" y="534399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4" name="Oval 453"/>
          <p:cNvSpPr/>
          <p:nvPr/>
        </p:nvSpPr>
        <p:spPr>
          <a:xfrm>
            <a:off x="5910114" y="505915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5" name="Oval 454"/>
          <p:cNvSpPr/>
          <p:nvPr/>
        </p:nvSpPr>
        <p:spPr>
          <a:xfrm>
            <a:off x="5258167" y="547505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6" name="Oval 455"/>
          <p:cNvSpPr/>
          <p:nvPr/>
        </p:nvSpPr>
        <p:spPr>
          <a:xfrm>
            <a:off x="5760344" y="579305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7" name="Oval 456"/>
          <p:cNvSpPr/>
          <p:nvPr/>
        </p:nvSpPr>
        <p:spPr>
          <a:xfrm>
            <a:off x="5633072" y="586749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8" name="Oval 457"/>
          <p:cNvSpPr/>
          <p:nvPr/>
        </p:nvSpPr>
        <p:spPr>
          <a:xfrm>
            <a:off x="6227689" y="576865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9" name="Oval 458"/>
          <p:cNvSpPr/>
          <p:nvPr/>
        </p:nvSpPr>
        <p:spPr>
          <a:xfrm>
            <a:off x="5672116" y="583476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0" name="Oval 459"/>
          <p:cNvSpPr/>
          <p:nvPr/>
        </p:nvSpPr>
        <p:spPr>
          <a:xfrm>
            <a:off x="5941413" y="579909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1" name="Oval 460"/>
          <p:cNvSpPr/>
          <p:nvPr/>
        </p:nvSpPr>
        <p:spPr>
          <a:xfrm>
            <a:off x="5531466" y="579757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2" name="Oval 461"/>
          <p:cNvSpPr/>
          <p:nvPr/>
        </p:nvSpPr>
        <p:spPr>
          <a:xfrm>
            <a:off x="5544792" y="579194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3" name="Oval 462"/>
          <p:cNvSpPr/>
          <p:nvPr/>
        </p:nvSpPr>
        <p:spPr>
          <a:xfrm>
            <a:off x="5192744" y="569264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4" name="Oval 463"/>
          <p:cNvSpPr/>
          <p:nvPr/>
        </p:nvSpPr>
        <p:spPr>
          <a:xfrm>
            <a:off x="5674238" y="572820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5" name="Oval 464"/>
          <p:cNvSpPr/>
          <p:nvPr/>
        </p:nvSpPr>
        <p:spPr>
          <a:xfrm>
            <a:off x="5751011" y="568834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6" name="Oval 465"/>
          <p:cNvSpPr/>
          <p:nvPr/>
        </p:nvSpPr>
        <p:spPr>
          <a:xfrm>
            <a:off x="5590779" y="585816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7" name="Oval 466"/>
          <p:cNvSpPr/>
          <p:nvPr/>
        </p:nvSpPr>
        <p:spPr>
          <a:xfrm>
            <a:off x="6118181" y="548482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8" name="Oval 467"/>
          <p:cNvSpPr/>
          <p:nvPr/>
        </p:nvSpPr>
        <p:spPr>
          <a:xfrm>
            <a:off x="6270492" y="562961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9" name="Oval 468"/>
          <p:cNvSpPr/>
          <p:nvPr/>
        </p:nvSpPr>
        <p:spPr>
          <a:xfrm>
            <a:off x="6057633" y="548199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0" name="Oval 469"/>
          <p:cNvSpPr/>
          <p:nvPr/>
        </p:nvSpPr>
        <p:spPr>
          <a:xfrm>
            <a:off x="5521151" y="571426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1" name="Oval 470"/>
          <p:cNvSpPr/>
          <p:nvPr/>
        </p:nvSpPr>
        <p:spPr>
          <a:xfrm>
            <a:off x="6156739" y="465846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2" name="Oval 471"/>
          <p:cNvSpPr/>
          <p:nvPr/>
        </p:nvSpPr>
        <p:spPr>
          <a:xfrm>
            <a:off x="5943167" y="572462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3" name="Oval 472"/>
          <p:cNvSpPr/>
          <p:nvPr/>
        </p:nvSpPr>
        <p:spPr>
          <a:xfrm>
            <a:off x="5519385" y="568481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4" name="Oval 473"/>
          <p:cNvSpPr/>
          <p:nvPr/>
        </p:nvSpPr>
        <p:spPr>
          <a:xfrm>
            <a:off x="4686620" y="480889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5" name="Oval 474"/>
          <p:cNvSpPr/>
          <p:nvPr/>
        </p:nvSpPr>
        <p:spPr>
          <a:xfrm>
            <a:off x="5227847" y="526408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6" name="Oval 475"/>
          <p:cNvSpPr/>
          <p:nvPr/>
        </p:nvSpPr>
        <p:spPr>
          <a:xfrm>
            <a:off x="5798280" y="553208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7" name="Oval 476"/>
          <p:cNvSpPr/>
          <p:nvPr/>
        </p:nvSpPr>
        <p:spPr>
          <a:xfrm>
            <a:off x="5746430" y="580273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8" name="Oval 477"/>
          <p:cNvSpPr/>
          <p:nvPr/>
        </p:nvSpPr>
        <p:spPr>
          <a:xfrm>
            <a:off x="5865950" y="576159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9" name="Oval 478"/>
          <p:cNvSpPr/>
          <p:nvPr/>
        </p:nvSpPr>
        <p:spPr>
          <a:xfrm>
            <a:off x="5308503" y="550209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0" name="Oval 479"/>
          <p:cNvSpPr/>
          <p:nvPr/>
        </p:nvSpPr>
        <p:spPr>
          <a:xfrm>
            <a:off x="5719219" y="578643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1" name="Oval 480"/>
          <p:cNvSpPr/>
          <p:nvPr/>
        </p:nvSpPr>
        <p:spPr>
          <a:xfrm>
            <a:off x="6257893" y="566111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2" name="Oval 481"/>
          <p:cNvSpPr/>
          <p:nvPr/>
        </p:nvSpPr>
        <p:spPr>
          <a:xfrm>
            <a:off x="4648873" y="546955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3" name="Oval 482"/>
          <p:cNvSpPr/>
          <p:nvPr/>
        </p:nvSpPr>
        <p:spPr>
          <a:xfrm>
            <a:off x="5104983" y="555170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4" name="Oval 483"/>
          <p:cNvSpPr/>
          <p:nvPr/>
        </p:nvSpPr>
        <p:spPr>
          <a:xfrm>
            <a:off x="5612783" y="587603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5" name="Oval 484"/>
          <p:cNvSpPr/>
          <p:nvPr/>
        </p:nvSpPr>
        <p:spPr>
          <a:xfrm>
            <a:off x="5687901" y="585780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6" name="Oval 485"/>
          <p:cNvSpPr/>
          <p:nvPr/>
        </p:nvSpPr>
        <p:spPr>
          <a:xfrm>
            <a:off x="5846905" y="576002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7" name="Oval 486"/>
          <p:cNvSpPr/>
          <p:nvPr/>
        </p:nvSpPr>
        <p:spPr>
          <a:xfrm>
            <a:off x="5791981" y="562628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8" name="Oval 487"/>
          <p:cNvSpPr/>
          <p:nvPr/>
        </p:nvSpPr>
        <p:spPr>
          <a:xfrm>
            <a:off x="5961098" y="569896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9" name="Oval 488"/>
          <p:cNvSpPr/>
          <p:nvPr/>
        </p:nvSpPr>
        <p:spPr>
          <a:xfrm>
            <a:off x="5628581" y="586591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0" name="Oval 489"/>
          <p:cNvSpPr/>
          <p:nvPr/>
        </p:nvSpPr>
        <p:spPr>
          <a:xfrm>
            <a:off x="5593921" y="585758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1" name="Oval 490"/>
          <p:cNvSpPr/>
          <p:nvPr/>
        </p:nvSpPr>
        <p:spPr>
          <a:xfrm>
            <a:off x="5762416" y="580238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2" name="Oval 491"/>
          <p:cNvSpPr/>
          <p:nvPr/>
        </p:nvSpPr>
        <p:spPr>
          <a:xfrm>
            <a:off x="5459428" y="577940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3" name="Oval 492"/>
          <p:cNvSpPr/>
          <p:nvPr/>
        </p:nvSpPr>
        <p:spPr>
          <a:xfrm>
            <a:off x="5455441" y="580537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4" name="Oval 493"/>
          <p:cNvSpPr/>
          <p:nvPr/>
        </p:nvSpPr>
        <p:spPr>
          <a:xfrm>
            <a:off x="6511472" y="494023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5" name="Oval 494"/>
          <p:cNvSpPr/>
          <p:nvPr/>
        </p:nvSpPr>
        <p:spPr>
          <a:xfrm>
            <a:off x="5555648" y="579628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6" name="Oval 495"/>
          <p:cNvSpPr/>
          <p:nvPr/>
        </p:nvSpPr>
        <p:spPr>
          <a:xfrm>
            <a:off x="5770279" y="575167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7" name="Oval 496"/>
          <p:cNvSpPr/>
          <p:nvPr/>
        </p:nvSpPr>
        <p:spPr>
          <a:xfrm>
            <a:off x="5656579" y="585143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8" name="Oval 497"/>
          <p:cNvSpPr/>
          <p:nvPr/>
        </p:nvSpPr>
        <p:spPr>
          <a:xfrm>
            <a:off x="6102454" y="529143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9" name="Oval 498"/>
          <p:cNvSpPr/>
          <p:nvPr/>
        </p:nvSpPr>
        <p:spPr>
          <a:xfrm>
            <a:off x="5470077" y="582074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0" name="Oval 499"/>
          <p:cNvSpPr/>
          <p:nvPr/>
        </p:nvSpPr>
        <p:spPr>
          <a:xfrm>
            <a:off x="5526614" y="577807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1" name="Oval 500"/>
          <p:cNvSpPr/>
          <p:nvPr/>
        </p:nvSpPr>
        <p:spPr>
          <a:xfrm>
            <a:off x="4893150" y="529005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2" name="Oval 501"/>
          <p:cNvSpPr/>
          <p:nvPr/>
        </p:nvSpPr>
        <p:spPr>
          <a:xfrm>
            <a:off x="5934938" y="575824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3" name="Oval 502"/>
          <p:cNvSpPr/>
          <p:nvPr/>
        </p:nvSpPr>
        <p:spPr>
          <a:xfrm>
            <a:off x="5481870" y="577747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4" name="Oval 503"/>
          <p:cNvSpPr/>
          <p:nvPr/>
        </p:nvSpPr>
        <p:spPr>
          <a:xfrm>
            <a:off x="5646177" y="576754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5" name="Oval 504"/>
          <p:cNvSpPr/>
          <p:nvPr/>
        </p:nvSpPr>
        <p:spPr>
          <a:xfrm>
            <a:off x="4960038" y="535626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6" name="Oval 505"/>
          <p:cNvSpPr/>
          <p:nvPr/>
        </p:nvSpPr>
        <p:spPr>
          <a:xfrm>
            <a:off x="5322919" y="569280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7" name="Oval 506"/>
          <p:cNvSpPr/>
          <p:nvPr/>
        </p:nvSpPr>
        <p:spPr>
          <a:xfrm>
            <a:off x="5452823" y="559754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8" name="Oval 507"/>
          <p:cNvSpPr/>
          <p:nvPr/>
        </p:nvSpPr>
        <p:spPr>
          <a:xfrm>
            <a:off x="5452171" y="572371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9" name="Oval 508"/>
          <p:cNvSpPr/>
          <p:nvPr/>
        </p:nvSpPr>
        <p:spPr>
          <a:xfrm>
            <a:off x="5252813" y="558839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0" name="Oval 509"/>
          <p:cNvSpPr/>
          <p:nvPr/>
        </p:nvSpPr>
        <p:spPr>
          <a:xfrm>
            <a:off x="5985153" y="478862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1" name="Oval 510"/>
          <p:cNvSpPr/>
          <p:nvPr/>
        </p:nvSpPr>
        <p:spPr>
          <a:xfrm>
            <a:off x="5667081" y="570536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2" name="Oval 511"/>
          <p:cNvSpPr/>
          <p:nvPr/>
        </p:nvSpPr>
        <p:spPr>
          <a:xfrm>
            <a:off x="5653096" y="579241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3" name="Oval 512"/>
          <p:cNvSpPr/>
          <p:nvPr/>
        </p:nvSpPr>
        <p:spPr>
          <a:xfrm>
            <a:off x="5685096" y="577578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4" name="Oval 513"/>
          <p:cNvSpPr/>
          <p:nvPr/>
        </p:nvSpPr>
        <p:spPr>
          <a:xfrm>
            <a:off x="6003101" y="545378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5" name="Oval 514"/>
          <p:cNvSpPr/>
          <p:nvPr/>
        </p:nvSpPr>
        <p:spPr>
          <a:xfrm>
            <a:off x="5734800" y="560822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6" name="Oval 515"/>
          <p:cNvSpPr/>
          <p:nvPr/>
        </p:nvSpPr>
        <p:spPr>
          <a:xfrm>
            <a:off x="5658931" y="583234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7" name="Oval 516"/>
          <p:cNvSpPr/>
          <p:nvPr/>
        </p:nvSpPr>
        <p:spPr>
          <a:xfrm>
            <a:off x="4190567" y="548816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8" name="Oval 517"/>
          <p:cNvSpPr/>
          <p:nvPr/>
        </p:nvSpPr>
        <p:spPr>
          <a:xfrm>
            <a:off x="5004412" y="541552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9" name="Oval 518"/>
          <p:cNvSpPr/>
          <p:nvPr/>
        </p:nvSpPr>
        <p:spPr>
          <a:xfrm>
            <a:off x="5325398" y="556183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0" name="Oval 519"/>
          <p:cNvSpPr/>
          <p:nvPr/>
        </p:nvSpPr>
        <p:spPr>
          <a:xfrm>
            <a:off x="5175521" y="556169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1" name="Oval 520"/>
          <p:cNvSpPr/>
          <p:nvPr/>
        </p:nvSpPr>
        <p:spPr>
          <a:xfrm>
            <a:off x="5522357" y="577677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2" name="Oval 521"/>
          <p:cNvSpPr/>
          <p:nvPr/>
        </p:nvSpPr>
        <p:spPr>
          <a:xfrm>
            <a:off x="5249846" y="538231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3" name="Oval 522"/>
          <p:cNvSpPr/>
          <p:nvPr/>
        </p:nvSpPr>
        <p:spPr>
          <a:xfrm>
            <a:off x="5515488" y="563328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4" name="Oval 523"/>
          <p:cNvSpPr/>
          <p:nvPr/>
        </p:nvSpPr>
        <p:spPr>
          <a:xfrm>
            <a:off x="5184383" y="573691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5" name="Oval 524"/>
          <p:cNvSpPr/>
          <p:nvPr/>
        </p:nvSpPr>
        <p:spPr>
          <a:xfrm>
            <a:off x="5451785" y="586307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6" name="Oval 525"/>
          <p:cNvSpPr/>
          <p:nvPr/>
        </p:nvSpPr>
        <p:spPr>
          <a:xfrm>
            <a:off x="8213454" y="543559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7" name="Oval 526"/>
          <p:cNvSpPr/>
          <p:nvPr/>
        </p:nvSpPr>
        <p:spPr>
          <a:xfrm>
            <a:off x="5520118" y="571074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8" name="Oval 527"/>
          <p:cNvSpPr/>
          <p:nvPr/>
        </p:nvSpPr>
        <p:spPr>
          <a:xfrm>
            <a:off x="5758694" y="550589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9" name="Oval 528"/>
          <p:cNvSpPr/>
          <p:nvPr/>
        </p:nvSpPr>
        <p:spPr>
          <a:xfrm>
            <a:off x="5489579" y="567608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0" name="Oval 529"/>
          <p:cNvSpPr/>
          <p:nvPr/>
        </p:nvSpPr>
        <p:spPr>
          <a:xfrm>
            <a:off x="5712409" y="574204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1" name="Oval 530"/>
          <p:cNvSpPr/>
          <p:nvPr/>
        </p:nvSpPr>
        <p:spPr>
          <a:xfrm>
            <a:off x="6051571" y="561159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2" name="Oval 531"/>
          <p:cNvSpPr/>
          <p:nvPr/>
        </p:nvSpPr>
        <p:spPr>
          <a:xfrm>
            <a:off x="5967284" y="564581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3" name="Oval 532"/>
          <p:cNvSpPr/>
          <p:nvPr/>
        </p:nvSpPr>
        <p:spPr>
          <a:xfrm>
            <a:off x="5609293" y="588333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4" name="Oval 533"/>
          <p:cNvSpPr/>
          <p:nvPr/>
        </p:nvSpPr>
        <p:spPr>
          <a:xfrm>
            <a:off x="5255901" y="578956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5" name="Oval 534"/>
          <p:cNvSpPr/>
          <p:nvPr/>
        </p:nvSpPr>
        <p:spPr>
          <a:xfrm>
            <a:off x="5829135" y="543518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6" name="Oval 535"/>
          <p:cNvSpPr/>
          <p:nvPr/>
        </p:nvSpPr>
        <p:spPr>
          <a:xfrm>
            <a:off x="3963296" y="539838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7" name="Oval 536"/>
          <p:cNvSpPr/>
          <p:nvPr/>
        </p:nvSpPr>
        <p:spPr>
          <a:xfrm>
            <a:off x="5716481" y="563345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8" name="Oval 537"/>
          <p:cNvSpPr/>
          <p:nvPr/>
        </p:nvSpPr>
        <p:spPr>
          <a:xfrm>
            <a:off x="4982725" y="535290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9" name="Oval 538"/>
          <p:cNvSpPr/>
          <p:nvPr/>
        </p:nvSpPr>
        <p:spPr>
          <a:xfrm>
            <a:off x="6093821" y="504511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0" name="Oval 539"/>
          <p:cNvSpPr/>
          <p:nvPr/>
        </p:nvSpPr>
        <p:spPr>
          <a:xfrm>
            <a:off x="5330305" y="563073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1" name="Oval 540"/>
          <p:cNvSpPr/>
          <p:nvPr/>
        </p:nvSpPr>
        <p:spPr>
          <a:xfrm>
            <a:off x="5487112" y="584455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2" name="Oval 541"/>
          <p:cNvSpPr/>
          <p:nvPr/>
        </p:nvSpPr>
        <p:spPr>
          <a:xfrm>
            <a:off x="5424464" y="582608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3" name="Oval 542"/>
          <p:cNvSpPr/>
          <p:nvPr/>
        </p:nvSpPr>
        <p:spPr>
          <a:xfrm>
            <a:off x="5604913" y="587670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4" name="Oval 543"/>
          <p:cNvSpPr/>
          <p:nvPr/>
        </p:nvSpPr>
        <p:spPr>
          <a:xfrm>
            <a:off x="5492307" y="571735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5" name="Oval 544"/>
          <p:cNvSpPr/>
          <p:nvPr/>
        </p:nvSpPr>
        <p:spPr>
          <a:xfrm>
            <a:off x="5216960" y="558364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6" name="Oval 545"/>
          <p:cNvSpPr/>
          <p:nvPr/>
        </p:nvSpPr>
        <p:spPr>
          <a:xfrm>
            <a:off x="5528276" y="584765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7" name="Oval 546"/>
          <p:cNvSpPr/>
          <p:nvPr/>
        </p:nvSpPr>
        <p:spPr>
          <a:xfrm>
            <a:off x="5765745" y="539968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8" name="Oval 547"/>
          <p:cNvSpPr/>
          <p:nvPr/>
        </p:nvSpPr>
        <p:spPr>
          <a:xfrm>
            <a:off x="5185967" y="559495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9" name="Oval 548"/>
          <p:cNvSpPr/>
          <p:nvPr/>
        </p:nvSpPr>
        <p:spPr>
          <a:xfrm>
            <a:off x="5127660" y="479108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0" name="Oval 549"/>
          <p:cNvSpPr/>
          <p:nvPr/>
        </p:nvSpPr>
        <p:spPr>
          <a:xfrm>
            <a:off x="5501442" y="577831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1" name="Oval 550"/>
          <p:cNvSpPr/>
          <p:nvPr/>
        </p:nvSpPr>
        <p:spPr>
          <a:xfrm>
            <a:off x="5579689" y="582709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2" name="Oval 551"/>
          <p:cNvSpPr/>
          <p:nvPr/>
        </p:nvSpPr>
        <p:spPr>
          <a:xfrm>
            <a:off x="5903191" y="576270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3" name="Oval 552"/>
          <p:cNvSpPr/>
          <p:nvPr/>
        </p:nvSpPr>
        <p:spPr>
          <a:xfrm>
            <a:off x="6393106" y="570389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4" name="Oval 553"/>
          <p:cNvSpPr/>
          <p:nvPr/>
        </p:nvSpPr>
        <p:spPr>
          <a:xfrm>
            <a:off x="4403417" y="545162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5" name="Oval 554"/>
          <p:cNvSpPr/>
          <p:nvPr/>
        </p:nvSpPr>
        <p:spPr>
          <a:xfrm>
            <a:off x="5702527" y="569915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6" name="Oval 555"/>
          <p:cNvSpPr/>
          <p:nvPr/>
        </p:nvSpPr>
        <p:spPr>
          <a:xfrm>
            <a:off x="5700316" y="580658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7" name="Oval 556"/>
          <p:cNvSpPr/>
          <p:nvPr/>
        </p:nvSpPr>
        <p:spPr>
          <a:xfrm>
            <a:off x="5659344" y="577521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8" name="Oval 557"/>
          <p:cNvSpPr/>
          <p:nvPr/>
        </p:nvSpPr>
        <p:spPr>
          <a:xfrm>
            <a:off x="5171097" y="526916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9" name="Oval 558"/>
          <p:cNvSpPr/>
          <p:nvPr/>
        </p:nvSpPr>
        <p:spPr>
          <a:xfrm>
            <a:off x="5927159" y="544705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0" name="Oval 559"/>
          <p:cNvSpPr/>
          <p:nvPr/>
        </p:nvSpPr>
        <p:spPr>
          <a:xfrm>
            <a:off x="5730614" y="570059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1" name="Oval 560"/>
          <p:cNvSpPr/>
          <p:nvPr/>
        </p:nvSpPr>
        <p:spPr>
          <a:xfrm>
            <a:off x="5615359" y="587794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2" name="Oval 561"/>
          <p:cNvSpPr/>
          <p:nvPr/>
        </p:nvSpPr>
        <p:spPr>
          <a:xfrm>
            <a:off x="5509025" y="580844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3" name="Oval 562"/>
          <p:cNvSpPr/>
          <p:nvPr/>
        </p:nvSpPr>
        <p:spPr>
          <a:xfrm>
            <a:off x="6208782" y="520370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4" name="Oval 563"/>
          <p:cNvSpPr/>
          <p:nvPr/>
        </p:nvSpPr>
        <p:spPr>
          <a:xfrm>
            <a:off x="7471411" y="556966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5" name="Oval 564"/>
          <p:cNvSpPr/>
          <p:nvPr/>
        </p:nvSpPr>
        <p:spPr>
          <a:xfrm>
            <a:off x="4735899" y="540831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6" name="Oval 565"/>
          <p:cNvSpPr/>
          <p:nvPr/>
        </p:nvSpPr>
        <p:spPr>
          <a:xfrm>
            <a:off x="5756292" y="570653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7" name="Oval 566"/>
          <p:cNvSpPr/>
          <p:nvPr/>
        </p:nvSpPr>
        <p:spPr>
          <a:xfrm>
            <a:off x="5350630" y="520477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8" name="Oval 567"/>
          <p:cNvSpPr/>
          <p:nvPr/>
        </p:nvSpPr>
        <p:spPr>
          <a:xfrm>
            <a:off x="4743708" y="549595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9" name="Oval 568"/>
          <p:cNvSpPr/>
          <p:nvPr/>
        </p:nvSpPr>
        <p:spPr>
          <a:xfrm>
            <a:off x="5707839" y="569156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0" name="Oval 569"/>
          <p:cNvSpPr/>
          <p:nvPr/>
        </p:nvSpPr>
        <p:spPr>
          <a:xfrm>
            <a:off x="5122845" y="573944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1" name="Oval 570"/>
          <p:cNvSpPr/>
          <p:nvPr/>
        </p:nvSpPr>
        <p:spPr>
          <a:xfrm>
            <a:off x="5361412" y="568844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2" name="Oval 571"/>
          <p:cNvSpPr/>
          <p:nvPr/>
        </p:nvSpPr>
        <p:spPr>
          <a:xfrm>
            <a:off x="4511888" y="556996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3" name="Oval 572"/>
          <p:cNvSpPr/>
          <p:nvPr/>
        </p:nvSpPr>
        <p:spPr>
          <a:xfrm>
            <a:off x="5045708" y="562756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4" name="Oval 573"/>
          <p:cNvSpPr/>
          <p:nvPr/>
        </p:nvSpPr>
        <p:spPr>
          <a:xfrm>
            <a:off x="3429606" y="542612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5" name="Oval 574"/>
          <p:cNvSpPr/>
          <p:nvPr/>
        </p:nvSpPr>
        <p:spPr>
          <a:xfrm>
            <a:off x="5570597" y="582110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6" name="Oval 575"/>
          <p:cNvSpPr/>
          <p:nvPr/>
        </p:nvSpPr>
        <p:spPr>
          <a:xfrm>
            <a:off x="5784790" y="583022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7" name="Oval 576"/>
          <p:cNvSpPr/>
          <p:nvPr/>
        </p:nvSpPr>
        <p:spPr>
          <a:xfrm>
            <a:off x="5430749" y="547985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8" name="Oval 577"/>
          <p:cNvSpPr/>
          <p:nvPr/>
        </p:nvSpPr>
        <p:spPr>
          <a:xfrm>
            <a:off x="5506355" y="571036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9" name="Oval 578"/>
          <p:cNvSpPr/>
          <p:nvPr/>
        </p:nvSpPr>
        <p:spPr>
          <a:xfrm>
            <a:off x="5669075" y="586553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0" name="Oval 579"/>
          <p:cNvSpPr/>
          <p:nvPr/>
        </p:nvSpPr>
        <p:spPr>
          <a:xfrm>
            <a:off x="5331455" y="578328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1" name="Oval 580"/>
          <p:cNvSpPr/>
          <p:nvPr/>
        </p:nvSpPr>
        <p:spPr>
          <a:xfrm>
            <a:off x="6777685" y="537159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2" name="Oval 581"/>
          <p:cNvSpPr/>
          <p:nvPr/>
        </p:nvSpPr>
        <p:spPr>
          <a:xfrm>
            <a:off x="6120481" y="554955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3" name="Oval 582"/>
          <p:cNvSpPr/>
          <p:nvPr/>
        </p:nvSpPr>
        <p:spPr>
          <a:xfrm>
            <a:off x="5383200" y="536197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4" name="Oval 583"/>
          <p:cNvSpPr/>
          <p:nvPr/>
        </p:nvSpPr>
        <p:spPr>
          <a:xfrm>
            <a:off x="5413097" y="573404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5" name="Oval 584"/>
          <p:cNvSpPr/>
          <p:nvPr/>
        </p:nvSpPr>
        <p:spPr>
          <a:xfrm>
            <a:off x="6855321" y="527166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6" name="Oval 585"/>
          <p:cNvSpPr/>
          <p:nvPr/>
        </p:nvSpPr>
        <p:spPr>
          <a:xfrm>
            <a:off x="5517934" y="577455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7" name="Oval 586"/>
          <p:cNvSpPr/>
          <p:nvPr/>
        </p:nvSpPr>
        <p:spPr>
          <a:xfrm>
            <a:off x="5522900" y="573805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8" name="Oval 587"/>
          <p:cNvSpPr/>
          <p:nvPr/>
        </p:nvSpPr>
        <p:spPr>
          <a:xfrm>
            <a:off x="5272305" y="525685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9" name="Oval 588"/>
          <p:cNvSpPr/>
          <p:nvPr/>
        </p:nvSpPr>
        <p:spPr>
          <a:xfrm>
            <a:off x="5546503" y="578811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0" name="Oval 589"/>
          <p:cNvSpPr/>
          <p:nvPr/>
        </p:nvSpPr>
        <p:spPr>
          <a:xfrm>
            <a:off x="5388523" y="571818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1" name="Oval 590"/>
          <p:cNvSpPr/>
          <p:nvPr/>
        </p:nvSpPr>
        <p:spPr>
          <a:xfrm>
            <a:off x="5126490" y="541072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2" name="Oval 591"/>
          <p:cNvSpPr/>
          <p:nvPr/>
        </p:nvSpPr>
        <p:spPr>
          <a:xfrm>
            <a:off x="5274320" y="500651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3" name="Oval 592"/>
          <p:cNvSpPr/>
          <p:nvPr/>
        </p:nvSpPr>
        <p:spPr>
          <a:xfrm>
            <a:off x="5375171" y="541326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4" name="Oval 593"/>
          <p:cNvSpPr/>
          <p:nvPr/>
        </p:nvSpPr>
        <p:spPr>
          <a:xfrm>
            <a:off x="5604885" y="587740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5" name="Oval 594"/>
          <p:cNvSpPr/>
          <p:nvPr/>
        </p:nvSpPr>
        <p:spPr>
          <a:xfrm>
            <a:off x="5685496" y="575774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6" name="Oval 595"/>
          <p:cNvSpPr/>
          <p:nvPr/>
        </p:nvSpPr>
        <p:spPr>
          <a:xfrm>
            <a:off x="5080421" y="560616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7" name="Oval 596"/>
          <p:cNvSpPr/>
          <p:nvPr/>
        </p:nvSpPr>
        <p:spPr>
          <a:xfrm>
            <a:off x="5996000" y="575718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8" name="Oval 597"/>
          <p:cNvSpPr/>
          <p:nvPr/>
        </p:nvSpPr>
        <p:spPr>
          <a:xfrm>
            <a:off x="6122695" y="542322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9" name="Oval 598"/>
          <p:cNvSpPr/>
          <p:nvPr/>
        </p:nvSpPr>
        <p:spPr>
          <a:xfrm>
            <a:off x="5726348" y="547264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0" name="Oval 599"/>
          <p:cNvSpPr/>
          <p:nvPr/>
        </p:nvSpPr>
        <p:spPr>
          <a:xfrm>
            <a:off x="4937791" y="556160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1" name="Oval 600"/>
          <p:cNvSpPr/>
          <p:nvPr/>
        </p:nvSpPr>
        <p:spPr>
          <a:xfrm>
            <a:off x="6060166" y="543466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2" name="Oval 601"/>
          <p:cNvSpPr/>
          <p:nvPr/>
        </p:nvSpPr>
        <p:spPr>
          <a:xfrm>
            <a:off x="5267798" y="572285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3" name="Oval 602"/>
          <p:cNvSpPr/>
          <p:nvPr/>
        </p:nvSpPr>
        <p:spPr>
          <a:xfrm>
            <a:off x="6112187" y="564999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4" name="Oval 603"/>
          <p:cNvSpPr/>
          <p:nvPr/>
        </p:nvSpPr>
        <p:spPr>
          <a:xfrm>
            <a:off x="5585118" y="585899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5" name="Oval 604"/>
          <p:cNvSpPr/>
          <p:nvPr/>
        </p:nvSpPr>
        <p:spPr>
          <a:xfrm>
            <a:off x="6007438" y="549734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6" name="Oval 605"/>
          <p:cNvSpPr/>
          <p:nvPr/>
        </p:nvSpPr>
        <p:spPr>
          <a:xfrm>
            <a:off x="5909431" y="552097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7" name="Oval 606"/>
          <p:cNvSpPr/>
          <p:nvPr/>
        </p:nvSpPr>
        <p:spPr>
          <a:xfrm>
            <a:off x="4882163" y="499294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8" name="Oval 607"/>
          <p:cNvSpPr/>
          <p:nvPr/>
        </p:nvSpPr>
        <p:spPr>
          <a:xfrm>
            <a:off x="5651610" y="580525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9" name="Oval 608"/>
          <p:cNvSpPr/>
          <p:nvPr/>
        </p:nvSpPr>
        <p:spPr>
          <a:xfrm>
            <a:off x="5882869" y="528400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0" name="Oval 609"/>
          <p:cNvSpPr/>
          <p:nvPr/>
        </p:nvSpPr>
        <p:spPr>
          <a:xfrm>
            <a:off x="5528014" y="573084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1" name="Oval 610"/>
          <p:cNvSpPr/>
          <p:nvPr/>
        </p:nvSpPr>
        <p:spPr>
          <a:xfrm>
            <a:off x="5708161" y="583286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2" name="Oval 611"/>
          <p:cNvSpPr/>
          <p:nvPr/>
        </p:nvSpPr>
        <p:spPr>
          <a:xfrm>
            <a:off x="5612478" y="587979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3" name="Oval 612"/>
          <p:cNvSpPr/>
          <p:nvPr/>
        </p:nvSpPr>
        <p:spPr>
          <a:xfrm>
            <a:off x="5614222" y="587538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4" name="Oval 613"/>
          <p:cNvSpPr/>
          <p:nvPr/>
        </p:nvSpPr>
        <p:spPr>
          <a:xfrm>
            <a:off x="5636146" y="584490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5" name="Oval 614"/>
          <p:cNvSpPr/>
          <p:nvPr/>
        </p:nvSpPr>
        <p:spPr>
          <a:xfrm>
            <a:off x="6252468" y="568074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6" name="Oval 615"/>
          <p:cNvSpPr/>
          <p:nvPr/>
        </p:nvSpPr>
        <p:spPr>
          <a:xfrm>
            <a:off x="5769414" y="563327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7" name="Oval 616"/>
          <p:cNvSpPr/>
          <p:nvPr/>
        </p:nvSpPr>
        <p:spPr>
          <a:xfrm>
            <a:off x="5670403" y="577719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8" name="Oval 617"/>
          <p:cNvSpPr/>
          <p:nvPr/>
        </p:nvSpPr>
        <p:spPr>
          <a:xfrm>
            <a:off x="5830178" y="579387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9" name="Oval 618"/>
          <p:cNvSpPr/>
          <p:nvPr/>
        </p:nvSpPr>
        <p:spPr>
          <a:xfrm>
            <a:off x="5333366" y="515546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0" name="Oval 619"/>
          <p:cNvSpPr/>
          <p:nvPr/>
        </p:nvSpPr>
        <p:spPr>
          <a:xfrm>
            <a:off x="5519304" y="573971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1" name="Oval 620"/>
          <p:cNvSpPr/>
          <p:nvPr/>
        </p:nvSpPr>
        <p:spPr>
          <a:xfrm>
            <a:off x="5817511" y="526787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2" name="Oval 621"/>
          <p:cNvSpPr/>
          <p:nvPr/>
        </p:nvSpPr>
        <p:spPr>
          <a:xfrm>
            <a:off x="5477741" y="575327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3" name="Oval 622"/>
          <p:cNvSpPr/>
          <p:nvPr/>
        </p:nvSpPr>
        <p:spPr>
          <a:xfrm>
            <a:off x="5715062" y="585992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4" name="Oval 623"/>
          <p:cNvSpPr/>
          <p:nvPr/>
        </p:nvSpPr>
        <p:spPr>
          <a:xfrm>
            <a:off x="6043702" y="557376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5" name="Oval 624"/>
          <p:cNvSpPr/>
          <p:nvPr/>
        </p:nvSpPr>
        <p:spPr>
          <a:xfrm>
            <a:off x="5218236" y="574158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6" name="Oval 625"/>
          <p:cNvSpPr/>
          <p:nvPr/>
        </p:nvSpPr>
        <p:spPr>
          <a:xfrm>
            <a:off x="5977922" y="548783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7" name="Oval 626"/>
          <p:cNvSpPr/>
          <p:nvPr/>
        </p:nvSpPr>
        <p:spPr>
          <a:xfrm>
            <a:off x="5535398" y="568784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8" name="Oval 627"/>
          <p:cNvSpPr/>
          <p:nvPr/>
        </p:nvSpPr>
        <p:spPr>
          <a:xfrm>
            <a:off x="5394869" y="562309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9" name="Oval 628"/>
          <p:cNvSpPr/>
          <p:nvPr/>
        </p:nvSpPr>
        <p:spPr>
          <a:xfrm>
            <a:off x="5570612" y="585068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0" name="Oval 629"/>
          <p:cNvSpPr/>
          <p:nvPr/>
        </p:nvSpPr>
        <p:spPr>
          <a:xfrm>
            <a:off x="5643072" y="586888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1" name="Oval 630"/>
          <p:cNvSpPr/>
          <p:nvPr/>
        </p:nvSpPr>
        <p:spPr>
          <a:xfrm>
            <a:off x="5211607" y="551107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2" name="Oval 631"/>
          <p:cNvSpPr/>
          <p:nvPr/>
        </p:nvSpPr>
        <p:spPr>
          <a:xfrm>
            <a:off x="5630033" y="586159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3" name="Oval 632"/>
          <p:cNvSpPr/>
          <p:nvPr/>
        </p:nvSpPr>
        <p:spPr>
          <a:xfrm>
            <a:off x="5260647" y="509575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4" name="Oval 633"/>
          <p:cNvSpPr/>
          <p:nvPr/>
        </p:nvSpPr>
        <p:spPr>
          <a:xfrm>
            <a:off x="5546694" y="577316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5" name="Oval 634"/>
          <p:cNvSpPr/>
          <p:nvPr/>
        </p:nvSpPr>
        <p:spPr>
          <a:xfrm>
            <a:off x="5211369" y="571474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6" name="Oval 635"/>
          <p:cNvSpPr/>
          <p:nvPr/>
        </p:nvSpPr>
        <p:spPr>
          <a:xfrm>
            <a:off x="6120396" y="573397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7" name="Oval 636"/>
          <p:cNvSpPr/>
          <p:nvPr/>
        </p:nvSpPr>
        <p:spPr>
          <a:xfrm>
            <a:off x="5965806" y="554416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8" name="Oval 637"/>
          <p:cNvSpPr/>
          <p:nvPr/>
        </p:nvSpPr>
        <p:spPr>
          <a:xfrm>
            <a:off x="5564512" y="586905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9" name="Oval 638"/>
          <p:cNvSpPr/>
          <p:nvPr/>
        </p:nvSpPr>
        <p:spPr>
          <a:xfrm>
            <a:off x="5853428" y="512766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0" name="Oval 639"/>
          <p:cNvSpPr/>
          <p:nvPr/>
        </p:nvSpPr>
        <p:spPr>
          <a:xfrm>
            <a:off x="5311498" y="510231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1" name="Oval 640"/>
          <p:cNvSpPr/>
          <p:nvPr/>
        </p:nvSpPr>
        <p:spPr>
          <a:xfrm>
            <a:off x="5651048" y="577157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2" name="Oval 641"/>
          <p:cNvSpPr/>
          <p:nvPr/>
        </p:nvSpPr>
        <p:spPr>
          <a:xfrm>
            <a:off x="5597437" y="586593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3" name="Oval 642"/>
          <p:cNvSpPr/>
          <p:nvPr/>
        </p:nvSpPr>
        <p:spPr>
          <a:xfrm>
            <a:off x="5303265" y="552077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4" name="Oval 643"/>
          <p:cNvSpPr/>
          <p:nvPr/>
        </p:nvSpPr>
        <p:spPr>
          <a:xfrm>
            <a:off x="5585992" y="585213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5" name="Oval 644"/>
          <p:cNvSpPr/>
          <p:nvPr/>
        </p:nvSpPr>
        <p:spPr>
          <a:xfrm>
            <a:off x="5668454" y="580788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6" name="Oval 645"/>
          <p:cNvSpPr/>
          <p:nvPr/>
        </p:nvSpPr>
        <p:spPr>
          <a:xfrm>
            <a:off x="5874561" y="489702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7" name="Oval 646"/>
          <p:cNvSpPr/>
          <p:nvPr/>
        </p:nvSpPr>
        <p:spPr>
          <a:xfrm>
            <a:off x="5554718" y="577196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8" name="Oval 647"/>
          <p:cNvSpPr/>
          <p:nvPr/>
        </p:nvSpPr>
        <p:spPr>
          <a:xfrm>
            <a:off x="5836091" y="510139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9" name="Oval 648"/>
          <p:cNvSpPr/>
          <p:nvPr/>
        </p:nvSpPr>
        <p:spPr>
          <a:xfrm>
            <a:off x="4893330" y="551806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0" name="Oval 649"/>
          <p:cNvSpPr/>
          <p:nvPr/>
        </p:nvSpPr>
        <p:spPr>
          <a:xfrm>
            <a:off x="6616282" y="563469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1" name="Oval 650"/>
          <p:cNvSpPr/>
          <p:nvPr/>
        </p:nvSpPr>
        <p:spPr>
          <a:xfrm>
            <a:off x="5520322" y="584478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2" name="Oval 651"/>
          <p:cNvSpPr/>
          <p:nvPr/>
        </p:nvSpPr>
        <p:spPr>
          <a:xfrm>
            <a:off x="5582284" y="584702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3" name="Oval 652"/>
          <p:cNvSpPr/>
          <p:nvPr/>
        </p:nvSpPr>
        <p:spPr>
          <a:xfrm>
            <a:off x="5357820" y="569883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4" name="Oval 653"/>
          <p:cNvSpPr/>
          <p:nvPr/>
        </p:nvSpPr>
        <p:spPr>
          <a:xfrm>
            <a:off x="5125222" y="523428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5" name="Oval 654"/>
          <p:cNvSpPr/>
          <p:nvPr/>
        </p:nvSpPr>
        <p:spPr>
          <a:xfrm>
            <a:off x="4962642" y="530572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6" name="Oval 655"/>
          <p:cNvSpPr/>
          <p:nvPr/>
        </p:nvSpPr>
        <p:spPr>
          <a:xfrm>
            <a:off x="5297666" y="542833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7" name="Oval 656"/>
          <p:cNvSpPr/>
          <p:nvPr/>
        </p:nvSpPr>
        <p:spPr>
          <a:xfrm>
            <a:off x="5550205" y="579304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8" name="Oval 657"/>
          <p:cNvSpPr/>
          <p:nvPr/>
        </p:nvSpPr>
        <p:spPr>
          <a:xfrm>
            <a:off x="4917426" y="574860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9" name="Oval 658"/>
          <p:cNvSpPr/>
          <p:nvPr/>
        </p:nvSpPr>
        <p:spPr>
          <a:xfrm>
            <a:off x="4868358" y="532426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0" name="Oval 659"/>
          <p:cNvSpPr/>
          <p:nvPr/>
        </p:nvSpPr>
        <p:spPr>
          <a:xfrm>
            <a:off x="6053922" y="496438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1" name="Oval 660"/>
          <p:cNvSpPr/>
          <p:nvPr/>
        </p:nvSpPr>
        <p:spPr>
          <a:xfrm>
            <a:off x="5405666" y="580902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2" name="Oval 661"/>
          <p:cNvSpPr/>
          <p:nvPr/>
        </p:nvSpPr>
        <p:spPr>
          <a:xfrm>
            <a:off x="5684564" y="582763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3" name="Oval 662"/>
          <p:cNvSpPr/>
          <p:nvPr/>
        </p:nvSpPr>
        <p:spPr>
          <a:xfrm>
            <a:off x="5464712" y="585474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4" name="Oval 663"/>
          <p:cNvSpPr/>
          <p:nvPr/>
        </p:nvSpPr>
        <p:spPr>
          <a:xfrm>
            <a:off x="5302925" y="560726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5" name="Oval 664"/>
          <p:cNvSpPr/>
          <p:nvPr/>
        </p:nvSpPr>
        <p:spPr>
          <a:xfrm>
            <a:off x="5071105" y="527671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6" name="Oval 665"/>
          <p:cNvSpPr/>
          <p:nvPr/>
        </p:nvSpPr>
        <p:spPr>
          <a:xfrm>
            <a:off x="6210246" y="565870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7" name="Oval 666"/>
          <p:cNvSpPr/>
          <p:nvPr/>
        </p:nvSpPr>
        <p:spPr>
          <a:xfrm>
            <a:off x="5901878" y="574292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8" name="Oval 667"/>
          <p:cNvSpPr/>
          <p:nvPr/>
        </p:nvSpPr>
        <p:spPr>
          <a:xfrm>
            <a:off x="5550961" y="583939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9" name="Oval 668"/>
          <p:cNvSpPr/>
          <p:nvPr/>
        </p:nvSpPr>
        <p:spPr>
          <a:xfrm>
            <a:off x="5675331" y="576966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0" name="Oval 669"/>
          <p:cNvSpPr/>
          <p:nvPr/>
        </p:nvSpPr>
        <p:spPr>
          <a:xfrm>
            <a:off x="5225554" y="575502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1" name="Oval 670"/>
          <p:cNvSpPr/>
          <p:nvPr/>
        </p:nvSpPr>
        <p:spPr>
          <a:xfrm>
            <a:off x="5729104" y="557323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2" name="Oval 671"/>
          <p:cNvSpPr/>
          <p:nvPr/>
        </p:nvSpPr>
        <p:spPr>
          <a:xfrm>
            <a:off x="5714480" y="566667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3" name="Oval 672"/>
          <p:cNvSpPr/>
          <p:nvPr/>
        </p:nvSpPr>
        <p:spPr>
          <a:xfrm>
            <a:off x="5535833" y="580235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4" name="Oval 673"/>
          <p:cNvSpPr/>
          <p:nvPr/>
        </p:nvSpPr>
        <p:spPr>
          <a:xfrm>
            <a:off x="5563276" y="581859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5" name="Oval 674"/>
          <p:cNvSpPr/>
          <p:nvPr/>
        </p:nvSpPr>
        <p:spPr>
          <a:xfrm>
            <a:off x="5599174" y="586275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6" name="Oval 675"/>
          <p:cNvSpPr/>
          <p:nvPr/>
        </p:nvSpPr>
        <p:spPr>
          <a:xfrm>
            <a:off x="5503907" y="582582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7" name="Oval 676"/>
          <p:cNvSpPr/>
          <p:nvPr/>
        </p:nvSpPr>
        <p:spPr>
          <a:xfrm>
            <a:off x="5840971" y="574783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8" name="Oval 677"/>
          <p:cNvSpPr/>
          <p:nvPr/>
        </p:nvSpPr>
        <p:spPr>
          <a:xfrm>
            <a:off x="5683421" y="569170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9" name="Oval 678"/>
          <p:cNvSpPr/>
          <p:nvPr/>
        </p:nvSpPr>
        <p:spPr>
          <a:xfrm>
            <a:off x="4985127" y="557261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0" name="Oval 679"/>
          <p:cNvSpPr/>
          <p:nvPr/>
        </p:nvSpPr>
        <p:spPr>
          <a:xfrm>
            <a:off x="5105620" y="559197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1" name="Oval 680"/>
          <p:cNvSpPr/>
          <p:nvPr/>
        </p:nvSpPr>
        <p:spPr>
          <a:xfrm>
            <a:off x="5377521" y="558493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2" name="Oval 681"/>
          <p:cNvSpPr/>
          <p:nvPr/>
        </p:nvSpPr>
        <p:spPr>
          <a:xfrm>
            <a:off x="5701960" y="571359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3" name="Oval 682"/>
          <p:cNvSpPr/>
          <p:nvPr/>
        </p:nvSpPr>
        <p:spPr>
          <a:xfrm>
            <a:off x="4909783" y="534763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4" name="Oval 683"/>
          <p:cNvSpPr/>
          <p:nvPr/>
        </p:nvSpPr>
        <p:spPr>
          <a:xfrm>
            <a:off x="5767597" y="530000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5" name="Oval 684"/>
          <p:cNvSpPr/>
          <p:nvPr/>
        </p:nvSpPr>
        <p:spPr>
          <a:xfrm>
            <a:off x="5457824" y="563563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6" name="Oval 685"/>
          <p:cNvSpPr/>
          <p:nvPr/>
        </p:nvSpPr>
        <p:spPr>
          <a:xfrm>
            <a:off x="5617118" y="586602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7" name="Oval 686"/>
          <p:cNvSpPr/>
          <p:nvPr/>
        </p:nvSpPr>
        <p:spPr>
          <a:xfrm>
            <a:off x="5835366" y="561814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8" name="Oval 687"/>
          <p:cNvSpPr/>
          <p:nvPr/>
        </p:nvSpPr>
        <p:spPr>
          <a:xfrm>
            <a:off x="5295727" y="492555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9" name="Oval 688"/>
          <p:cNvSpPr/>
          <p:nvPr/>
        </p:nvSpPr>
        <p:spPr>
          <a:xfrm>
            <a:off x="5229177" y="565227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0" name="Oval 689"/>
          <p:cNvSpPr/>
          <p:nvPr/>
        </p:nvSpPr>
        <p:spPr>
          <a:xfrm>
            <a:off x="5938542" y="542974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1" name="Oval 690"/>
          <p:cNvSpPr/>
          <p:nvPr/>
        </p:nvSpPr>
        <p:spPr>
          <a:xfrm>
            <a:off x="5861463" y="574847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2" name="Oval 691"/>
          <p:cNvSpPr/>
          <p:nvPr/>
        </p:nvSpPr>
        <p:spPr>
          <a:xfrm>
            <a:off x="6168948" y="545663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3" name="Oval 692"/>
          <p:cNvSpPr/>
          <p:nvPr/>
        </p:nvSpPr>
        <p:spPr>
          <a:xfrm>
            <a:off x="5467954" y="556735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4" name="Oval 693"/>
          <p:cNvSpPr/>
          <p:nvPr/>
        </p:nvSpPr>
        <p:spPr>
          <a:xfrm>
            <a:off x="5595308" y="587807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5" name="Oval 694"/>
          <p:cNvSpPr/>
          <p:nvPr/>
        </p:nvSpPr>
        <p:spPr>
          <a:xfrm>
            <a:off x="6220508" y="554263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6" name="Oval 695"/>
          <p:cNvSpPr/>
          <p:nvPr/>
        </p:nvSpPr>
        <p:spPr>
          <a:xfrm>
            <a:off x="5594219" y="585564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7" name="Oval 696"/>
          <p:cNvSpPr/>
          <p:nvPr/>
        </p:nvSpPr>
        <p:spPr>
          <a:xfrm>
            <a:off x="5747567" y="566030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8" name="Oval 697"/>
          <p:cNvSpPr/>
          <p:nvPr/>
        </p:nvSpPr>
        <p:spPr>
          <a:xfrm>
            <a:off x="4123266" y="533140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9" name="Oval 698"/>
          <p:cNvSpPr/>
          <p:nvPr/>
        </p:nvSpPr>
        <p:spPr>
          <a:xfrm>
            <a:off x="4975337" y="568330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0" name="Oval 699"/>
          <p:cNvSpPr/>
          <p:nvPr/>
        </p:nvSpPr>
        <p:spPr>
          <a:xfrm>
            <a:off x="5643880" y="584087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1" name="Oval 700"/>
          <p:cNvSpPr/>
          <p:nvPr/>
        </p:nvSpPr>
        <p:spPr>
          <a:xfrm>
            <a:off x="5339114" y="576219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2" name="Oval 701"/>
          <p:cNvSpPr/>
          <p:nvPr/>
        </p:nvSpPr>
        <p:spPr>
          <a:xfrm>
            <a:off x="5715641" y="554747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3" name="Oval 702"/>
          <p:cNvSpPr/>
          <p:nvPr/>
        </p:nvSpPr>
        <p:spPr>
          <a:xfrm>
            <a:off x="5487186" y="579022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4" name="Oval 703"/>
          <p:cNvSpPr/>
          <p:nvPr/>
        </p:nvSpPr>
        <p:spPr>
          <a:xfrm>
            <a:off x="3532065" y="502348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5" name="Oval 704"/>
          <p:cNvSpPr/>
          <p:nvPr/>
        </p:nvSpPr>
        <p:spPr>
          <a:xfrm>
            <a:off x="6436216" y="547019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6" name="Oval 705"/>
          <p:cNvSpPr/>
          <p:nvPr/>
        </p:nvSpPr>
        <p:spPr>
          <a:xfrm>
            <a:off x="5963488" y="547566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7" name="Oval 706"/>
          <p:cNvSpPr/>
          <p:nvPr/>
        </p:nvSpPr>
        <p:spPr>
          <a:xfrm>
            <a:off x="5679910" y="577051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8" name="Oval 707"/>
          <p:cNvSpPr/>
          <p:nvPr/>
        </p:nvSpPr>
        <p:spPr>
          <a:xfrm>
            <a:off x="5138666" y="571236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9" name="Oval 708"/>
          <p:cNvSpPr/>
          <p:nvPr/>
        </p:nvSpPr>
        <p:spPr>
          <a:xfrm>
            <a:off x="5262798" y="560494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0" name="Oval 709"/>
          <p:cNvSpPr/>
          <p:nvPr/>
        </p:nvSpPr>
        <p:spPr>
          <a:xfrm>
            <a:off x="6200477" y="483753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1" name="Oval 710"/>
          <p:cNvSpPr/>
          <p:nvPr/>
        </p:nvSpPr>
        <p:spPr>
          <a:xfrm>
            <a:off x="5766755" y="549319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2" name="Oval 711"/>
          <p:cNvSpPr/>
          <p:nvPr/>
        </p:nvSpPr>
        <p:spPr>
          <a:xfrm>
            <a:off x="5488241" y="562476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3" name="Oval 712"/>
          <p:cNvSpPr/>
          <p:nvPr/>
        </p:nvSpPr>
        <p:spPr>
          <a:xfrm>
            <a:off x="5562564" y="580591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4" name="Oval 713"/>
          <p:cNvSpPr/>
          <p:nvPr/>
        </p:nvSpPr>
        <p:spPr>
          <a:xfrm>
            <a:off x="5904004" y="531773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5" name="Oval 714"/>
          <p:cNvSpPr/>
          <p:nvPr/>
        </p:nvSpPr>
        <p:spPr>
          <a:xfrm>
            <a:off x="4677146" y="541551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6" name="Oval 715"/>
          <p:cNvSpPr/>
          <p:nvPr/>
        </p:nvSpPr>
        <p:spPr>
          <a:xfrm>
            <a:off x="5367989" y="561123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7" name="Oval 716"/>
          <p:cNvSpPr/>
          <p:nvPr/>
        </p:nvSpPr>
        <p:spPr>
          <a:xfrm>
            <a:off x="5549786" y="576093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8" name="Oval 717"/>
          <p:cNvSpPr/>
          <p:nvPr/>
        </p:nvSpPr>
        <p:spPr>
          <a:xfrm>
            <a:off x="5949423" y="570632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9" name="Oval 718"/>
          <p:cNvSpPr/>
          <p:nvPr/>
        </p:nvSpPr>
        <p:spPr>
          <a:xfrm>
            <a:off x="5246727" y="510088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0" name="Oval 719"/>
          <p:cNvSpPr/>
          <p:nvPr/>
        </p:nvSpPr>
        <p:spPr>
          <a:xfrm>
            <a:off x="5567975" y="587353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1" name="Oval 720"/>
          <p:cNvSpPr/>
          <p:nvPr/>
        </p:nvSpPr>
        <p:spPr>
          <a:xfrm>
            <a:off x="5682809" y="576204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2" name="Oval 721"/>
          <p:cNvSpPr/>
          <p:nvPr/>
        </p:nvSpPr>
        <p:spPr>
          <a:xfrm>
            <a:off x="5510966" y="584063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3" name="Oval 722"/>
          <p:cNvSpPr/>
          <p:nvPr/>
        </p:nvSpPr>
        <p:spPr>
          <a:xfrm>
            <a:off x="5949028" y="517362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4" name="Oval 723"/>
          <p:cNvSpPr/>
          <p:nvPr/>
        </p:nvSpPr>
        <p:spPr>
          <a:xfrm>
            <a:off x="5907594" y="570669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5" name="Oval 724"/>
          <p:cNvSpPr/>
          <p:nvPr/>
        </p:nvSpPr>
        <p:spPr>
          <a:xfrm>
            <a:off x="5603783" y="587758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6" name="Oval 725"/>
          <p:cNvSpPr/>
          <p:nvPr/>
        </p:nvSpPr>
        <p:spPr>
          <a:xfrm>
            <a:off x="5085324" y="573371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7" name="Oval 726"/>
          <p:cNvSpPr/>
          <p:nvPr/>
        </p:nvSpPr>
        <p:spPr>
          <a:xfrm>
            <a:off x="5047131" y="551964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8" name="Oval 727"/>
          <p:cNvSpPr/>
          <p:nvPr/>
        </p:nvSpPr>
        <p:spPr>
          <a:xfrm>
            <a:off x="5612793" y="587951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9" name="Oval 728"/>
          <p:cNvSpPr/>
          <p:nvPr/>
        </p:nvSpPr>
        <p:spPr>
          <a:xfrm>
            <a:off x="6298889" y="534213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0" name="Oval 729"/>
          <p:cNvSpPr/>
          <p:nvPr/>
        </p:nvSpPr>
        <p:spPr>
          <a:xfrm>
            <a:off x="5979259" y="575644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1" name="Oval 730"/>
          <p:cNvSpPr/>
          <p:nvPr/>
        </p:nvSpPr>
        <p:spPr>
          <a:xfrm>
            <a:off x="5535731" y="584949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2" name="Oval 731"/>
          <p:cNvSpPr/>
          <p:nvPr/>
        </p:nvSpPr>
        <p:spPr>
          <a:xfrm>
            <a:off x="5663897" y="584197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3" name="Oval 732"/>
          <p:cNvSpPr/>
          <p:nvPr/>
        </p:nvSpPr>
        <p:spPr>
          <a:xfrm>
            <a:off x="5944663" y="517301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4" name="Oval 733"/>
          <p:cNvSpPr/>
          <p:nvPr/>
        </p:nvSpPr>
        <p:spPr>
          <a:xfrm>
            <a:off x="5599731" y="588030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5" name="Oval 734"/>
          <p:cNvSpPr/>
          <p:nvPr/>
        </p:nvSpPr>
        <p:spPr>
          <a:xfrm>
            <a:off x="5544449" y="583655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6" name="Oval 735"/>
          <p:cNvSpPr/>
          <p:nvPr/>
        </p:nvSpPr>
        <p:spPr>
          <a:xfrm>
            <a:off x="6101886" y="528524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7" name="Oval 736"/>
          <p:cNvSpPr/>
          <p:nvPr/>
        </p:nvSpPr>
        <p:spPr>
          <a:xfrm>
            <a:off x="5933110" y="539168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8" name="Oval 737"/>
          <p:cNvSpPr/>
          <p:nvPr/>
        </p:nvSpPr>
        <p:spPr>
          <a:xfrm>
            <a:off x="5859231" y="544544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9" name="Oval 738"/>
          <p:cNvSpPr/>
          <p:nvPr/>
        </p:nvSpPr>
        <p:spPr>
          <a:xfrm>
            <a:off x="6011915" y="498006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0" name="Oval 739"/>
          <p:cNvSpPr/>
          <p:nvPr/>
        </p:nvSpPr>
        <p:spPr>
          <a:xfrm>
            <a:off x="5487060" y="579437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1" name="Oval 740"/>
          <p:cNvSpPr/>
          <p:nvPr/>
        </p:nvSpPr>
        <p:spPr>
          <a:xfrm>
            <a:off x="6687373" y="571331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2" name="Oval 741"/>
          <p:cNvSpPr/>
          <p:nvPr/>
        </p:nvSpPr>
        <p:spPr>
          <a:xfrm>
            <a:off x="5541098" y="579366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3" name="Oval 742"/>
          <p:cNvSpPr/>
          <p:nvPr/>
        </p:nvSpPr>
        <p:spPr>
          <a:xfrm>
            <a:off x="5520878" y="573985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4" name="Oval 743"/>
          <p:cNvSpPr/>
          <p:nvPr/>
        </p:nvSpPr>
        <p:spPr>
          <a:xfrm>
            <a:off x="6100808" y="560507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5" name="Oval 744"/>
          <p:cNvSpPr/>
          <p:nvPr/>
        </p:nvSpPr>
        <p:spPr>
          <a:xfrm>
            <a:off x="5712666" y="553531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6" name="Oval 745"/>
          <p:cNvSpPr/>
          <p:nvPr/>
        </p:nvSpPr>
        <p:spPr>
          <a:xfrm>
            <a:off x="5652896" y="584088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7" name="Oval 746"/>
          <p:cNvSpPr/>
          <p:nvPr/>
        </p:nvSpPr>
        <p:spPr>
          <a:xfrm>
            <a:off x="5566741" y="580541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8" name="Oval 747"/>
          <p:cNvSpPr/>
          <p:nvPr/>
        </p:nvSpPr>
        <p:spPr>
          <a:xfrm>
            <a:off x="5101833" y="557227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9" name="Oval 748"/>
          <p:cNvSpPr/>
          <p:nvPr/>
        </p:nvSpPr>
        <p:spPr>
          <a:xfrm>
            <a:off x="5685320" y="583216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0" name="Oval 749"/>
          <p:cNvSpPr/>
          <p:nvPr/>
        </p:nvSpPr>
        <p:spPr>
          <a:xfrm>
            <a:off x="5769443" y="569308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1" name="Oval 750"/>
          <p:cNvSpPr/>
          <p:nvPr/>
        </p:nvSpPr>
        <p:spPr>
          <a:xfrm>
            <a:off x="5664148" y="584328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2" name="Oval 751"/>
          <p:cNvSpPr/>
          <p:nvPr/>
        </p:nvSpPr>
        <p:spPr>
          <a:xfrm>
            <a:off x="5384501" y="562360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3" name="Oval 752"/>
          <p:cNvSpPr/>
          <p:nvPr/>
        </p:nvSpPr>
        <p:spPr>
          <a:xfrm>
            <a:off x="5792456" y="560956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4" name="Oval 753"/>
          <p:cNvSpPr/>
          <p:nvPr/>
        </p:nvSpPr>
        <p:spPr>
          <a:xfrm>
            <a:off x="5194627" y="556056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5" name="Oval 754"/>
          <p:cNvSpPr/>
          <p:nvPr/>
        </p:nvSpPr>
        <p:spPr>
          <a:xfrm>
            <a:off x="5810211" y="560753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6" name="Oval 755"/>
          <p:cNvSpPr/>
          <p:nvPr/>
        </p:nvSpPr>
        <p:spPr>
          <a:xfrm>
            <a:off x="5386587" y="560973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7" name="Oval 756"/>
          <p:cNvSpPr/>
          <p:nvPr/>
        </p:nvSpPr>
        <p:spPr>
          <a:xfrm>
            <a:off x="5424749" y="547469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8" name="Oval 757"/>
          <p:cNvSpPr/>
          <p:nvPr/>
        </p:nvSpPr>
        <p:spPr>
          <a:xfrm>
            <a:off x="5447079" y="559934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9" name="Oval 758"/>
          <p:cNvSpPr/>
          <p:nvPr/>
        </p:nvSpPr>
        <p:spPr>
          <a:xfrm>
            <a:off x="5773676" y="586503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0" name="Oval 759"/>
          <p:cNvSpPr/>
          <p:nvPr/>
        </p:nvSpPr>
        <p:spPr>
          <a:xfrm>
            <a:off x="4986821" y="578172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1" name="Oval 760"/>
          <p:cNvSpPr/>
          <p:nvPr/>
        </p:nvSpPr>
        <p:spPr>
          <a:xfrm>
            <a:off x="5510392" y="572889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2" name="Oval 761"/>
          <p:cNvSpPr/>
          <p:nvPr/>
        </p:nvSpPr>
        <p:spPr>
          <a:xfrm>
            <a:off x="5973617" y="568895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3" name="Oval 762"/>
          <p:cNvSpPr/>
          <p:nvPr/>
        </p:nvSpPr>
        <p:spPr>
          <a:xfrm>
            <a:off x="5479781" y="571315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4" name="Oval 763"/>
          <p:cNvSpPr/>
          <p:nvPr/>
        </p:nvSpPr>
        <p:spPr>
          <a:xfrm>
            <a:off x="6051549" y="490799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5" name="Oval 764"/>
          <p:cNvSpPr/>
          <p:nvPr/>
        </p:nvSpPr>
        <p:spPr>
          <a:xfrm>
            <a:off x="6916465" y="568918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6" name="Oval 765"/>
          <p:cNvSpPr/>
          <p:nvPr/>
        </p:nvSpPr>
        <p:spPr>
          <a:xfrm>
            <a:off x="5565650" y="586454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7" name="Oval 766"/>
          <p:cNvSpPr/>
          <p:nvPr/>
        </p:nvSpPr>
        <p:spPr>
          <a:xfrm>
            <a:off x="5677046" y="583170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8" name="Oval 767"/>
          <p:cNvSpPr/>
          <p:nvPr/>
        </p:nvSpPr>
        <p:spPr>
          <a:xfrm>
            <a:off x="5776770" y="576387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9" name="Oval 768"/>
          <p:cNvSpPr/>
          <p:nvPr/>
        </p:nvSpPr>
        <p:spPr>
          <a:xfrm>
            <a:off x="5491387" y="567386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0" name="Oval 769"/>
          <p:cNvSpPr/>
          <p:nvPr/>
        </p:nvSpPr>
        <p:spPr>
          <a:xfrm>
            <a:off x="5285181" y="538882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1" name="Oval 770"/>
          <p:cNvSpPr/>
          <p:nvPr/>
        </p:nvSpPr>
        <p:spPr>
          <a:xfrm>
            <a:off x="5715628" y="583683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2" name="Oval 771"/>
          <p:cNvSpPr/>
          <p:nvPr/>
        </p:nvSpPr>
        <p:spPr>
          <a:xfrm>
            <a:off x="5608898" y="588345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3" name="Oval 772"/>
          <p:cNvSpPr/>
          <p:nvPr/>
        </p:nvSpPr>
        <p:spPr>
          <a:xfrm>
            <a:off x="5594360" y="587505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4" name="Oval 773"/>
          <p:cNvSpPr/>
          <p:nvPr/>
        </p:nvSpPr>
        <p:spPr>
          <a:xfrm>
            <a:off x="5060063" y="573079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5" name="Oval 774"/>
          <p:cNvSpPr/>
          <p:nvPr/>
        </p:nvSpPr>
        <p:spPr>
          <a:xfrm>
            <a:off x="5422349" y="581363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6" name="Oval 775"/>
          <p:cNvSpPr/>
          <p:nvPr/>
        </p:nvSpPr>
        <p:spPr>
          <a:xfrm>
            <a:off x="5594901" y="585180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7" name="Oval 776"/>
          <p:cNvSpPr/>
          <p:nvPr/>
        </p:nvSpPr>
        <p:spPr>
          <a:xfrm>
            <a:off x="5666870" y="573347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8" name="Oval 777"/>
          <p:cNvSpPr/>
          <p:nvPr/>
        </p:nvSpPr>
        <p:spPr>
          <a:xfrm>
            <a:off x="5734126" y="585193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9" name="Oval 778"/>
          <p:cNvSpPr/>
          <p:nvPr/>
        </p:nvSpPr>
        <p:spPr>
          <a:xfrm>
            <a:off x="5858171" y="581082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0" name="Oval 779"/>
          <p:cNvSpPr/>
          <p:nvPr/>
        </p:nvSpPr>
        <p:spPr>
          <a:xfrm>
            <a:off x="6017550" y="510930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1" name="Oval 780"/>
          <p:cNvSpPr/>
          <p:nvPr/>
        </p:nvSpPr>
        <p:spPr>
          <a:xfrm>
            <a:off x="5713941" y="556402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2" name="Oval 781"/>
          <p:cNvSpPr/>
          <p:nvPr/>
        </p:nvSpPr>
        <p:spPr>
          <a:xfrm>
            <a:off x="8312696" y="513965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3" name="Oval 782"/>
          <p:cNvSpPr/>
          <p:nvPr/>
        </p:nvSpPr>
        <p:spPr>
          <a:xfrm>
            <a:off x="5245744" y="536488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4" name="Oval 783"/>
          <p:cNvSpPr/>
          <p:nvPr/>
        </p:nvSpPr>
        <p:spPr>
          <a:xfrm>
            <a:off x="5941949" y="566645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5" name="Oval 784"/>
          <p:cNvSpPr/>
          <p:nvPr/>
        </p:nvSpPr>
        <p:spPr>
          <a:xfrm>
            <a:off x="5264787" y="571552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6" name="Oval 785"/>
          <p:cNvSpPr/>
          <p:nvPr/>
        </p:nvSpPr>
        <p:spPr>
          <a:xfrm>
            <a:off x="5568023" y="584585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7" name="Oval 786"/>
          <p:cNvSpPr/>
          <p:nvPr/>
        </p:nvSpPr>
        <p:spPr>
          <a:xfrm>
            <a:off x="5464085" y="580149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8" name="Oval 787"/>
          <p:cNvSpPr/>
          <p:nvPr/>
        </p:nvSpPr>
        <p:spPr>
          <a:xfrm>
            <a:off x="5636994" y="586560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9" name="Oval 788"/>
          <p:cNvSpPr/>
          <p:nvPr/>
        </p:nvSpPr>
        <p:spPr>
          <a:xfrm>
            <a:off x="5899808" y="584464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0" name="Oval 789"/>
          <p:cNvSpPr/>
          <p:nvPr/>
        </p:nvSpPr>
        <p:spPr>
          <a:xfrm>
            <a:off x="5865464" y="528347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1" name="Oval 790"/>
          <p:cNvSpPr/>
          <p:nvPr/>
        </p:nvSpPr>
        <p:spPr>
          <a:xfrm>
            <a:off x="5170089" y="547789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2" name="Oval 791"/>
          <p:cNvSpPr/>
          <p:nvPr/>
        </p:nvSpPr>
        <p:spPr>
          <a:xfrm>
            <a:off x="5646597" y="584938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3" name="Oval 792"/>
          <p:cNvSpPr/>
          <p:nvPr/>
        </p:nvSpPr>
        <p:spPr>
          <a:xfrm>
            <a:off x="5616501" y="587835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4" name="Oval 793"/>
          <p:cNvSpPr/>
          <p:nvPr/>
        </p:nvSpPr>
        <p:spPr>
          <a:xfrm>
            <a:off x="6206270" y="486508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5" name="Oval 794"/>
          <p:cNvSpPr/>
          <p:nvPr/>
        </p:nvSpPr>
        <p:spPr>
          <a:xfrm>
            <a:off x="5831521" y="542434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6" name="Oval 795"/>
          <p:cNvSpPr/>
          <p:nvPr/>
        </p:nvSpPr>
        <p:spPr>
          <a:xfrm>
            <a:off x="5996712" y="580247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7" name="Oval 796"/>
          <p:cNvSpPr/>
          <p:nvPr/>
        </p:nvSpPr>
        <p:spPr>
          <a:xfrm>
            <a:off x="4433113" y="543803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8" name="Oval 797"/>
          <p:cNvSpPr/>
          <p:nvPr/>
        </p:nvSpPr>
        <p:spPr>
          <a:xfrm>
            <a:off x="5604212" y="587315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9" name="Oval 798"/>
          <p:cNvSpPr/>
          <p:nvPr/>
        </p:nvSpPr>
        <p:spPr>
          <a:xfrm>
            <a:off x="4682147" y="571609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0" name="Oval 799"/>
          <p:cNvSpPr/>
          <p:nvPr/>
        </p:nvSpPr>
        <p:spPr>
          <a:xfrm>
            <a:off x="5799119" y="579755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1" name="Oval 800"/>
          <p:cNvSpPr/>
          <p:nvPr/>
        </p:nvSpPr>
        <p:spPr>
          <a:xfrm>
            <a:off x="5530185" y="579641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2" name="Oval 801"/>
          <p:cNvSpPr/>
          <p:nvPr/>
        </p:nvSpPr>
        <p:spPr>
          <a:xfrm>
            <a:off x="6404546" y="518785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3" name="Oval 802"/>
          <p:cNvSpPr/>
          <p:nvPr/>
        </p:nvSpPr>
        <p:spPr>
          <a:xfrm>
            <a:off x="5531263" y="583072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4" name="Oval 803"/>
          <p:cNvSpPr/>
          <p:nvPr/>
        </p:nvSpPr>
        <p:spPr>
          <a:xfrm>
            <a:off x="5582898" y="585827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5" name="Oval 804"/>
          <p:cNvSpPr/>
          <p:nvPr/>
        </p:nvSpPr>
        <p:spPr>
          <a:xfrm>
            <a:off x="5697305" y="582069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6" name="Oval 805"/>
          <p:cNvSpPr/>
          <p:nvPr/>
        </p:nvSpPr>
        <p:spPr>
          <a:xfrm>
            <a:off x="5739883" y="569188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7" name="Oval 806"/>
          <p:cNvSpPr/>
          <p:nvPr/>
        </p:nvSpPr>
        <p:spPr>
          <a:xfrm>
            <a:off x="5913338" y="507546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8" name="Oval 807"/>
          <p:cNvSpPr/>
          <p:nvPr/>
        </p:nvSpPr>
        <p:spPr>
          <a:xfrm>
            <a:off x="6108586" y="553713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9" name="Oval 808"/>
          <p:cNvSpPr/>
          <p:nvPr/>
        </p:nvSpPr>
        <p:spPr>
          <a:xfrm>
            <a:off x="5957539" y="552639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0" name="Oval 809"/>
          <p:cNvSpPr/>
          <p:nvPr/>
        </p:nvSpPr>
        <p:spPr>
          <a:xfrm>
            <a:off x="5728980" y="555072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1" name="Oval 810"/>
          <p:cNvSpPr/>
          <p:nvPr/>
        </p:nvSpPr>
        <p:spPr>
          <a:xfrm>
            <a:off x="5504866" y="571926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2" name="Oval 811"/>
          <p:cNvSpPr/>
          <p:nvPr/>
        </p:nvSpPr>
        <p:spPr>
          <a:xfrm>
            <a:off x="5023099" y="580813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3" name="Oval 812"/>
          <p:cNvSpPr/>
          <p:nvPr/>
        </p:nvSpPr>
        <p:spPr>
          <a:xfrm>
            <a:off x="5575956" y="586517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4" name="Oval 813"/>
          <p:cNvSpPr/>
          <p:nvPr/>
        </p:nvSpPr>
        <p:spPr>
          <a:xfrm>
            <a:off x="5444557" y="577939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5" name="Oval 814"/>
          <p:cNvSpPr/>
          <p:nvPr/>
        </p:nvSpPr>
        <p:spPr>
          <a:xfrm>
            <a:off x="5569578" y="578115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6" name="Oval 815"/>
          <p:cNvSpPr/>
          <p:nvPr/>
        </p:nvSpPr>
        <p:spPr>
          <a:xfrm>
            <a:off x="5721337" y="564286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7" name="Oval 816"/>
          <p:cNvSpPr/>
          <p:nvPr/>
        </p:nvSpPr>
        <p:spPr>
          <a:xfrm>
            <a:off x="5761982" y="545070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8" name="Oval 817"/>
          <p:cNvSpPr/>
          <p:nvPr/>
        </p:nvSpPr>
        <p:spPr>
          <a:xfrm>
            <a:off x="5805953" y="554704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9" name="Oval 818"/>
          <p:cNvSpPr/>
          <p:nvPr/>
        </p:nvSpPr>
        <p:spPr>
          <a:xfrm>
            <a:off x="5517420" y="573388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0" name="Oval 819"/>
          <p:cNvSpPr/>
          <p:nvPr/>
        </p:nvSpPr>
        <p:spPr>
          <a:xfrm>
            <a:off x="5214075" y="543051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1" name="Oval 820"/>
          <p:cNvSpPr/>
          <p:nvPr/>
        </p:nvSpPr>
        <p:spPr>
          <a:xfrm>
            <a:off x="5155071" y="527202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2" name="Oval 821"/>
          <p:cNvSpPr/>
          <p:nvPr/>
        </p:nvSpPr>
        <p:spPr>
          <a:xfrm>
            <a:off x="5459101" y="583030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3" name="Oval 822"/>
          <p:cNvSpPr/>
          <p:nvPr/>
        </p:nvSpPr>
        <p:spPr>
          <a:xfrm>
            <a:off x="5479743" y="576680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4" name="Oval 823"/>
          <p:cNvSpPr/>
          <p:nvPr/>
        </p:nvSpPr>
        <p:spPr>
          <a:xfrm>
            <a:off x="6031101" y="552330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5" name="Oval 824"/>
          <p:cNvSpPr/>
          <p:nvPr/>
        </p:nvSpPr>
        <p:spPr>
          <a:xfrm>
            <a:off x="5624695" y="584273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6" name="Oval 825"/>
          <p:cNvSpPr/>
          <p:nvPr/>
        </p:nvSpPr>
        <p:spPr>
          <a:xfrm>
            <a:off x="5655504" y="583713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7" name="Oval 826"/>
          <p:cNvSpPr/>
          <p:nvPr/>
        </p:nvSpPr>
        <p:spPr>
          <a:xfrm>
            <a:off x="5526324" y="569512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8" name="Oval 827"/>
          <p:cNvSpPr/>
          <p:nvPr/>
        </p:nvSpPr>
        <p:spPr>
          <a:xfrm>
            <a:off x="5521041" y="575718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9" name="Oval 828"/>
          <p:cNvSpPr/>
          <p:nvPr/>
        </p:nvSpPr>
        <p:spPr>
          <a:xfrm>
            <a:off x="4537559" y="545795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0" name="Oval 829"/>
          <p:cNvSpPr/>
          <p:nvPr/>
        </p:nvSpPr>
        <p:spPr>
          <a:xfrm>
            <a:off x="5880701" y="566606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1" name="Oval 830"/>
          <p:cNvSpPr/>
          <p:nvPr/>
        </p:nvSpPr>
        <p:spPr>
          <a:xfrm>
            <a:off x="5792479" y="576391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2" name="Oval 831"/>
          <p:cNvSpPr/>
          <p:nvPr/>
        </p:nvSpPr>
        <p:spPr>
          <a:xfrm>
            <a:off x="6036617" y="546499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3" name="Oval 832"/>
          <p:cNvSpPr/>
          <p:nvPr/>
        </p:nvSpPr>
        <p:spPr>
          <a:xfrm>
            <a:off x="5735555" y="581975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4" name="Oval 833"/>
          <p:cNvSpPr/>
          <p:nvPr/>
        </p:nvSpPr>
        <p:spPr>
          <a:xfrm>
            <a:off x="5732041" y="538154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5" name="Oval 834"/>
          <p:cNvSpPr/>
          <p:nvPr/>
        </p:nvSpPr>
        <p:spPr>
          <a:xfrm>
            <a:off x="6112613" y="555424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6" name="Oval 835"/>
          <p:cNvSpPr/>
          <p:nvPr/>
        </p:nvSpPr>
        <p:spPr>
          <a:xfrm>
            <a:off x="4775109" y="563804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7" name="Oval 836"/>
          <p:cNvSpPr/>
          <p:nvPr/>
        </p:nvSpPr>
        <p:spPr>
          <a:xfrm>
            <a:off x="6141870" y="548023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8" name="Oval 837"/>
          <p:cNvSpPr/>
          <p:nvPr/>
        </p:nvSpPr>
        <p:spPr>
          <a:xfrm>
            <a:off x="5422524" y="543161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9" name="Oval 838"/>
          <p:cNvSpPr/>
          <p:nvPr/>
        </p:nvSpPr>
        <p:spPr>
          <a:xfrm>
            <a:off x="5484814" y="578499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0" name="Oval 839"/>
          <p:cNvSpPr/>
          <p:nvPr/>
        </p:nvSpPr>
        <p:spPr>
          <a:xfrm>
            <a:off x="5400626" y="580116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1" name="Oval 840"/>
          <p:cNvSpPr/>
          <p:nvPr/>
        </p:nvSpPr>
        <p:spPr>
          <a:xfrm>
            <a:off x="5439362" y="581207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2" name="Oval 841"/>
          <p:cNvSpPr/>
          <p:nvPr/>
        </p:nvSpPr>
        <p:spPr>
          <a:xfrm>
            <a:off x="5622749" y="586871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3" name="Oval 842"/>
          <p:cNvSpPr/>
          <p:nvPr/>
        </p:nvSpPr>
        <p:spPr>
          <a:xfrm>
            <a:off x="5514241" y="571193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4" name="Oval 843"/>
          <p:cNvSpPr/>
          <p:nvPr/>
        </p:nvSpPr>
        <p:spPr>
          <a:xfrm>
            <a:off x="5723702" y="566502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5" name="Oval 844"/>
          <p:cNvSpPr/>
          <p:nvPr/>
        </p:nvSpPr>
        <p:spPr>
          <a:xfrm>
            <a:off x="5670690" y="578047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6" name="Oval 845"/>
          <p:cNvSpPr/>
          <p:nvPr/>
        </p:nvSpPr>
        <p:spPr>
          <a:xfrm>
            <a:off x="6483686" y="575816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7" name="Oval 846"/>
          <p:cNvSpPr/>
          <p:nvPr/>
        </p:nvSpPr>
        <p:spPr>
          <a:xfrm>
            <a:off x="5776249" y="561980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8" name="Oval 847"/>
          <p:cNvSpPr/>
          <p:nvPr/>
        </p:nvSpPr>
        <p:spPr>
          <a:xfrm>
            <a:off x="5894053" y="537737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9" name="Oval 848"/>
          <p:cNvSpPr/>
          <p:nvPr/>
        </p:nvSpPr>
        <p:spPr>
          <a:xfrm>
            <a:off x="5616064" y="587056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0" name="Oval 849"/>
          <p:cNvSpPr/>
          <p:nvPr/>
        </p:nvSpPr>
        <p:spPr>
          <a:xfrm>
            <a:off x="5692216" y="577410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1" name="Oval 850"/>
          <p:cNvSpPr/>
          <p:nvPr/>
        </p:nvSpPr>
        <p:spPr>
          <a:xfrm>
            <a:off x="5486728" y="564129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2" name="Oval 851"/>
          <p:cNvSpPr/>
          <p:nvPr/>
        </p:nvSpPr>
        <p:spPr>
          <a:xfrm>
            <a:off x="5202401" y="565343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3" name="Oval 852"/>
          <p:cNvSpPr/>
          <p:nvPr/>
        </p:nvSpPr>
        <p:spPr>
          <a:xfrm>
            <a:off x="5462950" y="580159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4" name="Oval 853"/>
          <p:cNvSpPr/>
          <p:nvPr/>
        </p:nvSpPr>
        <p:spPr>
          <a:xfrm>
            <a:off x="5444861" y="575896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5" name="Oval 854"/>
          <p:cNvSpPr/>
          <p:nvPr/>
        </p:nvSpPr>
        <p:spPr>
          <a:xfrm>
            <a:off x="5506737" y="571407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6" name="Oval 855"/>
          <p:cNvSpPr/>
          <p:nvPr/>
        </p:nvSpPr>
        <p:spPr>
          <a:xfrm>
            <a:off x="5724986" y="571332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7" name="Oval 856"/>
          <p:cNvSpPr/>
          <p:nvPr/>
        </p:nvSpPr>
        <p:spPr>
          <a:xfrm>
            <a:off x="5879803" y="546310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8" name="Oval 857"/>
          <p:cNvSpPr/>
          <p:nvPr/>
        </p:nvSpPr>
        <p:spPr>
          <a:xfrm>
            <a:off x="5782949" y="583050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9" name="Oval 858"/>
          <p:cNvSpPr/>
          <p:nvPr/>
        </p:nvSpPr>
        <p:spPr>
          <a:xfrm>
            <a:off x="5450526" y="573363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0" name="Oval 859"/>
          <p:cNvSpPr/>
          <p:nvPr/>
        </p:nvSpPr>
        <p:spPr>
          <a:xfrm>
            <a:off x="5701440" y="585606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1" name="Oval 860"/>
          <p:cNvSpPr/>
          <p:nvPr/>
        </p:nvSpPr>
        <p:spPr>
          <a:xfrm>
            <a:off x="5541477" y="580779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2" name="Oval 861"/>
          <p:cNvSpPr/>
          <p:nvPr/>
        </p:nvSpPr>
        <p:spPr>
          <a:xfrm>
            <a:off x="4982071" y="561571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3" name="Oval 862"/>
          <p:cNvSpPr/>
          <p:nvPr/>
        </p:nvSpPr>
        <p:spPr>
          <a:xfrm>
            <a:off x="6163374" y="555425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4" name="Oval 863"/>
          <p:cNvSpPr/>
          <p:nvPr/>
        </p:nvSpPr>
        <p:spPr>
          <a:xfrm>
            <a:off x="5362386" y="567318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5" name="Oval 864"/>
          <p:cNvSpPr/>
          <p:nvPr/>
        </p:nvSpPr>
        <p:spPr>
          <a:xfrm>
            <a:off x="5541260" y="579394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6" name="Oval 865"/>
          <p:cNvSpPr/>
          <p:nvPr/>
        </p:nvSpPr>
        <p:spPr>
          <a:xfrm>
            <a:off x="6172678" y="552045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7" name="Oval 866"/>
          <p:cNvSpPr/>
          <p:nvPr/>
        </p:nvSpPr>
        <p:spPr>
          <a:xfrm>
            <a:off x="4849737" y="571938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8" name="Oval 867"/>
          <p:cNvSpPr/>
          <p:nvPr/>
        </p:nvSpPr>
        <p:spPr>
          <a:xfrm>
            <a:off x="5401806" y="548817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9" name="Oval 868"/>
          <p:cNvSpPr/>
          <p:nvPr/>
        </p:nvSpPr>
        <p:spPr>
          <a:xfrm>
            <a:off x="5426906" y="569913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0" name="Oval 869"/>
          <p:cNvSpPr/>
          <p:nvPr/>
        </p:nvSpPr>
        <p:spPr>
          <a:xfrm>
            <a:off x="5658573" y="578006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1" name="Oval 870"/>
          <p:cNvSpPr/>
          <p:nvPr/>
        </p:nvSpPr>
        <p:spPr>
          <a:xfrm>
            <a:off x="5477685" y="569772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2" name="Oval 871"/>
          <p:cNvSpPr/>
          <p:nvPr/>
        </p:nvSpPr>
        <p:spPr>
          <a:xfrm>
            <a:off x="5499752" y="578903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3" name="Oval 872"/>
          <p:cNvSpPr/>
          <p:nvPr/>
        </p:nvSpPr>
        <p:spPr>
          <a:xfrm>
            <a:off x="5345138" y="572063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4" name="Oval 873"/>
          <p:cNvSpPr/>
          <p:nvPr/>
        </p:nvSpPr>
        <p:spPr>
          <a:xfrm>
            <a:off x="5175793" y="543048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5" name="Oval 874"/>
          <p:cNvSpPr/>
          <p:nvPr/>
        </p:nvSpPr>
        <p:spPr>
          <a:xfrm>
            <a:off x="5811571" y="562143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6" name="Oval 875"/>
          <p:cNvSpPr/>
          <p:nvPr/>
        </p:nvSpPr>
        <p:spPr>
          <a:xfrm>
            <a:off x="6030038" y="544736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7" name="Oval 876"/>
          <p:cNvSpPr/>
          <p:nvPr/>
        </p:nvSpPr>
        <p:spPr>
          <a:xfrm>
            <a:off x="6208507" y="537291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8" name="Oval 877"/>
          <p:cNvSpPr/>
          <p:nvPr/>
        </p:nvSpPr>
        <p:spPr>
          <a:xfrm>
            <a:off x="5588174" y="587136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9" name="Oval 878"/>
          <p:cNvSpPr/>
          <p:nvPr/>
        </p:nvSpPr>
        <p:spPr>
          <a:xfrm>
            <a:off x="5798506" y="586060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0" name="Oval 879"/>
          <p:cNvSpPr/>
          <p:nvPr/>
        </p:nvSpPr>
        <p:spPr>
          <a:xfrm>
            <a:off x="5387592" y="567183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1" name="Oval 880"/>
          <p:cNvSpPr/>
          <p:nvPr/>
        </p:nvSpPr>
        <p:spPr>
          <a:xfrm>
            <a:off x="5383164" y="485550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2" name="Oval 881"/>
          <p:cNvSpPr/>
          <p:nvPr/>
        </p:nvSpPr>
        <p:spPr>
          <a:xfrm>
            <a:off x="4638747" y="525360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3" name="Oval 882"/>
          <p:cNvSpPr/>
          <p:nvPr/>
        </p:nvSpPr>
        <p:spPr>
          <a:xfrm>
            <a:off x="5766313" y="575402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4" name="Oval 883"/>
          <p:cNvSpPr/>
          <p:nvPr/>
        </p:nvSpPr>
        <p:spPr>
          <a:xfrm>
            <a:off x="6255303" y="530680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5" name="Oval 884"/>
          <p:cNvSpPr/>
          <p:nvPr/>
        </p:nvSpPr>
        <p:spPr>
          <a:xfrm>
            <a:off x="4673079" y="551111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6" name="Oval 885"/>
          <p:cNvSpPr/>
          <p:nvPr/>
        </p:nvSpPr>
        <p:spPr>
          <a:xfrm>
            <a:off x="4402249" y="523236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7" name="Oval 886"/>
          <p:cNvSpPr/>
          <p:nvPr/>
        </p:nvSpPr>
        <p:spPr>
          <a:xfrm>
            <a:off x="5356939" y="553341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8" name="Oval 887"/>
          <p:cNvSpPr/>
          <p:nvPr/>
        </p:nvSpPr>
        <p:spPr>
          <a:xfrm>
            <a:off x="6344051" y="565100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9" name="Oval 888"/>
          <p:cNvSpPr/>
          <p:nvPr/>
        </p:nvSpPr>
        <p:spPr>
          <a:xfrm>
            <a:off x="5521981" y="577224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0" name="Oval 889"/>
          <p:cNvSpPr/>
          <p:nvPr/>
        </p:nvSpPr>
        <p:spPr>
          <a:xfrm>
            <a:off x="5407368" y="575181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1" name="Oval 890"/>
          <p:cNvSpPr/>
          <p:nvPr/>
        </p:nvSpPr>
        <p:spPr>
          <a:xfrm>
            <a:off x="5402592" y="578986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2" name="Oval 891"/>
          <p:cNvSpPr/>
          <p:nvPr/>
        </p:nvSpPr>
        <p:spPr>
          <a:xfrm>
            <a:off x="4734248" y="524175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3" name="Oval 892"/>
          <p:cNvSpPr/>
          <p:nvPr/>
        </p:nvSpPr>
        <p:spPr>
          <a:xfrm>
            <a:off x="5741494" y="580027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4" name="Oval 893"/>
          <p:cNvSpPr/>
          <p:nvPr/>
        </p:nvSpPr>
        <p:spPr>
          <a:xfrm>
            <a:off x="4997752" y="545337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5" name="Oval 894"/>
          <p:cNvSpPr/>
          <p:nvPr/>
        </p:nvSpPr>
        <p:spPr>
          <a:xfrm>
            <a:off x="5534586" y="574258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6" name="Oval 895"/>
          <p:cNvSpPr/>
          <p:nvPr/>
        </p:nvSpPr>
        <p:spPr>
          <a:xfrm>
            <a:off x="5291326" y="572848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7" name="Oval 896"/>
          <p:cNvSpPr/>
          <p:nvPr/>
        </p:nvSpPr>
        <p:spPr>
          <a:xfrm>
            <a:off x="5702790" y="577388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8" name="Oval 897"/>
          <p:cNvSpPr/>
          <p:nvPr/>
        </p:nvSpPr>
        <p:spPr>
          <a:xfrm>
            <a:off x="5498755" y="574948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9" name="Oval 898"/>
          <p:cNvSpPr/>
          <p:nvPr/>
        </p:nvSpPr>
        <p:spPr>
          <a:xfrm>
            <a:off x="5422307" y="543856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" name="Oval 899"/>
          <p:cNvSpPr/>
          <p:nvPr/>
        </p:nvSpPr>
        <p:spPr>
          <a:xfrm>
            <a:off x="5378795" y="540560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" name="Oval 900"/>
          <p:cNvSpPr/>
          <p:nvPr/>
        </p:nvSpPr>
        <p:spPr>
          <a:xfrm>
            <a:off x="6477630" y="493866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" name="Oval 901"/>
          <p:cNvSpPr/>
          <p:nvPr/>
        </p:nvSpPr>
        <p:spPr>
          <a:xfrm>
            <a:off x="5080855" y="534220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" name="Oval 902"/>
          <p:cNvSpPr/>
          <p:nvPr/>
        </p:nvSpPr>
        <p:spPr>
          <a:xfrm>
            <a:off x="5638413" y="585569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4" name="Oval 903"/>
          <p:cNvSpPr/>
          <p:nvPr/>
        </p:nvSpPr>
        <p:spPr>
          <a:xfrm>
            <a:off x="5497207" y="575010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5" name="Oval 904"/>
          <p:cNvSpPr/>
          <p:nvPr/>
        </p:nvSpPr>
        <p:spPr>
          <a:xfrm>
            <a:off x="5001543" y="505358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6" name="Oval 905"/>
          <p:cNvSpPr/>
          <p:nvPr/>
        </p:nvSpPr>
        <p:spPr>
          <a:xfrm>
            <a:off x="5257660" y="564504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7" name="Oval 906"/>
          <p:cNvSpPr/>
          <p:nvPr/>
        </p:nvSpPr>
        <p:spPr>
          <a:xfrm>
            <a:off x="5673953" y="580005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8" name="Oval 907"/>
          <p:cNvSpPr/>
          <p:nvPr/>
        </p:nvSpPr>
        <p:spPr>
          <a:xfrm>
            <a:off x="5646119" y="583050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9" name="Oval 908"/>
          <p:cNvSpPr/>
          <p:nvPr/>
        </p:nvSpPr>
        <p:spPr>
          <a:xfrm>
            <a:off x="5529624" y="583227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0" name="Oval 909"/>
          <p:cNvSpPr/>
          <p:nvPr/>
        </p:nvSpPr>
        <p:spPr>
          <a:xfrm>
            <a:off x="5423715" y="561627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1" name="Oval 910"/>
          <p:cNvSpPr/>
          <p:nvPr/>
        </p:nvSpPr>
        <p:spPr>
          <a:xfrm>
            <a:off x="5682817" y="577476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2" name="Oval 911"/>
          <p:cNvSpPr/>
          <p:nvPr/>
        </p:nvSpPr>
        <p:spPr>
          <a:xfrm>
            <a:off x="5463070" y="563025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3" name="Oval 912"/>
          <p:cNvSpPr/>
          <p:nvPr/>
        </p:nvSpPr>
        <p:spPr>
          <a:xfrm>
            <a:off x="5387930" y="579626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4" name="Oval 913"/>
          <p:cNvSpPr/>
          <p:nvPr/>
        </p:nvSpPr>
        <p:spPr>
          <a:xfrm>
            <a:off x="5724888" y="580030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5" name="Oval 914"/>
          <p:cNvSpPr/>
          <p:nvPr/>
        </p:nvSpPr>
        <p:spPr>
          <a:xfrm>
            <a:off x="5770817" y="577051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6" name="Oval 915"/>
          <p:cNvSpPr/>
          <p:nvPr/>
        </p:nvSpPr>
        <p:spPr>
          <a:xfrm>
            <a:off x="5303811" y="520011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7" name="Oval 916"/>
          <p:cNvSpPr/>
          <p:nvPr/>
        </p:nvSpPr>
        <p:spPr>
          <a:xfrm>
            <a:off x="6642131" y="554322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8" name="Oval 917"/>
          <p:cNvSpPr/>
          <p:nvPr/>
        </p:nvSpPr>
        <p:spPr>
          <a:xfrm>
            <a:off x="5643776" y="580111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9" name="Oval 918"/>
          <p:cNvSpPr/>
          <p:nvPr/>
        </p:nvSpPr>
        <p:spPr>
          <a:xfrm>
            <a:off x="5591540" y="585540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0" name="Oval 919"/>
          <p:cNvSpPr/>
          <p:nvPr/>
        </p:nvSpPr>
        <p:spPr>
          <a:xfrm>
            <a:off x="5791160" y="557302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1" name="Oval 920"/>
          <p:cNvSpPr/>
          <p:nvPr/>
        </p:nvSpPr>
        <p:spPr>
          <a:xfrm>
            <a:off x="5637274" y="582141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2" name="Oval 921"/>
          <p:cNvSpPr/>
          <p:nvPr/>
        </p:nvSpPr>
        <p:spPr>
          <a:xfrm>
            <a:off x="5548813" y="579234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3" name="Oval 922"/>
          <p:cNvSpPr/>
          <p:nvPr/>
        </p:nvSpPr>
        <p:spPr>
          <a:xfrm>
            <a:off x="5592249" y="586568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4" name="Oval 923"/>
          <p:cNvSpPr/>
          <p:nvPr/>
        </p:nvSpPr>
        <p:spPr>
          <a:xfrm>
            <a:off x="5889233" y="562749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5" name="Oval 924"/>
          <p:cNvSpPr/>
          <p:nvPr/>
        </p:nvSpPr>
        <p:spPr>
          <a:xfrm>
            <a:off x="5749513" y="537056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6" name="Oval 925"/>
          <p:cNvSpPr/>
          <p:nvPr/>
        </p:nvSpPr>
        <p:spPr>
          <a:xfrm>
            <a:off x="4881945" y="575796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7" name="Oval 926"/>
          <p:cNvSpPr/>
          <p:nvPr/>
        </p:nvSpPr>
        <p:spPr>
          <a:xfrm>
            <a:off x="5863758" y="580457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8" name="Oval 927"/>
          <p:cNvSpPr/>
          <p:nvPr/>
        </p:nvSpPr>
        <p:spPr>
          <a:xfrm>
            <a:off x="5263534" y="544832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9" name="Oval 928"/>
          <p:cNvSpPr/>
          <p:nvPr/>
        </p:nvSpPr>
        <p:spPr>
          <a:xfrm>
            <a:off x="5634013" y="586052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0" name="Oval 929"/>
          <p:cNvSpPr/>
          <p:nvPr/>
        </p:nvSpPr>
        <p:spPr>
          <a:xfrm>
            <a:off x="4634628" y="555282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1" name="Oval 930"/>
          <p:cNvSpPr/>
          <p:nvPr/>
        </p:nvSpPr>
        <p:spPr>
          <a:xfrm>
            <a:off x="5696299" y="578283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2" name="Oval 931"/>
          <p:cNvSpPr/>
          <p:nvPr/>
        </p:nvSpPr>
        <p:spPr>
          <a:xfrm>
            <a:off x="5736318" y="563906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3" name="Oval 932"/>
          <p:cNvSpPr/>
          <p:nvPr/>
        </p:nvSpPr>
        <p:spPr>
          <a:xfrm>
            <a:off x="5495607" y="580406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4" name="Oval 933"/>
          <p:cNvSpPr/>
          <p:nvPr/>
        </p:nvSpPr>
        <p:spPr>
          <a:xfrm>
            <a:off x="6099841" y="528072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5" name="Oval 934"/>
          <p:cNvSpPr/>
          <p:nvPr/>
        </p:nvSpPr>
        <p:spPr>
          <a:xfrm>
            <a:off x="5839762" y="539597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6" name="Oval 935"/>
          <p:cNvSpPr/>
          <p:nvPr/>
        </p:nvSpPr>
        <p:spPr>
          <a:xfrm>
            <a:off x="5790264" y="529583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7" name="Oval 936"/>
          <p:cNvSpPr/>
          <p:nvPr/>
        </p:nvSpPr>
        <p:spPr>
          <a:xfrm>
            <a:off x="5372177" y="529472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8" name="Oval 937"/>
          <p:cNvSpPr/>
          <p:nvPr/>
        </p:nvSpPr>
        <p:spPr>
          <a:xfrm>
            <a:off x="5688623" y="567186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9" name="Oval 938"/>
          <p:cNvSpPr/>
          <p:nvPr/>
        </p:nvSpPr>
        <p:spPr>
          <a:xfrm>
            <a:off x="5191963" y="508478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0" name="Oval 939"/>
          <p:cNvSpPr/>
          <p:nvPr/>
        </p:nvSpPr>
        <p:spPr>
          <a:xfrm>
            <a:off x="5811285" y="576179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1" name="Oval 940"/>
          <p:cNvSpPr/>
          <p:nvPr/>
        </p:nvSpPr>
        <p:spPr>
          <a:xfrm>
            <a:off x="5188727" y="574222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2" name="Oval 941"/>
          <p:cNvSpPr/>
          <p:nvPr/>
        </p:nvSpPr>
        <p:spPr>
          <a:xfrm>
            <a:off x="5038838" y="575260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3" name="Oval 942"/>
          <p:cNvSpPr/>
          <p:nvPr/>
        </p:nvSpPr>
        <p:spPr>
          <a:xfrm>
            <a:off x="5880810" y="580232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4" name="Oval 943"/>
          <p:cNvSpPr/>
          <p:nvPr/>
        </p:nvSpPr>
        <p:spPr>
          <a:xfrm>
            <a:off x="5908628" y="570404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5" name="Oval 944"/>
          <p:cNvSpPr/>
          <p:nvPr/>
        </p:nvSpPr>
        <p:spPr>
          <a:xfrm>
            <a:off x="5499637" y="574087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6" name="Oval 945"/>
          <p:cNvSpPr/>
          <p:nvPr/>
        </p:nvSpPr>
        <p:spPr>
          <a:xfrm>
            <a:off x="5668996" y="568813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7" name="Oval 946"/>
          <p:cNvSpPr/>
          <p:nvPr/>
        </p:nvSpPr>
        <p:spPr>
          <a:xfrm>
            <a:off x="5785642" y="583911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8" name="Oval 947"/>
          <p:cNvSpPr/>
          <p:nvPr/>
        </p:nvSpPr>
        <p:spPr>
          <a:xfrm>
            <a:off x="5860392" y="514851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9" name="Oval 948"/>
          <p:cNvSpPr/>
          <p:nvPr/>
        </p:nvSpPr>
        <p:spPr>
          <a:xfrm>
            <a:off x="5037958" y="557339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0" name="Oval 949"/>
          <p:cNvSpPr/>
          <p:nvPr/>
        </p:nvSpPr>
        <p:spPr>
          <a:xfrm>
            <a:off x="5749517" y="583455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1" name="Oval 950"/>
          <p:cNvSpPr/>
          <p:nvPr/>
        </p:nvSpPr>
        <p:spPr>
          <a:xfrm>
            <a:off x="6386366" y="565353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2" name="Oval 951"/>
          <p:cNvSpPr/>
          <p:nvPr/>
        </p:nvSpPr>
        <p:spPr>
          <a:xfrm>
            <a:off x="5704739" y="578819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3" name="Oval 952"/>
          <p:cNvSpPr/>
          <p:nvPr/>
        </p:nvSpPr>
        <p:spPr>
          <a:xfrm>
            <a:off x="5573986" y="583051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4" name="Oval 953"/>
          <p:cNvSpPr/>
          <p:nvPr/>
        </p:nvSpPr>
        <p:spPr>
          <a:xfrm>
            <a:off x="5370039" y="574821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5" name="Oval 954"/>
          <p:cNvSpPr/>
          <p:nvPr/>
        </p:nvSpPr>
        <p:spPr>
          <a:xfrm>
            <a:off x="5578825" y="587896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6" name="Oval 955"/>
          <p:cNvSpPr/>
          <p:nvPr/>
        </p:nvSpPr>
        <p:spPr>
          <a:xfrm>
            <a:off x="5324328" y="572748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7" name="Oval 956"/>
          <p:cNvSpPr/>
          <p:nvPr/>
        </p:nvSpPr>
        <p:spPr>
          <a:xfrm>
            <a:off x="5857615" y="576282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8" name="Oval 957"/>
          <p:cNvSpPr/>
          <p:nvPr/>
        </p:nvSpPr>
        <p:spPr>
          <a:xfrm>
            <a:off x="5600081" y="587372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9" name="Oval 958"/>
          <p:cNvSpPr/>
          <p:nvPr/>
        </p:nvSpPr>
        <p:spPr>
          <a:xfrm>
            <a:off x="5718602" y="574870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0" name="Oval 959"/>
          <p:cNvSpPr/>
          <p:nvPr/>
        </p:nvSpPr>
        <p:spPr>
          <a:xfrm>
            <a:off x="5518881" y="567434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1" name="Oval 960"/>
          <p:cNvSpPr/>
          <p:nvPr/>
        </p:nvSpPr>
        <p:spPr>
          <a:xfrm>
            <a:off x="5676079" y="582703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2" name="Oval 961"/>
          <p:cNvSpPr/>
          <p:nvPr/>
        </p:nvSpPr>
        <p:spPr>
          <a:xfrm>
            <a:off x="5558854" y="576913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3" name="Oval 962"/>
          <p:cNvSpPr/>
          <p:nvPr/>
        </p:nvSpPr>
        <p:spPr>
          <a:xfrm>
            <a:off x="5777331" y="575572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4" name="Oval 963"/>
          <p:cNvSpPr/>
          <p:nvPr/>
        </p:nvSpPr>
        <p:spPr>
          <a:xfrm>
            <a:off x="5543047" y="577713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5" name="Oval 964"/>
          <p:cNvSpPr/>
          <p:nvPr/>
        </p:nvSpPr>
        <p:spPr>
          <a:xfrm>
            <a:off x="5328102" y="563552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6" name="Oval 965"/>
          <p:cNvSpPr/>
          <p:nvPr/>
        </p:nvSpPr>
        <p:spPr>
          <a:xfrm>
            <a:off x="5546802" y="581681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7" name="Oval 966"/>
          <p:cNvSpPr/>
          <p:nvPr/>
        </p:nvSpPr>
        <p:spPr>
          <a:xfrm>
            <a:off x="5395287" y="572537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8" name="Oval 967"/>
          <p:cNvSpPr/>
          <p:nvPr/>
        </p:nvSpPr>
        <p:spPr>
          <a:xfrm>
            <a:off x="5539183" y="577728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9" name="Oval 968"/>
          <p:cNvSpPr/>
          <p:nvPr/>
        </p:nvSpPr>
        <p:spPr>
          <a:xfrm>
            <a:off x="5478794" y="548669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0" name="Oval 969"/>
          <p:cNvSpPr/>
          <p:nvPr/>
        </p:nvSpPr>
        <p:spPr>
          <a:xfrm>
            <a:off x="5106332" y="538401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" name="Oval 970"/>
          <p:cNvSpPr/>
          <p:nvPr/>
        </p:nvSpPr>
        <p:spPr>
          <a:xfrm>
            <a:off x="5610676" y="588360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" name="Oval 971"/>
          <p:cNvSpPr/>
          <p:nvPr/>
        </p:nvSpPr>
        <p:spPr>
          <a:xfrm>
            <a:off x="5588633" y="586429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" name="Oval 972"/>
          <p:cNvSpPr/>
          <p:nvPr/>
        </p:nvSpPr>
        <p:spPr>
          <a:xfrm>
            <a:off x="5844775" y="513199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4" name="Oval 973"/>
          <p:cNvSpPr/>
          <p:nvPr/>
        </p:nvSpPr>
        <p:spPr>
          <a:xfrm>
            <a:off x="5759295" y="559814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5" name="Oval 974"/>
          <p:cNvSpPr/>
          <p:nvPr/>
        </p:nvSpPr>
        <p:spPr>
          <a:xfrm>
            <a:off x="5374853" y="537368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6" name="Oval 975"/>
          <p:cNvSpPr/>
          <p:nvPr/>
        </p:nvSpPr>
        <p:spPr>
          <a:xfrm>
            <a:off x="5734504" y="581828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7" name="Oval 976"/>
          <p:cNvSpPr/>
          <p:nvPr/>
        </p:nvSpPr>
        <p:spPr>
          <a:xfrm>
            <a:off x="4932105" y="492697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8" name="Oval 977"/>
          <p:cNvSpPr/>
          <p:nvPr/>
        </p:nvSpPr>
        <p:spPr>
          <a:xfrm>
            <a:off x="5303043" y="568101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9" name="Oval 978"/>
          <p:cNvSpPr/>
          <p:nvPr/>
        </p:nvSpPr>
        <p:spPr>
          <a:xfrm>
            <a:off x="5711030" y="559462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0" name="Oval 979"/>
          <p:cNvSpPr/>
          <p:nvPr/>
        </p:nvSpPr>
        <p:spPr>
          <a:xfrm>
            <a:off x="5641161" y="581057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1" name="Oval 980"/>
          <p:cNvSpPr/>
          <p:nvPr/>
        </p:nvSpPr>
        <p:spPr>
          <a:xfrm>
            <a:off x="6040691" y="574654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2" name="Oval 981"/>
          <p:cNvSpPr/>
          <p:nvPr/>
        </p:nvSpPr>
        <p:spPr>
          <a:xfrm>
            <a:off x="5674180" y="572036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3" name="Oval 982"/>
          <p:cNvSpPr/>
          <p:nvPr/>
        </p:nvSpPr>
        <p:spPr>
          <a:xfrm>
            <a:off x="5356441" y="572968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4" name="Oval 983"/>
          <p:cNvSpPr/>
          <p:nvPr/>
        </p:nvSpPr>
        <p:spPr>
          <a:xfrm>
            <a:off x="5608422" y="588161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5" name="Oval 984"/>
          <p:cNvSpPr/>
          <p:nvPr/>
        </p:nvSpPr>
        <p:spPr>
          <a:xfrm>
            <a:off x="5428523" y="568017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6" name="Oval 985"/>
          <p:cNvSpPr/>
          <p:nvPr/>
        </p:nvSpPr>
        <p:spPr>
          <a:xfrm>
            <a:off x="5566270" y="584999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7" name="Oval 986"/>
          <p:cNvSpPr/>
          <p:nvPr/>
        </p:nvSpPr>
        <p:spPr>
          <a:xfrm>
            <a:off x="5451230" y="565312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8" name="Oval 987"/>
          <p:cNvSpPr/>
          <p:nvPr/>
        </p:nvSpPr>
        <p:spPr>
          <a:xfrm>
            <a:off x="4655563" y="506813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9" name="Oval 988"/>
          <p:cNvSpPr/>
          <p:nvPr/>
        </p:nvSpPr>
        <p:spPr>
          <a:xfrm>
            <a:off x="5749437" y="567197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0" name="Oval 989"/>
          <p:cNvSpPr/>
          <p:nvPr/>
        </p:nvSpPr>
        <p:spPr>
          <a:xfrm>
            <a:off x="5596462" y="587627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1" name="Oval 990"/>
          <p:cNvSpPr/>
          <p:nvPr/>
        </p:nvSpPr>
        <p:spPr>
          <a:xfrm>
            <a:off x="4690797" y="547180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2" name="Oval 991"/>
          <p:cNvSpPr/>
          <p:nvPr/>
        </p:nvSpPr>
        <p:spPr>
          <a:xfrm>
            <a:off x="5595023" y="586736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3" name="Oval 992"/>
          <p:cNvSpPr/>
          <p:nvPr/>
        </p:nvSpPr>
        <p:spPr>
          <a:xfrm>
            <a:off x="5192163" y="556519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4" name="Oval 993"/>
          <p:cNvSpPr/>
          <p:nvPr/>
        </p:nvSpPr>
        <p:spPr>
          <a:xfrm>
            <a:off x="5385016" y="547454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5" name="Oval 994"/>
          <p:cNvSpPr/>
          <p:nvPr/>
        </p:nvSpPr>
        <p:spPr>
          <a:xfrm>
            <a:off x="5614822" y="587432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6" name="Oval 995"/>
          <p:cNvSpPr/>
          <p:nvPr/>
        </p:nvSpPr>
        <p:spPr>
          <a:xfrm>
            <a:off x="5546093" y="569813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7" name="Oval 996"/>
          <p:cNvSpPr/>
          <p:nvPr/>
        </p:nvSpPr>
        <p:spPr>
          <a:xfrm>
            <a:off x="4739912" y="563782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8" name="Oval 997"/>
          <p:cNvSpPr/>
          <p:nvPr/>
        </p:nvSpPr>
        <p:spPr>
          <a:xfrm>
            <a:off x="5920610" y="581217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9" name="Oval 998"/>
          <p:cNvSpPr/>
          <p:nvPr/>
        </p:nvSpPr>
        <p:spPr>
          <a:xfrm>
            <a:off x="5551224" y="582131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0" name="Oval 999"/>
          <p:cNvSpPr/>
          <p:nvPr/>
        </p:nvSpPr>
        <p:spPr>
          <a:xfrm>
            <a:off x="5991753" y="549532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1" name="Oval 1000"/>
          <p:cNvSpPr/>
          <p:nvPr/>
        </p:nvSpPr>
        <p:spPr>
          <a:xfrm>
            <a:off x="5723960" y="568423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2" name="Oval 1001"/>
          <p:cNvSpPr/>
          <p:nvPr/>
        </p:nvSpPr>
        <p:spPr>
          <a:xfrm>
            <a:off x="5674937" y="577985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3" name="Oval 1002"/>
          <p:cNvSpPr/>
          <p:nvPr/>
        </p:nvSpPr>
        <p:spPr>
          <a:xfrm>
            <a:off x="5768464" y="561322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4" name="Oval 1003"/>
          <p:cNvSpPr/>
          <p:nvPr/>
        </p:nvSpPr>
        <p:spPr>
          <a:xfrm>
            <a:off x="5408803" y="559979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5" name="Oval 1004"/>
          <p:cNvSpPr/>
          <p:nvPr/>
        </p:nvSpPr>
        <p:spPr>
          <a:xfrm>
            <a:off x="5610594" y="588277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6" name="Oval 1005"/>
          <p:cNvSpPr/>
          <p:nvPr/>
        </p:nvSpPr>
        <p:spPr>
          <a:xfrm>
            <a:off x="5512696" y="570265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7" name="Oval 1006"/>
          <p:cNvSpPr/>
          <p:nvPr/>
        </p:nvSpPr>
        <p:spPr>
          <a:xfrm>
            <a:off x="5880824" y="475118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8" name="Oval 1007"/>
          <p:cNvSpPr/>
          <p:nvPr/>
        </p:nvSpPr>
        <p:spPr>
          <a:xfrm>
            <a:off x="5638347" y="585372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9" name="Oval 1008"/>
          <p:cNvSpPr/>
          <p:nvPr/>
        </p:nvSpPr>
        <p:spPr>
          <a:xfrm>
            <a:off x="5937385" y="565732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0" name="Oval 1009"/>
          <p:cNvSpPr/>
          <p:nvPr/>
        </p:nvSpPr>
        <p:spPr>
          <a:xfrm>
            <a:off x="5664803" y="581107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1" name="Oval 1010"/>
          <p:cNvSpPr/>
          <p:nvPr/>
        </p:nvSpPr>
        <p:spPr>
          <a:xfrm>
            <a:off x="5552090" y="586512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2" name="Oval 1011"/>
          <p:cNvSpPr/>
          <p:nvPr/>
        </p:nvSpPr>
        <p:spPr>
          <a:xfrm>
            <a:off x="5643986" y="579481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3" name="Oval 1012"/>
          <p:cNvSpPr/>
          <p:nvPr/>
        </p:nvSpPr>
        <p:spPr>
          <a:xfrm>
            <a:off x="5933618" y="562697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4" name="Oval 1013"/>
          <p:cNvSpPr/>
          <p:nvPr/>
        </p:nvSpPr>
        <p:spPr>
          <a:xfrm>
            <a:off x="5615778" y="587670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5" name="Oval 1014"/>
          <p:cNvSpPr/>
          <p:nvPr/>
        </p:nvSpPr>
        <p:spPr>
          <a:xfrm>
            <a:off x="5702069" y="576845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6" name="Oval 1015"/>
          <p:cNvSpPr/>
          <p:nvPr/>
        </p:nvSpPr>
        <p:spPr>
          <a:xfrm>
            <a:off x="5585580" y="585211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7" name="Oval 1016"/>
          <p:cNvSpPr/>
          <p:nvPr/>
        </p:nvSpPr>
        <p:spPr>
          <a:xfrm>
            <a:off x="5483683" y="572778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8" name="Oval 1017"/>
          <p:cNvSpPr/>
          <p:nvPr/>
        </p:nvSpPr>
        <p:spPr>
          <a:xfrm>
            <a:off x="5169591" y="551092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9" name="Oval 1018"/>
          <p:cNvSpPr/>
          <p:nvPr/>
        </p:nvSpPr>
        <p:spPr>
          <a:xfrm>
            <a:off x="5689208" y="572749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0" name="Oval 1019"/>
          <p:cNvSpPr/>
          <p:nvPr/>
        </p:nvSpPr>
        <p:spPr>
          <a:xfrm>
            <a:off x="5684491" y="578027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1" name="Oval 1020"/>
          <p:cNvSpPr/>
          <p:nvPr/>
        </p:nvSpPr>
        <p:spPr>
          <a:xfrm>
            <a:off x="6296409" y="541178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2" name="Oval 1021"/>
          <p:cNvSpPr/>
          <p:nvPr/>
        </p:nvSpPr>
        <p:spPr>
          <a:xfrm>
            <a:off x="4740860" y="569673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3" name="Oval 1022"/>
          <p:cNvSpPr/>
          <p:nvPr/>
        </p:nvSpPr>
        <p:spPr>
          <a:xfrm>
            <a:off x="5956713" y="525045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4" name="Oval 1023"/>
          <p:cNvSpPr/>
          <p:nvPr/>
        </p:nvSpPr>
        <p:spPr>
          <a:xfrm>
            <a:off x="5497032" y="584402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5" name="Oval 1024"/>
          <p:cNvSpPr/>
          <p:nvPr/>
        </p:nvSpPr>
        <p:spPr>
          <a:xfrm>
            <a:off x="5992172" y="562209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6" name="Oval 1025"/>
          <p:cNvSpPr/>
          <p:nvPr/>
        </p:nvSpPr>
        <p:spPr>
          <a:xfrm>
            <a:off x="4003384" y="535770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7" name="Oval 1026"/>
          <p:cNvSpPr/>
          <p:nvPr/>
        </p:nvSpPr>
        <p:spPr>
          <a:xfrm>
            <a:off x="5783233" y="556475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8" name="Oval 1027"/>
          <p:cNvSpPr/>
          <p:nvPr/>
        </p:nvSpPr>
        <p:spPr>
          <a:xfrm>
            <a:off x="5968773" y="535477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9" name="Oval 1028"/>
          <p:cNvSpPr/>
          <p:nvPr/>
        </p:nvSpPr>
        <p:spPr>
          <a:xfrm>
            <a:off x="5646623" y="582950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0" name="Oval 1029"/>
          <p:cNvSpPr/>
          <p:nvPr/>
        </p:nvSpPr>
        <p:spPr>
          <a:xfrm>
            <a:off x="5541921" y="576122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1" name="Oval 1030"/>
          <p:cNvSpPr/>
          <p:nvPr/>
        </p:nvSpPr>
        <p:spPr>
          <a:xfrm>
            <a:off x="5643990" y="582064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2" name="Oval 1031"/>
          <p:cNvSpPr/>
          <p:nvPr/>
        </p:nvSpPr>
        <p:spPr>
          <a:xfrm>
            <a:off x="6294593" y="509453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3" name="Oval 1032"/>
          <p:cNvSpPr/>
          <p:nvPr/>
        </p:nvSpPr>
        <p:spPr>
          <a:xfrm>
            <a:off x="5886107" y="513088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4" name="Oval 1033"/>
          <p:cNvSpPr/>
          <p:nvPr/>
        </p:nvSpPr>
        <p:spPr>
          <a:xfrm>
            <a:off x="6182529" y="553223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5" name="Oval 1034"/>
          <p:cNvSpPr/>
          <p:nvPr/>
        </p:nvSpPr>
        <p:spPr>
          <a:xfrm>
            <a:off x="5467281" y="565353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6" name="Oval 1035"/>
          <p:cNvSpPr/>
          <p:nvPr/>
        </p:nvSpPr>
        <p:spPr>
          <a:xfrm>
            <a:off x="5599495" y="586689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7" name="Oval 1036"/>
          <p:cNvSpPr/>
          <p:nvPr/>
        </p:nvSpPr>
        <p:spPr>
          <a:xfrm>
            <a:off x="5636738" y="585120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8" name="Oval 1037"/>
          <p:cNvSpPr/>
          <p:nvPr/>
        </p:nvSpPr>
        <p:spPr>
          <a:xfrm>
            <a:off x="5479881" y="583811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9" name="Oval 1038"/>
          <p:cNvSpPr/>
          <p:nvPr/>
        </p:nvSpPr>
        <p:spPr>
          <a:xfrm>
            <a:off x="5219082" y="488412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0" name="Oval 1039"/>
          <p:cNvSpPr/>
          <p:nvPr/>
        </p:nvSpPr>
        <p:spPr>
          <a:xfrm>
            <a:off x="5619055" y="586794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1" name="Oval 1040"/>
          <p:cNvSpPr/>
          <p:nvPr/>
        </p:nvSpPr>
        <p:spPr>
          <a:xfrm>
            <a:off x="4768248" y="563160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2" name="Oval 1041"/>
          <p:cNvSpPr/>
          <p:nvPr/>
        </p:nvSpPr>
        <p:spPr>
          <a:xfrm>
            <a:off x="5788736" y="575655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3" name="Oval 1042"/>
          <p:cNvSpPr/>
          <p:nvPr/>
        </p:nvSpPr>
        <p:spPr>
          <a:xfrm>
            <a:off x="5069154" y="547603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4" name="Oval 1043"/>
          <p:cNvSpPr/>
          <p:nvPr/>
        </p:nvSpPr>
        <p:spPr>
          <a:xfrm>
            <a:off x="5703822" y="560192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5" name="Oval 1044"/>
          <p:cNvSpPr/>
          <p:nvPr/>
        </p:nvSpPr>
        <p:spPr>
          <a:xfrm>
            <a:off x="5341512" y="568870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6" name="Oval 1045"/>
          <p:cNvSpPr/>
          <p:nvPr/>
        </p:nvSpPr>
        <p:spPr>
          <a:xfrm>
            <a:off x="5558142" y="582797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7" name="Oval 1046"/>
          <p:cNvSpPr/>
          <p:nvPr/>
        </p:nvSpPr>
        <p:spPr>
          <a:xfrm>
            <a:off x="5638897" y="585558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8" name="Oval 1047"/>
          <p:cNvSpPr/>
          <p:nvPr/>
        </p:nvSpPr>
        <p:spPr>
          <a:xfrm>
            <a:off x="5766980" y="578316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9" name="Oval 1048"/>
          <p:cNvSpPr/>
          <p:nvPr/>
        </p:nvSpPr>
        <p:spPr>
          <a:xfrm>
            <a:off x="5529257" y="573688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0" name="Oval 1049"/>
          <p:cNvSpPr/>
          <p:nvPr/>
        </p:nvSpPr>
        <p:spPr>
          <a:xfrm>
            <a:off x="5774420" y="553896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1" name="Oval 1050"/>
          <p:cNvSpPr/>
          <p:nvPr/>
        </p:nvSpPr>
        <p:spPr>
          <a:xfrm>
            <a:off x="5453767" y="582095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2" name="Oval 1051"/>
          <p:cNvSpPr/>
          <p:nvPr/>
        </p:nvSpPr>
        <p:spPr>
          <a:xfrm>
            <a:off x="5838817" y="577965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3" name="Oval 1052"/>
          <p:cNvSpPr/>
          <p:nvPr/>
        </p:nvSpPr>
        <p:spPr>
          <a:xfrm>
            <a:off x="5304715" y="564148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4" name="Oval 1053"/>
          <p:cNvSpPr/>
          <p:nvPr/>
        </p:nvSpPr>
        <p:spPr>
          <a:xfrm>
            <a:off x="5577763" y="584808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5" name="Oval 1054"/>
          <p:cNvSpPr/>
          <p:nvPr/>
        </p:nvSpPr>
        <p:spPr>
          <a:xfrm>
            <a:off x="5124658" y="556878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6" name="Oval 1055"/>
          <p:cNvSpPr/>
          <p:nvPr/>
        </p:nvSpPr>
        <p:spPr>
          <a:xfrm>
            <a:off x="5434788" y="578215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7" name="Oval 1056"/>
          <p:cNvSpPr/>
          <p:nvPr/>
        </p:nvSpPr>
        <p:spPr>
          <a:xfrm>
            <a:off x="5122962" y="554149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8" name="Oval 1057"/>
          <p:cNvSpPr/>
          <p:nvPr/>
        </p:nvSpPr>
        <p:spPr>
          <a:xfrm>
            <a:off x="4577842" y="493518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9" name="Oval 1058"/>
          <p:cNvSpPr/>
          <p:nvPr/>
        </p:nvSpPr>
        <p:spPr>
          <a:xfrm>
            <a:off x="6018806" y="566103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0" name="Oval 1059"/>
          <p:cNvSpPr/>
          <p:nvPr/>
        </p:nvSpPr>
        <p:spPr>
          <a:xfrm>
            <a:off x="5545380" y="581252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1" name="Oval 1060"/>
          <p:cNvSpPr/>
          <p:nvPr/>
        </p:nvSpPr>
        <p:spPr>
          <a:xfrm>
            <a:off x="5791897" y="566808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2" name="Oval 1061"/>
          <p:cNvSpPr/>
          <p:nvPr/>
        </p:nvSpPr>
        <p:spPr>
          <a:xfrm>
            <a:off x="6086055" y="577494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3" name="Oval 1062"/>
          <p:cNvSpPr/>
          <p:nvPr/>
        </p:nvSpPr>
        <p:spPr>
          <a:xfrm>
            <a:off x="5496373" y="585433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4" name="Oval 1063"/>
          <p:cNvSpPr/>
          <p:nvPr/>
        </p:nvSpPr>
        <p:spPr>
          <a:xfrm>
            <a:off x="5663496" y="576526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5" name="Oval 1064"/>
          <p:cNvSpPr/>
          <p:nvPr/>
        </p:nvSpPr>
        <p:spPr>
          <a:xfrm>
            <a:off x="5444101" y="575480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6" name="Oval 1065"/>
          <p:cNvSpPr/>
          <p:nvPr/>
        </p:nvSpPr>
        <p:spPr>
          <a:xfrm>
            <a:off x="5633924" y="586066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7" name="Oval 1066"/>
          <p:cNvSpPr/>
          <p:nvPr/>
        </p:nvSpPr>
        <p:spPr>
          <a:xfrm>
            <a:off x="6831561" y="562043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8" name="Oval 1067"/>
          <p:cNvSpPr/>
          <p:nvPr/>
        </p:nvSpPr>
        <p:spPr>
          <a:xfrm>
            <a:off x="5515961" y="578164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9" name="Oval 1068"/>
          <p:cNvSpPr/>
          <p:nvPr/>
        </p:nvSpPr>
        <p:spPr>
          <a:xfrm>
            <a:off x="5428459" y="555920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0" name="Oval 1069"/>
          <p:cNvSpPr/>
          <p:nvPr/>
        </p:nvSpPr>
        <p:spPr>
          <a:xfrm>
            <a:off x="6119722" y="517721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1" name="Oval 1070"/>
          <p:cNvSpPr/>
          <p:nvPr/>
        </p:nvSpPr>
        <p:spPr>
          <a:xfrm>
            <a:off x="5505701" y="574159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2" name="Oval 1071"/>
          <p:cNvSpPr/>
          <p:nvPr/>
        </p:nvSpPr>
        <p:spPr>
          <a:xfrm>
            <a:off x="5535788" y="580774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3" name="Oval 1072"/>
          <p:cNvSpPr/>
          <p:nvPr/>
        </p:nvSpPr>
        <p:spPr>
          <a:xfrm>
            <a:off x="6035255" y="517430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4" name="Oval 1073"/>
          <p:cNvSpPr/>
          <p:nvPr/>
        </p:nvSpPr>
        <p:spPr>
          <a:xfrm>
            <a:off x="5662805" y="584697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5" name="Oval 1074"/>
          <p:cNvSpPr/>
          <p:nvPr/>
        </p:nvSpPr>
        <p:spPr>
          <a:xfrm>
            <a:off x="5671018" y="583166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6" name="Oval 1075"/>
          <p:cNvSpPr/>
          <p:nvPr/>
        </p:nvSpPr>
        <p:spPr>
          <a:xfrm>
            <a:off x="5503683" y="563837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7" name="Oval 1076"/>
          <p:cNvSpPr/>
          <p:nvPr/>
        </p:nvSpPr>
        <p:spPr>
          <a:xfrm>
            <a:off x="5866702" y="576066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8" name="Oval 1077"/>
          <p:cNvSpPr/>
          <p:nvPr/>
        </p:nvSpPr>
        <p:spPr>
          <a:xfrm>
            <a:off x="5410548" y="569651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9" name="Oval 1078"/>
          <p:cNvSpPr/>
          <p:nvPr/>
        </p:nvSpPr>
        <p:spPr>
          <a:xfrm>
            <a:off x="5592526" y="585683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0" name="Oval 1079"/>
          <p:cNvSpPr/>
          <p:nvPr/>
        </p:nvSpPr>
        <p:spPr>
          <a:xfrm>
            <a:off x="4979881" y="549381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1" name="Oval 1080"/>
          <p:cNvSpPr/>
          <p:nvPr/>
        </p:nvSpPr>
        <p:spPr>
          <a:xfrm>
            <a:off x="5255997" y="577891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2" name="Oval 1081"/>
          <p:cNvSpPr/>
          <p:nvPr/>
        </p:nvSpPr>
        <p:spPr>
          <a:xfrm>
            <a:off x="5732237" y="577689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3" name="Oval 1082"/>
          <p:cNvSpPr/>
          <p:nvPr/>
        </p:nvSpPr>
        <p:spPr>
          <a:xfrm>
            <a:off x="5822740" y="584656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4" name="Oval 1083"/>
          <p:cNvSpPr/>
          <p:nvPr/>
        </p:nvSpPr>
        <p:spPr>
          <a:xfrm>
            <a:off x="8186288" y="516879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5" name="Oval 1084"/>
          <p:cNvSpPr/>
          <p:nvPr/>
        </p:nvSpPr>
        <p:spPr>
          <a:xfrm>
            <a:off x="5657734" y="584137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6" name="Oval 1085"/>
          <p:cNvSpPr/>
          <p:nvPr/>
        </p:nvSpPr>
        <p:spPr>
          <a:xfrm>
            <a:off x="5083337" y="554212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7" name="Oval 1086"/>
          <p:cNvSpPr/>
          <p:nvPr/>
        </p:nvSpPr>
        <p:spPr>
          <a:xfrm>
            <a:off x="5337065" y="575521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8" name="Oval 1087"/>
          <p:cNvSpPr/>
          <p:nvPr/>
        </p:nvSpPr>
        <p:spPr>
          <a:xfrm>
            <a:off x="5876889" y="573806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9" name="Oval 1088"/>
          <p:cNvSpPr/>
          <p:nvPr/>
        </p:nvSpPr>
        <p:spPr>
          <a:xfrm>
            <a:off x="5973865" y="572183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0" name="Oval 1089"/>
          <p:cNvSpPr/>
          <p:nvPr/>
        </p:nvSpPr>
        <p:spPr>
          <a:xfrm>
            <a:off x="5587277" y="584785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1" name="Oval 1090"/>
          <p:cNvSpPr/>
          <p:nvPr/>
        </p:nvSpPr>
        <p:spPr>
          <a:xfrm>
            <a:off x="5714394" y="569487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2" name="Oval 1091"/>
          <p:cNvSpPr/>
          <p:nvPr/>
        </p:nvSpPr>
        <p:spPr>
          <a:xfrm>
            <a:off x="5815182" y="548079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3" name="Oval 1092"/>
          <p:cNvSpPr/>
          <p:nvPr/>
        </p:nvSpPr>
        <p:spPr>
          <a:xfrm>
            <a:off x="5663191" y="580555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4" name="Oval 1093"/>
          <p:cNvSpPr/>
          <p:nvPr/>
        </p:nvSpPr>
        <p:spPr>
          <a:xfrm>
            <a:off x="5684234" y="582985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5" name="Oval 1094"/>
          <p:cNvSpPr/>
          <p:nvPr/>
        </p:nvSpPr>
        <p:spPr>
          <a:xfrm>
            <a:off x="5428432" y="561764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6" name="Oval 1095"/>
          <p:cNvSpPr/>
          <p:nvPr/>
        </p:nvSpPr>
        <p:spPr>
          <a:xfrm>
            <a:off x="5380234" y="524907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7" name="Oval 1096"/>
          <p:cNvSpPr/>
          <p:nvPr/>
        </p:nvSpPr>
        <p:spPr>
          <a:xfrm>
            <a:off x="5926187" y="510673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8" name="Oval 1097"/>
          <p:cNvSpPr/>
          <p:nvPr/>
        </p:nvSpPr>
        <p:spPr>
          <a:xfrm>
            <a:off x="5978529" y="578422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9" name="Oval 1098"/>
          <p:cNvSpPr/>
          <p:nvPr/>
        </p:nvSpPr>
        <p:spPr>
          <a:xfrm>
            <a:off x="5893386" y="580556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0" name="Oval 1099"/>
          <p:cNvSpPr/>
          <p:nvPr/>
        </p:nvSpPr>
        <p:spPr>
          <a:xfrm>
            <a:off x="6256763" y="521387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1" name="Oval 1100"/>
          <p:cNvSpPr/>
          <p:nvPr/>
        </p:nvSpPr>
        <p:spPr>
          <a:xfrm>
            <a:off x="5017060" y="547594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2" name="Oval 1101"/>
          <p:cNvSpPr/>
          <p:nvPr/>
        </p:nvSpPr>
        <p:spPr>
          <a:xfrm>
            <a:off x="4954218" y="543101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3" name="Oval 1102"/>
          <p:cNvSpPr/>
          <p:nvPr/>
        </p:nvSpPr>
        <p:spPr>
          <a:xfrm>
            <a:off x="4858509" y="530978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4" name="Oval 1103"/>
          <p:cNvSpPr/>
          <p:nvPr/>
        </p:nvSpPr>
        <p:spPr>
          <a:xfrm>
            <a:off x="5612902" y="587891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5" name="Oval 1104"/>
          <p:cNvSpPr/>
          <p:nvPr/>
        </p:nvSpPr>
        <p:spPr>
          <a:xfrm>
            <a:off x="5326521" y="573969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6" name="Oval 1105"/>
          <p:cNvSpPr/>
          <p:nvPr/>
        </p:nvSpPr>
        <p:spPr>
          <a:xfrm>
            <a:off x="5264105" y="566436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7" name="Oval 1106"/>
          <p:cNvSpPr/>
          <p:nvPr/>
        </p:nvSpPr>
        <p:spPr>
          <a:xfrm>
            <a:off x="5549486" y="574996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8" name="Oval 1107"/>
          <p:cNvSpPr/>
          <p:nvPr/>
        </p:nvSpPr>
        <p:spPr>
          <a:xfrm>
            <a:off x="5575540" y="585438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9" name="Oval 1108"/>
          <p:cNvSpPr/>
          <p:nvPr/>
        </p:nvSpPr>
        <p:spPr>
          <a:xfrm>
            <a:off x="5804667" y="558172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0" name="Oval 1109"/>
          <p:cNvSpPr/>
          <p:nvPr/>
        </p:nvSpPr>
        <p:spPr>
          <a:xfrm>
            <a:off x="5618831" y="586661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1" name="Oval 1110"/>
          <p:cNvSpPr/>
          <p:nvPr/>
        </p:nvSpPr>
        <p:spPr>
          <a:xfrm>
            <a:off x="5944622" y="560165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2" name="Oval 1111"/>
          <p:cNvSpPr/>
          <p:nvPr/>
        </p:nvSpPr>
        <p:spPr>
          <a:xfrm>
            <a:off x="5704651" y="571909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3" name="Oval 1112"/>
          <p:cNvSpPr/>
          <p:nvPr/>
        </p:nvSpPr>
        <p:spPr>
          <a:xfrm>
            <a:off x="5952537" y="517072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4" name="Oval 1113"/>
          <p:cNvSpPr/>
          <p:nvPr/>
        </p:nvSpPr>
        <p:spPr>
          <a:xfrm>
            <a:off x="5772304" y="556838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5" name="Oval 1114"/>
          <p:cNvSpPr/>
          <p:nvPr/>
        </p:nvSpPr>
        <p:spPr>
          <a:xfrm>
            <a:off x="5490020" y="578409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6" name="Oval 1115"/>
          <p:cNvSpPr/>
          <p:nvPr/>
        </p:nvSpPr>
        <p:spPr>
          <a:xfrm>
            <a:off x="5717368" y="565928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7" name="Oval 1116"/>
          <p:cNvSpPr/>
          <p:nvPr/>
        </p:nvSpPr>
        <p:spPr>
          <a:xfrm>
            <a:off x="5694542" y="580557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8" name="Oval 1117"/>
          <p:cNvSpPr/>
          <p:nvPr/>
        </p:nvSpPr>
        <p:spPr>
          <a:xfrm>
            <a:off x="5704378" y="564365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9" name="Oval 1118"/>
          <p:cNvSpPr/>
          <p:nvPr/>
        </p:nvSpPr>
        <p:spPr>
          <a:xfrm>
            <a:off x="5650530" y="582847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0" name="Oval 1119"/>
          <p:cNvSpPr/>
          <p:nvPr/>
        </p:nvSpPr>
        <p:spPr>
          <a:xfrm>
            <a:off x="5363885" y="572037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1" name="Oval 1120"/>
          <p:cNvSpPr/>
          <p:nvPr/>
        </p:nvSpPr>
        <p:spPr>
          <a:xfrm>
            <a:off x="5590266" y="586278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2" name="Oval 1121"/>
          <p:cNvSpPr/>
          <p:nvPr/>
        </p:nvSpPr>
        <p:spPr>
          <a:xfrm>
            <a:off x="5503029" y="578850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3" name="Oval 1122"/>
          <p:cNvSpPr/>
          <p:nvPr/>
        </p:nvSpPr>
        <p:spPr>
          <a:xfrm>
            <a:off x="6751484" y="566073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4" name="Oval 1123"/>
          <p:cNvSpPr/>
          <p:nvPr/>
        </p:nvSpPr>
        <p:spPr>
          <a:xfrm>
            <a:off x="5006651" y="560663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5" name="Oval 1124"/>
          <p:cNvSpPr/>
          <p:nvPr/>
        </p:nvSpPr>
        <p:spPr>
          <a:xfrm>
            <a:off x="5377973" y="557057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6" name="Oval 1125"/>
          <p:cNvSpPr/>
          <p:nvPr/>
        </p:nvSpPr>
        <p:spPr>
          <a:xfrm>
            <a:off x="5692968" y="573497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7" name="Oval 1126"/>
          <p:cNvSpPr/>
          <p:nvPr/>
        </p:nvSpPr>
        <p:spPr>
          <a:xfrm>
            <a:off x="5737319" y="562289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8" name="Oval 1127"/>
          <p:cNvSpPr/>
          <p:nvPr/>
        </p:nvSpPr>
        <p:spPr>
          <a:xfrm>
            <a:off x="5275651" y="570706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9" name="Oval 1128"/>
          <p:cNvSpPr/>
          <p:nvPr/>
        </p:nvSpPr>
        <p:spPr>
          <a:xfrm>
            <a:off x="4943704" y="559219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0" name="Oval 1129"/>
          <p:cNvSpPr/>
          <p:nvPr/>
        </p:nvSpPr>
        <p:spPr>
          <a:xfrm>
            <a:off x="5589564" y="587462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1" name="Oval 1130"/>
          <p:cNvSpPr/>
          <p:nvPr/>
        </p:nvSpPr>
        <p:spPr>
          <a:xfrm>
            <a:off x="5365475" y="572641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2" name="Oval 1131"/>
          <p:cNvSpPr/>
          <p:nvPr/>
        </p:nvSpPr>
        <p:spPr>
          <a:xfrm>
            <a:off x="5893247" y="528588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3" name="Oval 1132"/>
          <p:cNvSpPr/>
          <p:nvPr/>
        </p:nvSpPr>
        <p:spPr>
          <a:xfrm>
            <a:off x="6045724" y="578665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4" name="Oval 1133"/>
          <p:cNvSpPr/>
          <p:nvPr/>
        </p:nvSpPr>
        <p:spPr>
          <a:xfrm>
            <a:off x="5424380" y="583117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5" name="Oval 1134"/>
          <p:cNvSpPr/>
          <p:nvPr/>
        </p:nvSpPr>
        <p:spPr>
          <a:xfrm>
            <a:off x="5125419" y="543830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6" name="Oval 1135"/>
          <p:cNvSpPr/>
          <p:nvPr/>
        </p:nvSpPr>
        <p:spPr>
          <a:xfrm>
            <a:off x="6020653" y="493713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7" name="Oval 1136"/>
          <p:cNvSpPr/>
          <p:nvPr/>
        </p:nvSpPr>
        <p:spPr>
          <a:xfrm>
            <a:off x="5395871" y="533067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8" name="Oval 1137"/>
          <p:cNvSpPr/>
          <p:nvPr/>
        </p:nvSpPr>
        <p:spPr>
          <a:xfrm>
            <a:off x="5513562" y="576104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9" name="Oval 1138"/>
          <p:cNvSpPr/>
          <p:nvPr/>
        </p:nvSpPr>
        <p:spPr>
          <a:xfrm>
            <a:off x="5688976" y="575683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0" name="Oval 1139"/>
          <p:cNvSpPr/>
          <p:nvPr/>
        </p:nvSpPr>
        <p:spPr>
          <a:xfrm>
            <a:off x="5714346" y="579068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1" name="Oval 1140"/>
          <p:cNvSpPr/>
          <p:nvPr/>
        </p:nvSpPr>
        <p:spPr>
          <a:xfrm>
            <a:off x="5628952" y="586840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2" name="Oval 1141"/>
          <p:cNvSpPr/>
          <p:nvPr/>
        </p:nvSpPr>
        <p:spPr>
          <a:xfrm>
            <a:off x="5898025" y="582462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3" name="Oval 1142"/>
          <p:cNvSpPr/>
          <p:nvPr/>
        </p:nvSpPr>
        <p:spPr>
          <a:xfrm>
            <a:off x="5540038" y="568955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4" name="Oval 1143"/>
          <p:cNvSpPr/>
          <p:nvPr/>
        </p:nvSpPr>
        <p:spPr>
          <a:xfrm>
            <a:off x="5681069" y="579259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5" name="Oval 1144"/>
          <p:cNvSpPr/>
          <p:nvPr/>
        </p:nvSpPr>
        <p:spPr>
          <a:xfrm>
            <a:off x="5214568" y="475449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6" name="Oval 1145"/>
          <p:cNvSpPr/>
          <p:nvPr/>
        </p:nvSpPr>
        <p:spPr>
          <a:xfrm>
            <a:off x="6994375" y="544968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7" name="Oval 1146"/>
          <p:cNvSpPr/>
          <p:nvPr/>
        </p:nvSpPr>
        <p:spPr>
          <a:xfrm>
            <a:off x="6122497" y="528915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8" name="Oval 1147"/>
          <p:cNvSpPr/>
          <p:nvPr/>
        </p:nvSpPr>
        <p:spPr>
          <a:xfrm>
            <a:off x="5830244" y="533769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9" name="Oval 1148"/>
          <p:cNvSpPr/>
          <p:nvPr/>
        </p:nvSpPr>
        <p:spPr>
          <a:xfrm>
            <a:off x="5526959" y="575865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0" name="Oval 1149"/>
          <p:cNvSpPr/>
          <p:nvPr/>
        </p:nvSpPr>
        <p:spPr>
          <a:xfrm>
            <a:off x="5022050" y="530500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1" name="Oval 1150"/>
          <p:cNvSpPr/>
          <p:nvPr/>
        </p:nvSpPr>
        <p:spPr>
          <a:xfrm>
            <a:off x="5038170" y="569910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2" name="Oval 1151"/>
          <p:cNvSpPr/>
          <p:nvPr/>
        </p:nvSpPr>
        <p:spPr>
          <a:xfrm>
            <a:off x="5674757" y="585600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3" name="Oval 1152"/>
          <p:cNvSpPr/>
          <p:nvPr/>
        </p:nvSpPr>
        <p:spPr>
          <a:xfrm>
            <a:off x="5496167" y="565952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4" name="Oval 1153"/>
          <p:cNvSpPr/>
          <p:nvPr/>
        </p:nvSpPr>
        <p:spPr>
          <a:xfrm>
            <a:off x="5610768" y="588199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5" name="Oval 1154"/>
          <p:cNvSpPr/>
          <p:nvPr/>
        </p:nvSpPr>
        <p:spPr>
          <a:xfrm>
            <a:off x="5936909" y="482231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6" name="Oval 1155"/>
          <p:cNvSpPr/>
          <p:nvPr/>
        </p:nvSpPr>
        <p:spPr>
          <a:xfrm>
            <a:off x="5653109" y="587068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7" name="Oval 1156"/>
          <p:cNvSpPr/>
          <p:nvPr/>
        </p:nvSpPr>
        <p:spPr>
          <a:xfrm>
            <a:off x="5697691" y="576690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8" name="Oval 1157"/>
          <p:cNvSpPr/>
          <p:nvPr/>
        </p:nvSpPr>
        <p:spPr>
          <a:xfrm>
            <a:off x="5301159" y="534349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9" name="Oval 1158"/>
          <p:cNvSpPr/>
          <p:nvPr/>
        </p:nvSpPr>
        <p:spPr>
          <a:xfrm>
            <a:off x="6163978" y="564717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0" name="Oval 1159"/>
          <p:cNvSpPr/>
          <p:nvPr/>
        </p:nvSpPr>
        <p:spPr>
          <a:xfrm>
            <a:off x="5773509" y="542346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1" name="Oval 1160"/>
          <p:cNvSpPr/>
          <p:nvPr/>
        </p:nvSpPr>
        <p:spPr>
          <a:xfrm>
            <a:off x="5589632" y="587170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2" name="Oval 1161"/>
          <p:cNvSpPr/>
          <p:nvPr/>
        </p:nvSpPr>
        <p:spPr>
          <a:xfrm>
            <a:off x="5766590" y="581526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3" name="Oval 1162"/>
          <p:cNvSpPr/>
          <p:nvPr/>
        </p:nvSpPr>
        <p:spPr>
          <a:xfrm>
            <a:off x="5857446" y="552561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4" name="Oval 1163"/>
          <p:cNvSpPr/>
          <p:nvPr/>
        </p:nvSpPr>
        <p:spPr>
          <a:xfrm>
            <a:off x="5428407" y="572937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5" name="Oval 1164"/>
          <p:cNvSpPr/>
          <p:nvPr/>
        </p:nvSpPr>
        <p:spPr>
          <a:xfrm>
            <a:off x="5588480" y="585258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6" name="Oval 1165"/>
          <p:cNvSpPr/>
          <p:nvPr/>
        </p:nvSpPr>
        <p:spPr>
          <a:xfrm>
            <a:off x="5593615" y="586802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7" name="Oval 1166"/>
          <p:cNvSpPr/>
          <p:nvPr/>
        </p:nvSpPr>
        <p:spPr>
          <a:xfrm>
            <a:off x="5885143" y="552317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8" name="Oval 1167"/>
          <p:cNvSpPr/>
          <p:nvPr/>
        </p:nvSpPr>
        <p:spPr>
          <a:xfrm>
            <a:off x="5757481" y="564161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9" name="Oval 1168"/>
          <p:cNvSpPr/>
          <p:nvPr/>
        </p:nvSpPr>
        <p:spPr>
          <a:xfrm>
            <a:off x="5732089" y="559032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0" name="Oval 1169"/>
          <p:cNvSpPr/>
          <p:nvPr/>
        </p:nvSpPr>
        <p:spPr>
          <a:xfrm>
            <a:off x="5775504" y="547238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1" name="Oval 1170"/>
          <p:cNvSpPr/>
          <p:nvPr/>
        </p:nvSpPr>
        <p:spPr>
          <a:xfrm>
            <a:off x="5399337" y="554932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2" name="Oval 1171"/>
          <p:cNvSpPr/>
          <p:nvPr/>
        </p:nvSpPr>
        <p:spPr>
          <a:xfrm>
            <a:off x="6014958" y="539429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3" name="Oval 1172"/>
          <p:cNvSpPr/>
          <p:nvPr/>
        </p:nvSpPr>
        <p:spPr>
          <a:xfrm>
            <a:off x="5435525" y="549866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4" name="Oval 1173"/>
          <p:cNvSpPr/>
          <p:nvPr/>
        </p:nvSpPr>
        <p:spPr>
          <a:xfrm>
            <a:off x="5415594" y="554805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5" name="Oval 1174"/>
          <p:cNvSpPr/>
          <p:nvPr/>
        </p:nvSpPr>
        <p:spPr>
          <a:xfrm>
            <a:off x="5561729" y="583331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6" name="Oval 1175"/>
          <p:cNvSpPr/>
          <p:nvPr/>
        </p:nvSpPr>
        <p:spPr>
          <a:xfrm>
            <a:off x="5801127" y="523012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7" name="Oval 1176"/>
          <p:cNvSpPr/>
          <p:nvPr/>
        </p:nvSpPr>
        <p:spPr>
          <a:xfrm>
            <a:off x="5673899" y="583016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8" name="Oval 1177"/>
          <p:cNvSpPr/>
          <p:nvPr/>
        </p:nvSpPr>
        <p:spPr>
          <a:xfrm>
            <a:off x="5488526" y="581980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9" name="Oval 1178"/>
          <p:cNvSpPr/>
          <p:nvPr/>
        </p:nvSpPr>
        <p:spPr>
          <a:xfrm>
            <a:off x="5407057" y="560100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0" name="Oval 1179"/>
          <p:cNvSpPr/>
          <p:nvPr/>
        </p:nvSpPr>
        <p:spPr>
          <a:xfrm>
            <a:off x="5341988" y="533136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1" name="Oval 1180"/>
          <p:cNvSpPr/>
          <p:nvPr/>
        </p:nvSpPr>
        <p:spPr>
          <a:xfrm>
            <a:off x="5934718" y="560281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2" name="Oval 1181"/>
          <p:cNvSpPr/>
          <p:nvPr/>
        </p:nvSpPr>
        <p:spPr>
          <a:xfrm>
            <a:off x="5782390" y="537404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3" name="Oval 1182"/>
          <p:cNvSpPr/>
          <p:nvPr/>
        </p:nvSpPr>
        <p:spPr>
          <a:xfrm>
            <a:off x="5406765" y="575847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4" name="Oval 1183"/>
          <p:cNvSpPr/>
          <p:nvPr/>
        </p:nvSpPr>
        <p:spPr>
          <a:xfrm>
            <a:off x="6349971" y="530962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5" name="Oval 1184"/>
          <p:cNvSpPr/>
          <p:nvPr/>
        </p:nvSpPr>
        <p:spPr>
          <a:xfrm>
            <a:off x="5958729" y="567092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6" name="Oval 1185"/>
          <p:cNvSpPr/>
          <p:nvPr/>
        </p:nvSpPr>
        <p:spPr>
          <a:xfrm>
            <a:off x="5905123" y="566101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7" name="Oval 1186"/>
          <p:cNvSpPr/>
          <p:nvPr/>
        </p:nvSpPr>
        <p:spPr>
          <a:xfrm>
            <a:off x="5417394" y="550828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8" name="Oval 1187"/>
          <p:cNvSpPr/>
          <p:nvPr/>
        </p:nvSpPr>
        <p:spPr>
          <a:xfrm>
            <a:off x="5999816" y="579292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9" name="Oval 1188"/>
          <p:cNvSpPr/>
          <p:nvPr/>
        </p:nvSpPr>
        <p:spPr>
          <a:xfrm>
            <a:off x="5032886" y="571880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0" name="Oval 1189"/>
          <p:cNvSpPr/>
          <p:nvPr/>
        </p:nvSpPr>
        <p:spPr>
          <a:xfrm>
            <a:off x="4768096" y="514321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1" name="Oval 1190"/>
          <p:cNvSpPr/>
          <p:nvPr/>
        </p:nvSpPr>
        <p:spPr>
          <a:xfrm>
            <a:off x="4745894" y="504139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2" name="Oval 1191"/>
          <p:cNvSpPr/>
          <p:nvPr/>
        </p:nvSpPr>
        <p:spPr>
          <a:xfrm>
            <a:off x="5585128" y="583798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3" name="Oval 1192"/>
          <p:cNvSpPr/>
          <p:nvPr/>
        </p:nvSpPr>
        <p:spPr>
          <a:xfrm>
            <a:off x="5518951" y="584383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4" name="Oval 1193"/>
          <p:cNvSpPr/>
          <p:nvPr/>
        </p:nvSpPr>
        <p:spPr>
          <a:xfrm>
            <a:off x="5640254" y="584931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5" name="Oval 1194"/>
          <p:cNvSpPr/>
          <p:nvPr/>
        </p:nvSpPr>
        <p:spPr>
          <a:xfrm>
            <a:off x="5200981" y="573603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6" name="Oval 1195"/>
          <p:cNvSpPr/>
          <p:nvPr/>
        </p:nvSpPr>
        <p:spPr>
          <a:xfrm>
            <a:off x="5680576" y="582393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7" name="Oval 1196"/>
          <p:cNvSpPr/>
          <p:nvPr/>
        </p:nvSpPr>
        <p:spPr>
          <a:xfrm>
            <a:off x="5498403" y="579092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8" name="Oval 1197"/>
          <p:cNvSpPr/>
          <p:nvPr/>
        </p:nvSpPr>
        <p:spPr>
          <a:xfrm>
            <a:off x="5836524" y="528195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9" name="Oval 1198"/>
          <p:cNvSpPr/>
          <p:nvPr/>
        </p:nvSpPr>
        <p:spPr>
          <a:xfrm>
            <a:off x="3959475" y="553602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0" name="Oval 1199"/>
          <p:cNvSpPr/>
          <p:nvPr/>
        </p:nvSpPr>
        <p:spPr>
          <a:xfrm>
            <a:off x="5602659" y="587458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1" name="Oval 1200"/>
          <p:cNvSpPr/>
          <p:nvPr/>
        </p:nvSpPr>
        <p:spPr>
          <a:xfrm>
            <a:off x="5561657" y="581029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2" name="Oval 1201"/>
          <p:cNvSpPr/>
          <p:nvPr/>
        </p:nvSpPr>
        <p:spPr>
          <a:xfrm>
            <a:off x="5573456" y="585147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3" name="Oval 1202"/>
          <p:cNvSpPr/>
          <p:nvPr/>
        </p:nvSpPr>
        <p:spPr>
          <a:xfrm>
            <a:off x="5563755" y="579830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4" name="Oval 1203"/>
          <p:cNvSpPr/>
          <p:nvPr/>
        </p:nvSpPr>
        <p:spPr>
          <a:xfrm>
            <a:off x="3807805" y="519512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5" name="Oval 1204"/>
          <p:cNvSpPr/>
          <p:nvPr/>
        </p:nvSpPr>
        <p:spPr>
          <a:xfrm>
            <a:off x="5730344" y="583847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6" name="Oval 1205"/>
          <p:cNvSpPr/>
          <p:nvPr/>
        </p:nvSpPr>
        <p:spPr>
          <a:xfrm>
            <a:off x="5352171" y="562204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7" name="Oval 1206"/>
          <p:cNvSpPr/>
          <p:nvPr/>
        </p:nvSpPr>
        <p:spPr>
          <a:xfrm>
            <a:off x="4915174" y="485598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8" name="Oval 1207"/>
          <p:cNvSpPr/>
          <p:nvPr/>
        </p:nvSpPr>
        <p:spPr>
          <a:xfrm>
            <a:off x="6108913" y="577514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9" name="Oval 1208"/>
          <p:cNvSpPr/>
          <p:nvPr/>
        </p:nvSpPr>
        <p:spPr>
          <a:xfrm>
            <a:off x="5092539" y="537458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0" name="Oval 1209"/>
          <p:cNvSpPr/>
          <p:nvPr/>
        </p:nvSpPr>
        <p:spPr>
          <a:xfrm>
            <a:off x="5537698" y="584276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1" name="Oval 1210"/>
          <p:cNvSpPr/>
          <p:nvPr/>
        </p:nvSpPr>
        <p:spPr>
          <a:xfrm>
            <a:off x="5514337" y="562025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2" name="Oval 1211"/>
          <p:cNvSpPr/>
          <p:nvPr/>
        </p:nvSpPr>
        <p:spPr>
          <a:xfrm>
            <a:off x="5783363" y="579157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3" name="Oval 1212"/>
          <p:cNvSpPr/>
          <p:nvPr/>
        </p:nvSpPr>
        <p:spPr>
          <a:xfrm>
            <a:off x="5342164" y="557448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4" name="Oval 1213"/>
          <p:cNvSpPr/>
          <p:nvPr/>
        </p:nvSpPr>
        <p:spPr>
          <a:xfrm>
            <a:off x="5909406" y="548793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5" name="Oval 1214"/>
          <p:cNvSpPr/>
          <p:nvPr/>
        </p:nvSpPr>
        <p:spPr>
          <a:xfrm>
            <a:off x="5922292" y="570092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6" name="Oval 1215"/>
          <p:cNvSpPr/>
          <p:nvPr/>
        </p:nvSpPr>
        <p:spPr>
          <a:xfrm>
            <a:off x="5616041" y="587659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7" name="Oval 1216"/>
          <p:cNvSpPr/>
          <p:nvPr/>
        </p:nvSpPr>
        <p:spPr>
          <a:xfrm>
            <a:off x="5425457" y="577369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8" name="Oval 1217"/>
          <p:cNvSpPr/>
          <p:nvPr/>
        </p:nvSpPr>
        <p:spPr>
          <a:xfrm>
            <a:off x="5480198" y="579364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9" name="Oval 1218"/>
          <p:cNvSpPr/>
          <p:nvPr/>
        </p:nvSpPr>
        <p:spPr>
          <a:xfrm>
            <a:off x="5346842" y="573388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0" name="Oval 1219"/>
          <p:cNvSpPr/>
          <p:nvPr/>
        </p:nvSpPr>
        <p:spPr>
          <a:xfrm>
            <a:off x="5466226" y="549876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1" name="Oval 1220"/>
          <p:cNvSpPr/>
          <p:nvPr/>
        </p:nvSpPr>
        <p:spPr>
          <a:xfrm>
            <a:off x="5918575" y="557359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2" name="Oval 1221"/>
          <p:cNvSpPr/>
          <p:nvPr/>
        </p:nvSpPr>
        <p:spPr>
          <a:xfrm>
            <a:off x="5605042" y="587606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3" name="Oval 1222"/>
          <p:cNvSpPr/>
          <p:nvPr/>
        </p:nvSpPr>
        <p:spPr>
          <a:xfrm>
            <a:off x="5687336" y="575161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4" name="Oval 1223"/>
          <p:cNvSpPr/>
          <p:nvPr/>
        </p:nvSpPr>
        <p:spPr>
          <a:xfrm>
            <a:off x="5223795" y="568790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5" name="Oval 1224"/>
          <p:cNvSpPr/>
          <p:nvPr/>
        </p:nvSpPr>
        <p:spPr>
          <a:xfrm>
            <a:off x="5731721" y="582649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6" name="Oval 1225"/>
          <p:cNvSpPr/>
          <p:nvPr/>
        </p:nvSpPr>
        <p:spPr>
          <a:xfrm>
            <a:off x="5998939" y="560702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7" name="Oval 1226"/>
          <p:cNvSpPr/>
          <p:nvPr/>
        </p:nvSpPr>
        <p:spPr>
          <a:xfrm>
            <a:off x="5506069" y="578573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8" name="Oval 1227"/>
          <p:cNvSpPr/>
          <p:nvPr/>
        </p:nvSpPr>
        <p:spPr>
          <a:xfrm>
            <a:off x="5854580" y="521662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9" name="Oval 1228"/>
          <p:cNvSpPr/>
          <p:nvPr/>
        </p:nvSpPr>
        <p:spPr>
          <a:xfrm>
            <a:off x="5335834" y="571259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0" name="Oval 1229"/>
          <p:cNvSpPr/>
          <p:nvPr/>
        </p:nvSpPr>
        <p:spPr>
          <a:xfrm>
            <a:off x="6266103" y="511306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1" name="Oval 1230"/>
          <p:cNvSpPr/>
          <p:nvPr/>
        </p:nvSpPr>
        <p:spPr>
          <a:xfrm>
            <a:off x="5485604" y="578444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2" name="Oval 1231"/>
          <p:cNvSpPr/>
          <p:nvPr/>
        </p:nvSpPr>
        <p:spPr>
          <a:xfrm>
            <a:off x="5786589" y="558715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3" name="Oval 1232"/>
          <p:cNvSpPr/>
          <p:nvPr/>
        </p:nvSpPr>
        <p:spPr>
          <a:xfrm>
            <a:off x="5403728" y="570752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4" name="Oval 1233"/>
          <p:cNvSpPr/>
          <p:nvPr/>
        </p:nvSpPr>
        <p:spPr>
          <a:xfrm>
            <a:off x="5636462" y="579532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5" name="Oval 1234"/>
          <p:cNvSpPr/>
          <p:nvPr/>
        </p:nvSpPr>
        <p:spPr>
          <a:xfrm>
            <a:off x="6321883" y="537935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6" name="Oval 1235"/>
          <p:cNvSpPr/>
          <p:nvPr/>
        </p:nvSpPr>
        <p:spPr>
          <a:xfrm>
            <a:off x="4744438" y="578047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7" name="Oval 1236"/>
          <p:cNvSpPr/>
          <p:nvPr/>
        </p:nvSpPr>
        <p:spPr>
          <a:xfrm>
            <a:off x="5277955" y="565062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8" name="Oval 1237"/>
          <p:cNvSpPr/>
          <p:nvPr/>
        </p:nvSpPr>
        <p:spPr>
          <a:xfrm>
            <a:off x="5525849" y="574947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9" name="Oval 1238"/>
          <p:cNvSpPr/>
          <p:nvPr/>
        </p:nvSpPr>
        <p:spPr>
          <a:xfrm>
            <a:off x="5673481" y="577129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0" name="Oval 1239"/>
          <p:cNvSpPr/>
          <p:nvPr/>
        </p:nvSpPr>
        <p:spPr>
          <a:xfrm>
            <a:off x="5700127" y="587051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1" name="Oval 1240"/>
          <p:cNvSpPr/>
          <p:nvPr/>
        </p:nvSpPr>
        <p:spPr>
          <a:xfrm>
            <a:off x="5876482" y="549737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2" name="Oval 1241"/>
          <p:cNvSpPr/>
          <p:nvPr/>
        </p:nvSpPr>
        <p:spPr>
          <a:xfrm>
            <a:off x="4586903" y="510408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3" name="Oval 1242"/>
          <p:cNvSpPr/>
          <p:nvPr/>
        </p:nvSpPr>
        <p:spPr>
          <a:xfrm>
            <a:off x="5570511" y="586015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4" name="Oval 1243"/>
          <p:cNvSpPr/>
          <p:nvPr/>
        </p:nvSpPr>
        <p:spPr>
          <a:xfrm>
            <a:off x="5619594" y="588081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5" name="Oval 1244"/>
          <p:cNvSpPr/>
          <p:nvPr/>
        </p:nvSpPr>
        <p:spPr>
          <a:xfrm>
            <a:off x="5668150" y="579730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6" name="Oval 1245"/>
          <p:cNvSpPr/>
          <p:nvPr/>
        </p:nvSpPr>
        <p:spPr>
          <a:xfrm>
            <a:off x="4726222" y="522473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7" name="Oval 1246"/>
          <p:cNvSpPr/>
          <p:nvPr/>
        </p:nvSpPr>
        <p:spPr>
          <a:xfrm>
            <a:off x="5637607" y="582811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8" name="Oval 1247"/>
          <p:cNvSpPr/>
          <p:nvPr/>
        </p:nvSpPr>
        <p:spPr>
          <a:xfrm>
            <a:off x="5688636" y="581994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9" name="Oval 1248"/>
          <p:cNvSpPr/>
          <p:nvPr/>
        </p:nvSpPr>
        <p:spPr>
          <a:xfrm>
            <a:off x="2931404" y="3004654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0" name="Oval 1249"/>
          <p:cNvSpPr/>
          <p:nvPr/>
        </p:nvSpPr>
        <p:spPr>
          <a:xfrm>
            <a:off x="6131622" y="3179933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1" name="Oval 1250"/>
          <p:cNvSpPr/>
          <p:nvPr/>
        </p:nvSpPr>
        <p:spPr>
          <a:xfrm>
            <a:off x="4815873" y="3292802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2" name="Oval 1251"/>
          <p:cNvSpPr/>
          <p:nvPr/>
        </p:nvSpPr>
        <p:spPr>
          <a:xfrm>
            <a:off x="6157292" y="3396143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3" name="Oval 1252"/>
          <p:cNvSpPr/>
          <p:nvPr/>
        </p:nvSpPr>
        <p:spPr>
          <a:xfrm>
            <a:off x="2536455" y="3413650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4" name="Oval 1253"/>
          <p:cNvSpPr/>
          <p:nvPr/>
        </p:nvSpPr>
        <p:spPr>
          <a:xfrm>
            <a:off x="6799154" y="3453717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5" name="Oval 1254"/>
          <p:cNvSpPr/>
          <p:nvPr/>
        </p:nvSpPr>
        <p:spPr>
          <a:xfrm>
            <a:off x="4191283" y="3491824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6" name="Oval 1255"/>
          <p:cNvSpPr/>
          <p:nvPr/>
        </p:nvSpPr>
        <p:spPr>
          <a:xfrm>
            <a:off x="6122956" y="3503994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7" name="Oval 1256"/>
          <p:cNvSpPr/>
          <p:nvPr/>
        </p:nvSpPr>
        <p:spPr>
          <a:xfrm>
            <a:off x="5924070" y="3654191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8" name="Oval 1257"/>
          <p:cNvSpPr/>
          <p:nvPr/>
        </p:nvSpPr>
        <p:spPr>
          <a:xfrm>
            <a:off x="3999783" y="3691067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9" name="Oval 1258"/>
          <p:cNvSpPr/>
          <p:nvPr/>
        </p:nvSpPr>
        <p:spPr>
          <a:xfrm>
            <a:off x="9434190" y="3733886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0" name="Oval 1259"/>
          <p:cNvSpPr/>
          <p:nvPr/>
        </p:nvSpPr>
        <p:spPr>
          <a:xfrm>
            <a:off x="1473175" y="3737586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1" name="Oval 1260"/>
          <p:cNvSpPr/>
          <p:nvPr/>
        </p:nvSpPr>
        <p:spPr>
          <a:xfrm>
            <a:off x="7266610" y="3746291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2" name="Oval 1261"/>
          <p:cNvSpPr/>
          <p:nvPr/>
        </p:nvSpPr>
        <p:spPr>
          <a:xfrm>
            <a:off x="7752266" y="3748061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3" name="Oval 1262"/>
          <p:cNvSpPr/>
          <p:nvPr/>
        </p:nvSpPr>
        <p:spPr>
          <a:xfrm>
            <a:off x="3977945" y="3748482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4" name="Oval 1263"/>
          <p:cNvSpPr/>
          <p:nvPr/>
        </p:nvSpPr>
        <p:spPr>
          <a:xfrm>
            <a:off x="6633764" y="3769007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5" name="Oval 1264"/>
          <p:cNvSpPr/>
          <p:nvPr/>
        </p:nvSpPr>
        <p:spPr>
          <a:xfrm>
            <a:off x="5938920" y="3770031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6" name="Oval 1265"/>
          <p:cNvSpPr/>
          <p:nvPr/>
        </p:nvSpPr>
        <p:spPr>
          <a:xfrm>
            <a:off x="6501030" y="3775751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7" name="Oval 1266"/>
          <p:cNvSpPr/>
          <p:nvPr/>
        </p:nvSpPr>
        <p:spPr>
          <a:xfrm>
            <a:off x="5058375" y="3794123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8" name="Oval 1267"/>
          <p:cNvSpPr/>
          <p:nvPr/>
        </p:nvSpPr>
        <p:spPr>
          <a:xfrm>
            <a:off x="6441088" y="3837906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9" name="Oval 1268"/>
          <p:cNvSpPr/>
          <p:nvPr/>
        </p:nvSpPr>
        <p:spPr>
          <a:xfrm>
            <a:off x="6838005" y="3845618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0" name="Oval 1269"/>
          <p:cNvSpPr/>
          <p:nvPr/>
        </p:nvSpPr>
        <p:spPr>
          <a:xfrm>
            <a:off x="6311448" y="3893829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1" name="Oval 1270"/>
          <p:cNvSpPr/>
          <p:nvPr/>
        </p:nvSpPr>
        <p:spPr>
          <a:xfrm>
            <a:off x="8033665" y="3897376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2" name="Oval 1271"/>
          <p:cNvSpPr/>
          <p:nvPr/>
        </p:nvSpPr>
        <p:spPr>
          <a:xfrm>
            <a:off x="7612117" y="3924090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3" name="Oval 1272"/>
          <p:cNvSpPr/>
          <p:nvPr/>
        </p:nvSpPr>
        <p:spPr>
          <a:xfrm>
            <a:off x="4427600" y="3924258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4" name="Oval 1273"/>
          <p:cNvSpPr/>
          <p:nvPr/>
        </p:nvSpPr>
        <p:spPr>
          <a:xfrm>
            <a:off x="4728367" y="3931696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5" name="Oval 1274"/>
          <p:cNvSpPr/>
          <p:nvPr/>
        </p:nvSpPr>
        <p:spPr>
          <a:xfrm>
            <a:off x="6776607" y="3952739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6" name="Oval 1275"/>
          <p:cNvSpPr/>
          <p:nvPr/>
        </p:nvSpPr>
        <p:spPr>
          <a:xfrm>
            <a:off x="4679483" y="3962102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7" name="Oval 1276"/>
          <p:cNvSpPr/>
          <p:nvPr/>
        </p:nvSpPr>
        <p:spPr>
          <a:xfrm>
            <a:off x="4088629" y="3969214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8" name="Oval 1277"/>
          <p:cNvSpPr/>
          <p:nvPr/>
        </p:nvSpPr>
        <p:spPr>
          <a:xfrm>
            <a:off x="3536087" y="4003331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9" name="Oval 1278"/>
          <p:cNvSpPr/>
          <p:nvPr/>
        </p:nvSpPr>
        <p:spPr>
          <a:xfrm>
            <a:off x="3840301" y="4015729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0" name="Oval 1279"/>
          <p:cNvSpPr/>
          <p:nvPr/>
        </p:nvSpPr>
        <p:spPr>
          <a:xfrm>
            <a:off x="8137451" y="4025391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1" name="Oval 1280"/>
          <p:cNvSpPr/>
          <p:nvPr/>
        </p:nvSpPr>
        <p:spPr>
          <a:xfrm>
            <a:off x="6392106" y="4026475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2" name="Oval 1281"/>
          <p:cNvSpPr/>
          <p:nvPr/>
        </p:nvSpPr>
        <p:spPr>
          <a:xfrm>
            <a:off x="5175652" y="4027968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3" name="Oval 1282"/>
          <p:cNvSpPr/>
          <p:nvPr/>
        </p:nvSpPr>
        <p:spPr>
          <a:xfrm>
            <a:off x="2875236" y="4033262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4" name="Oval 1283"/>
          <p:cNvSpPr/>
          <p:nvPr/>
        </p:nvSpPr>
        <p:spPr>
          <a:xfrm>
            <a:off x="6131990" y="4036628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5" name="Oval 1284"/>
          <p:cNvSpPr/>
          <p:nvPr/>
        </p:nvSpPr>
        <p:spPr>
          <a:xfrm>
            <a:off x="7612584" y="4044305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6" name="Oval 1285"/>
          <p:cNvSpPr/>
          <p:nvPr/>
        </p:nvSpPr>
        <p:spPr>
          <a:xfrm>
            <a:off x="4738688" y="4050862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7" name="Oval 1286"/>
          <p:cNvSpPr/>
          <p:nvPr/>
        </p:nvSpPr>
        <p:spPr>
          <a:xfrm>
            <a:off x="4234017" y="4056590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8" name="Oval 1287"/>
          <p:cNvSpPr/>
          <p:nvPr/>
        </p:nvSpPr>
        <p:spPr>
          <a:xfrm>
            <a:off x="3607466" y="4059926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9" name="Oval 1288"/>
          <p:cNvSpPr/>
          <p:nvPr/>
        </p:nvSpPr>
        <p:spPr>
          <a:xfrm>
            <a:off x="6495254" y="4070621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0" name="Oval 1289"/>
          <p:cNvSpPr/>
          <p:nvPr/>
        </p:nvSpPr>
        <p:spPr>
          <a:xfrm>
            <a:off x="5916433" y="4071126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1" name="Oval 1290"/>
          <p:cNvSpPr/>
          <p:nvPr/>
        </p:nvSpPr>
        <p:spPr>
          <a:xfrm>
            <a:off x="4577511" y="4075421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2" name="Oval 1291"/>
          <p:cNvSpPr/>
          <p:nvPr/>
        </p:nvSpPr>
        <p:spPr>
          <a:xfrm>
            <a:off x="4071146" y="4091552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3" name="Oval 1292"/>
          <p:cNvSpPr/>
          <p:nvPr/>
        </p:nvSpPr>
        <p:spPr>
          <a:xfrm>
            <a:off x="3674275" y="4098128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4" name="Oval 1293"/>
          <p:cNvSpPr/>
          <p:nvPr/>
        </p:nvSpPr>
        <p:spPr>
          <a:xfrm>
            <a:off x="4027383" y="4107890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5" name="Oval 1294"/>
          <p:cNvSpPr/>
          <p:nvPr/>
        </p:nvSpPr>
        <p:spPr>
          <a:xfrm>
            <a:off x="5070575" y="4113834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6" name="Oval 1295"/>
          <p:cNvSpPr/>
          <p:nvPr/>
        </p:nvSpPr>
        <p:spPr>
          <a:xfrm>
            <a:off x="4281596" y="4118861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7" name="Oval 1296"/>
          <p:cNvSpPr/>
          <p:nvPr/>
        </p:nvSpPr>
        <p:spPr>
          <a:xfrm>
            <a:off x="4122234" y="4121849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8" name="Oval 1297"/>
          <p:cNvSpPr/>
          <p:nvPr/>
        </p:nvSpPr>
        <p:spPr>
          <a:xfrm>
            <a:off x="9737944" y="4130661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9" name="Oval 1298"/>
          <p:cNvSpPr/>
          <p:nvPr/>
        </p:nvSpPr>
        <p:spPr>
          <a:xfrm>
            <a:off x="5982996" y="4178873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0" name="Oval 1299"/>
          <p:cNvSpPr/>
          <p:nvPr/>
        </p:nvSpPr>
        <p:spPr>
          <a:xfrm>
            <a:off x="6570887" y="4187826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1" name="Oval 1300"/>
          <p:cNvSpPr/>
          <p:nvPr/>
        </p:nvSpPr>
        <p:spPr>
          <a:xfrm>
            <a:off x="9642227" y="4189199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2" name="Oval 1301"/>
          <p:cNvSpPr/>
          <p:nvPr/>
        </p:nvSpPr>
        <p:spPr>
          <a:xfrm>
            <a:off x="4293564" y="4190593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3" name="Oval 1302"/>
          <p:cNvSpPr/>
          <p:nvPr/>
        </p:nvSpPr>
        <p:spPr>
          <a:xfrm>
            <a:off x="3156147" y="4192417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4" name="Oval 1303"/>
          <p:cNvSpPr/>
          <p:nvPr/>
        </p:nvSpPr>
        <p:spPr>
          <a:xfrm>
            <a:off x="5068046" y="4195633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5" name="Oval 1304"/>
          <p:cNvSpPr/>
          <p:nvPr/>
        </p:nvSpPr>
        <p:spPr>
          <a:xfrm>
            <a:off x="5094510" y="4199660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6" name="Oval 1305"/>
          <p:cNvSpPr/>
          <p:nvPr/>
        </p:nvSpPr>
        <p:spPr>
          <a:xfrm>
            <a:off x="6863369" y="4205963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7" name="Oval 1306"/>
          <p:cNvSpPr/>
          <p:nvPr/>
        </p:nvSpPr>
        <p:spPr>
          <a:xfrm>
            <a:off x="4287311" y="4206092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8" name="Oval 1307"/>
          <p:cNvSpPr/>
          <p:nvPr/>
        </p:nvSpPr>
        <p:spPr>
          <a:xfrm>
            <a:off x="5845189" y="4207279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9" name="Oval 1308"/>
          <p:cNvSpPr/>
          <p:nvPr/>
        </p:nvSpPr>
        <p:spPr>
          <a:xfrm>
            <a:off x="5965360" y="4209742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0" name="Oval 1309"/>
          <p:cNvSpPr/>
          <p:nvPr/>
        </p:nvSpPr>
        <p:spPr>
          <a:xfrm>
            <a:off x="5226667" y="4214454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1" name="Oval 1310"/>
          <p:cNvSpPr/>
          <p:nvPr/>
        </p:nvSpPr>
        <p:spPr>
          <a:xfrm>
            <a:off x="5906975" y="4225860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2" name="Oval 1311"/>
          <p:cNvSpPr/>
          <p:nvPr/>
        </p:nvSpPr>
        <p:spPr>
          <a:xfrm>
            <a:off x="5858935" y="4250822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3" name="Oval 1312"/>
          <p:cNvSpPr/>
          <p:nvPr/>
        </p:nvSpPr>
        <p:spPr>
          <a:xfrm>
            <a:off x="7503213" y="4252987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4" name="Oval 1313"/>
          <p:cNvSpPr/>
          <p:nvPr/>
        </p:nvSpPr>
        <p:spPr>
          <a:xfrm>
            <a:off x="7318634" y="4255714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5" name="Oval 1314"/>
          <p:cNvSpPr/>
          <p:nvPr/>
        </p:nvSpPr>
        <p:spPr>
          <a:xfrm>
            <a:off x="7481478" y="4257834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6" name="Oval 1315"/>
          <p:cNvSpPr/>
          <p:nvPr/>
        </p:nvSpPr>
        <p:spPr>
          <a:xfrm>
            <a:off x="5405034" y="4261778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7" name="Oval 1316"/>
          <p:cNvSpPr/>
          <p:nvPr/>
        </p:nvSpPr>
        <p:spPr>
          <a:xfrm>
            <a:off x="8199355" y="4274242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8" name="Oval 1317"/>
          <p:cNvSpPr/>
          <p:nvPr/>
        </p:nvSpPr>
        <p:spPr>
          <a:xfrm>
            <a:off x="6080976" y="4278137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9" name="Oval 1318"/>
          <p:cNvSpPr/>
          <p:nvPr/>
        </p:nvSpPr>
        <p:spPr>
          <a:xfrm>
            <a:off x="1505507" y="4284225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0" name="Oval 1319"/>
          <p:cNvSpPr/>
          <p:nvPr/>
        </p:nvSpPr>
        <p:spPr>
          <a:xfrm>
            <a:off x="3906691" y="4291082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1" name="Oval 1320"/>
          <p:cNvSpPr/>
          <p:nvPr/>
        </p:nvSpPr>
        <p:spPr>
          <a:xfrm>
            <a:off x="5974352" y="4293513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2" name="Oval 1321"/>
          <p:cNvSpPr/>
          <p:nvPr/>
        </p:nvSpPr>
        <p:spPr>
          <a:xfrm>
            <a:off x="6066944" y="4294355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3" name="Oval 1322"/>
          <p:cNvSpPr/>
          <p:nvPr/>
        </p:nvSpPr>
        <p:spPr>
          <a:xfrm>
            <a:off x="5956072" y="4295454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4" name="Oval 1323"/>
          <p:cNvSpPr/>
          <p:nvPr/>
        </p:nvSpPr>
        <p:spPr>
          <a:xfrm>
            <a:off x="5179128" y="4314732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5" name="Oval 1324"/>
          <p:cNvSpPr/>
          <p:nvPr/>
        </p:nvSpPr>
        <p:spPr>
          <a:xfrm>
            <a:off x="4905114" y="4317256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6" name="Oval 1325"/>
          <p:cNvSpPr/>
          <p:nvPr/>
        </p:nvSpPr>
        <p:spPr>
          <a:xfrm>
            <a:off x="4063434" y="4317585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7" name="Oval 1326"/>
          <p:cNvSpPr/>
          <p:nvPr/>
        </p:nvSpPr>
        <p:spPr>
          <a:xfrm>
            <a:off x="6257688" y="4320076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8" name="Oval 1327"/>
          <p:cNvSpPr/>
          <p:nvPr/>
        </p:nvSpPr>
        <p:spPr>
          <a:xfrm>
            <a:off x="1691123" y="4320286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9" name="Oval 1328"/>
          <p:cNvSpPr/>
          <p:nvPr/>
        </p:nvSpPr>
        <p:spPr>
          <a:xfrm>
            <a:off x="5072969" y="4324673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0" name="Oval 1329"/>
          <p:cNvSpPr/>
          <p:nvPr/>
        </p:nvSpPr>
        <p:spPr>
          <a:xfrm>
            <a:off x="5970792" y="4325130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1" name="Oval 1330"/>
          <p:cNvSpPr/>
          <p:nvPr/>
        </p:nvSpPr>
        <p:spPr>
          <a:xfrm>
            <a:off x="6131142" y="4333947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2" name="Oval 1331"/>
          <p:cNvSpPr/>
          <p:nvPr/>
        </p:nvSpPr>
        <p:spPr>
          <a:xfrm>
            <a:off x="4320270" y="4337819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3" name="Oval 1332"/>
          <p:cNvSpPr/>
          <p:nvPr/>
        </p:nvSpPr>
        <p:spPr>
          <a:xfrm>
            <a:off x="6391626" y="4338192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4" name="Oval 1333"/>
          <p:cNvSpPr/>
          <p:nvPr/>
        </p:nvSpPr>
        <p:spPr>
          <a:xfrm>
            <a:off x="6029516" y="4342702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5" name="Oval 1334"/>
          <p:cNvSpPr/>
          <p:nvPr/>
        </p:nvSpPr>
        <p:spPr>
          <a:xfrm>
            <a:off x="5303477" y="4344606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6" name="Oval 1335"/>
          <p:cNvSpPr/>
          <p:nvPr/>
        </p:nvSpPr>
        <p:spPr>
          <a:xfrm>
            <a:off x="6191424" y="4349066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7" name="Oval 1336"/>
          <p:cNvSpPr/>
          <p:nvPr/>
        </p:nvSpPr>
        <p:spPr>
          <a:xfrm>
            <a:off x="6865156" y="4352124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8" name="Oval 1337"/>
          <p:cNvSpPr/>
          <p:nvPr/>
        </p:nvSpPr>
        <p:spPr>
          <a:xfrm>
            <a:off x="4077402" y="4373167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9" name="Oval 1338"/>
          <p:cNvSpPr/>
          <p:nvPr/>
        </p:nvSpPr>
        <p:spPr>
          <a:xfrm>
            <a:off x="5993704" y="4373253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0" name="Oval 1339"/>
          <p:cNvSpPr/>
          <p:nvPr/>
        </p:nvSpPr>
        <p:spPr>
          <a:xfrm>
            <a:off x="3424313" y="4374132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1" name="Oval 1340"/>
          <p:cNvSpPr/>
          <p:nvPr/>
        </p:nvSpPr>
        <p:spPr>
          <a:xfrm>
            <a:off x="4309991" y="4382121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2" name="Oval 1341"/>
          <p:cNvSpPr/>
          <p:nvPr/>
        </p:nvSpPr>
        <p:spPr>
          <a:xfrm>
            <a:off x="4824435" y="4391092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3" name="Oval 1342"/>
          <p:cNvSpPr/>
          <p:nvPr/>
        </p:nvSpPr>
        <p:spPr>
          <a:xfrm>
            <a:off x="3917320" y="4391966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4" name="Oval 1343"/>
          <p:cNvSpPr/>
          <p:nvPr/>
        </p:nvSpPr>
        <p:spPr>
          <a:xfrm>
            <a:off x="7147480" y="4392403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5" name="Oval 1344"/>
          <p:cNvSpPr/>
          <p:nvPr/>
        </p:nvSpPr>
        <p:spPr>
          <a:xfrm>
            <a:off x="6003690" y="4398615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6" name="Oval 1345"/>
          <p:cNvSpPr/>
          <p:nvPr/>
        </p:nvSpPr>
        <p:spPr>
          <a:xfrm>
            <a:off x="4585707" y="4400993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7" name="Oval 1346"/>
          <p:cNvSpPr/>
          <p:nvPr/>
        </p:nvSpPr>
        <p:spPr>
          <a:xfrm>
            <a:off x="7948976" y="4409306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8" name="Oval 1347"/>
          <p:cNvSpPr/>
          <p:nvPr/>
        </p:nvSpPr>
        <p:spPr>
          <a:xfrm>
            <a:off x="8555798" y="4411334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9" name="Oval 1348"/>
          <p:cNvSpPr/>
          <p:nvPr/>
        </p:nvSpPr>
        <p:spPr>
          <a:xfrm>
            <a:off x="6180112" y="4412756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0" name="Oval 1349"/>
          <p:cNvSpPr/>
          <p:nvPr/>
        </p:nvSpPr>
        <p:spPr>
          <a:xfrm>
            <a:off x="5800253" y="4413725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1" name="Oval 1350"/>
          <p:cNvSpPr/>
          <p:nvPr/>
        </p:nvSpPr>
        <p:spPr>
          <a:xfrm>
            <a:off x="6103202" y="4415332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2" name="Oval 1351"/>
          <p:cNvSpPr/>
          <p:nvPr/>
        </p:nvSpPr>
        <p:spPr>
          <a:xfrm>
            <a:off x="4922213" y="4416526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3" name="Oval 1352"/>
          <p:cNvSpPr/>
          <p:nvPr/>
        </p:nvSpPr>
        <p:spPr>
          <a:xfrm>
            <a:off x="4810821" y="4426749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4" name="Oval 1353"/>
          <p:cNvSpPr/>
          <p:nvPr/>
        </p:nvSpPr>
        <p:spPr>
          <a:xfrm>
            <a:off x="4197499" y="4428136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5" name="Oval 1354"/>
          <p:cNvSpPr/>
          <p:nvPr/>
        </p:nvSpPr>
        <p:spPr>
          <a:xfrm>
            <a:off x="2673866" y="4428140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6" name="Oval 1355"/>
          <p:cNvSpPr/>
          <p:nvPr/>
        </p:nvSpPr>
        <p:spPr>
          <a:xfrm>
            <a:off x="5942422" y="4430909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7" name="Oval 1356"/>
          <p:cNvSpPr/>
          <p:nvPr/>
        </p:nvSpPr>
        <p:spPr>
          <a:xfrm>
            <a:off x="6062481" y="4433750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8" name="Oval 1357"/>
          <p:cNvSpPr/>
          <p:nvPr/>
        </p:nvSpPr>
        <p:spPr>
          <a:xfrm>
            <a:off x="4812574" y="4433867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9" name="Oval 1358"/>
          <p:cNvSpPr/>
          <p:nvPr/>
        </p:nvSpPr>
        <p:spPr>
          <a:xfrm>
            <a:off x="4914030" y="4433931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0" name="Oval 1359"/>
          <p:cNvSpPr/>
          <p:nvPr/>
        </p:nvSpPr>
        <p:spPr>
          <a:xfrm>
            <a:off x="4071342" y="4438131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1" name="Oval 1360"/>
          <p:cNvSpPr/>
          <p:nvPr/>
        </p:nvSpPr>
        <p:spPr>
          <a:xfrm>
            <a:off x="4303688" y="4442585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2" name="Oval 1361"/>
          <p:cNvSpPr/>
          <p:nvPr/>
        </p:nvSpPr>
        <p:spPr>
          <a:xfrm>
            <a:off x="7390424" y="4449479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3" name="Oval 1362"/>
          <p:cNvSpPr/>
          <p:nvPr/>
        </p:nvSpPr>
        <p:spPr>
          <a:xfrm>
            <a:off x="2003113" y="4452889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4" name="Oval 1363"/>
          <p:cNvSpPr/>
          <p:nvPr/>
        </p:nvSpPr>
        <p:spPr>
          <a:xfrm>
            <a:off x="4732228" y="4454305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5" name="Oval 1364"/>
          <p:cNvSpPr/>
          <p:nvPr/>
        </p:nvSpPr>
        <p:spPr>
          <a:xfrm>
            <a:off x="6055780" y="4456713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6" name="Oval 1365"/>
          <p:cNvSpPr/>
          <p:nvPr/>
        </p:nvSpPr>
        <p:spPr>
          <a:xfrm>
            <a:off x="5251732" y="4459515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7" name="Oval 1366"/>
          <p:cNvSpPr/>
          <p:nvPr/>
        </p:nvSpPr>
        <p:spPr>
          <a:xfrm>
            <a:off x="2949008" y="4461437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8" name="Oval 1367"/>
          <p:cNvSpPr/>
          <p:nvPr/>
        </p:nvSpPr>
        <p:spPr>
          <a:xfrm>
            <a:off x="8403672" y="4462163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9" name="Oval 1368"/>
          <p:cNvSpPr/>
          <p:nvPr/>
        </p:nvSpPr>
        <p:spPr>
          <a:xfrm>
            <a:off x="6009591" y="4466580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0" name="Oval 1369"/>
          <p:cNvSpPr/>
          <p:nvPr/>
        </p:nvSpPr>
        <p:spPr>
          <a:xfrm>
            <a:off x="4667226" y="4468116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1" name="Oval 1370"/>
          <p:cNvSpPr/>
          <p:nvPr/>
        </p:nvSpPr>
        <p:spPr>
          <a:xfrm>
            <a:off x="5141072" y="4469632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2" name="Oval 1371"/>
          <p:cNvSpPr/>
          <p:nvPr/>
        </p:nvSpPr>
        <p:spPr>
          <a:xfrm>
            <a:off x="6428652" y="4471139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3" name="Oval 1372"/>
          <p:cNvSpPr/>
          <p:nvPr/>
        </p:nvSpPr>
        <p:spPr>
          <a:xfrm>
            <a:off x="5824633" y="4471330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4" name="Oval 1373"/>
          <p:cNvSpPr/>
          <p:nvPr/>
        </p:nvSpPr>
        <p:spPr>
          <a:xfrm>
            <a:off x="8325959" y="4473461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5" name="Oval 1374"/>
          <p:cNvSpPr/>
          <p:nvPr/>
        </p:nvSpPr>
        <p:spPr>
          <a:xfrm>
            <a:off x="8992425" y="4476935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6" name="Oval 1375"/>
          <p:cNvSpPr/>
          <p:nvPr/>
        </p:nvSpPr>
        <p:spPr>
          <a:xfrm>
            <a:off x="2306617" y="4479791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7" name="Oval 1376"/>
          <p:cNvSpPr/>
          <p:nvPr/>
        </p:nvSpPr>
        <p:spPr>
          <a:xfrm>
            <a:off x="5804961" y="4482340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8" name="Oval 1377"/>
          <p:cNvSpPr/>
          <p:nvPr/>
        </p:nvSpPr>
        <p:spPr>
          <a:xfrm>
            <a:off x="7100343" y="4483735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9" name="Oval 1378"/>
          <p:cNvSpPr/>
          <p:nvPr/>
        </p:nvSpPr>
        <p:spPr>
          <a:xfrm>
            <a:off x="5997962" y="4486239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0" name="Oval 1379"/>
          <p:cNvSpPr/>
          <p:nvPr/>
        </p:nvSpPr>
        <p:spPr>
          <a:xfrm>
            <a:off x="4380951" y="4486463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1" name="Oval 1380"/>
          <p:cNvSpPr/>
          <p:nvPr/>
        </p:nvSpPr>
        <p:spPr>
          <a:xfrm>
            <a:off x="7885627" y="4488274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2" name="Oval 1381"/>
          <p:cNvSpPr/>
          <p:nvPr/>
        </p:nvSpPr>
        <p:spPr>
          <a:xfrm>
            <a:off x="7119100" y="4489308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3" name="Oval 1382"/>
          <p:cNvSpPr/>
          <p:nvPr/>
        </p:nvSpPr>
        <p:spPr>
          <a:xfrm>
            <a:off x="7370706" y="4493593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4" name="Oval 1383"/>
          <p:cNvSpPr/>
          <p:nvPr/>
        </p:nvSpPr>
        <p:spPr>
          <a:xfrm>
            <a:off x="9737944" y="4497308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5" name="Oval 1384"/>
          <p:cNvSpPr/>
          <p:nvPr/>
        </p:nvSpPr>
        <p:spPr>
          <a:xfrm>
            <a:off x="3684074" y="4497368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6" name="Oval 1385"/>
          <p:cNvSpPr/>
          <p:nvPr/>
        </p:nvSpPr>
        <p:spPr>
          <a:xfrm>
            <a:off x="5224716" y="4498380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7" name="Oval 1386"/>
          <p:cNvSpPr/>
          <p:nvPr/>
        </p:nvSpPr>
        <p:spPr>
          <a:xfrm>
            <a:off x="9737944" y="4500122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8" name="Oval 1387"/>
          <p:cNvSpPr/>
          <p:nvPr/>
        </p:nvSpPr>
        <p:spPr>
          <a:xfrm>
            <a:off x="4530490" y="4500256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9" name="Oval 1388"/>
          <p:cNvSpPr/>
          <p:nvPr/>
        </p:nvSpPr>
        <p:spPr>
          <a:xfrm>
            <a:off x="4894587" y="4501592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0" name="Oval 1389"/>
          <p:cNvSpPr/>
          <p:nvPr/>
        </p:nvSpPr>
        <p:spPr>
          <a:xfrm>
            <a:off x="6246738" y="4502522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1" name="Oval 1390"/>
          <p:cNvSpPr/>
          <p:nvPr/>
        </p:nvSpPr>
        <p:spPr>
          <a:xfrm>
            <a:off x="4867218" y="4503011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2" name="Oval 1391"/>
          <p:cNvSpPr/>
          <p:nvPr/>
        </p:nvSpPr>
        <p:spPr>
          <a:xfrm>
            <a:off x="5879762" y="4505703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3" name="Oval 1392"/>
          <p:cNvSpPr/>
          <p:nvPr/>
        </p:nvSpPr>
        <p:spPr>
          <a:xfrm>
            <a:off x="6207307" y="4506665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4" name="Oval 1393"/>
          <p:cNvSpPr/>
          <p:nvPr/>
        </p:nvSpPr>
        <p:spPr>
          <a:xfrm>
            <a:off x="4808270" y="4507707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5" name="Oval 1394"/>
          <p:cNvSpPr/>
          <p:nvPr/>
        </p:nvSpPr>
        <p:spPr>
          <a:xfrm>
            <a:off x="8027452" y="4509540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6" name="Oval 1395"/>
          <p:cNvSpPr/>
          <p:nvPr/>
        </p:nvSpPr>
        <p:spPr>
          <a:xfrm>
            <a:off x="6240201" y="4510659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7" name="Oval 1396"/>
          <p:cNvSpPr/>
          <p:nvPr/>
        </p:nvSpPr>
        <p:spPr>
          <a:xfrm>
            <a:off x="3921379" y="4511658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8" name="Oval 1397"/>
          <p:cNvSpPr/>
          <p:nvPr/>
        </p:nvSpPr>
        <p:spPr>
          <a:xfrm>
            <a:off x="4621199" y="4511771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9" name="Oval 1398"/>
          <p:cNvSpPr/>
          <p:nvPr/>
        </p:nvSpPr>
        <p:spPr>
          <a:xfrm>
            <a:off x="5235723" y="4512924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0" name="Oval 1399"/>
          <p:cNvSpPr/>
          <p:nvPr/>
        </p:nvSpPr>
        <p:spPr>
          <a:xfrm>
            <a:off x="6332720" y="4513158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1" name="Oval 1400"/>
          <p:cNvSpPr/>
          <p:nvPr/>
        </p:nvSpPr>
        <p:spPr>
          <a:xfrm>
            <a:off x="4620650" y="4513322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2" name="Oval 1401"/>
          <p:cNvSpPr/>
          <p:nvPr/>
        </p:nvSpPr>
        <p:spPr>
          <a:xfrm>
            <a:off x="6802072" y="4515051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3" name="Oval 1402"/>
          <p:cNvSpPr/>
          <p:nvPr/>
        </p:nvSpPr>
        <p:spPr>
          <a:xfrm>
            <a:off x="2786554" y="4518890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4" name="Oval 1403"/>
          <p:cNvSpPr/>
          <p:nvPr/>
        </p:nvSpPr>
        <p:spPr>
          <a:xfrm>
            <a:off x="7677153" y="4521358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5" name="Oval 1404"/>
          <p:cNvSpPr/>
          <p:nvPr/>
        </p:nvSpPr>
        <p:spPr>
          <a:xfrm>
            <a:off x="5931706" y="4523095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6" name="Oval 1405"/>
          <p:cNvSpPr/>
          <p:nvPr/>
        </p:nvSpPr>
        <p:spPr>
          <a:xfrm>
            <a:off x="1757961" y="4523995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7" name="Oval 1406"/>
          <p:cNvSpPr/>
          <p:nvPr/>
        </p:nvSpPr>
        <p:spPr>
          <a:xfrm>
            <a:off x="4631177" y="4525367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8" name="Oval 1407"/>
          <p:cNvSpPr/>
          <p:nvPr/>
        </p:nvSpPr>
        <p:spPr>
          <a:xfrm>
            <a:off x="6170232" y="4527245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9" name="Oval 1408"/>
          <p:cNvSpPr/>
          <p:nvPr/>
        </p:nvSpPr>
        <p:spPr>
          <a:xfrm>
            <a:off x="9183398" y="4527927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0" name="Oval 1409"/>
          <p:cNvSpPr/>
          <p:nvPr/>
        </p:nvSpPr>
        <p:spPr>
          <a:xfrm>
            <a:off x="7086740" y="4528221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1" name="Oval 1410"/>
          <p:cNvSpPr/>
          <p:nvPr/>
        </p:nvSpPr>
        <p:spPr>
          <a:xfrm>
            <a:off x="3829628" y="4528588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2" name="Oval 1411"/>
          <p:cNvSpPr/>
          <p:nvPr/>
        </p:nvSpPr>
        <p:spPr>
          <a:xfrm>
            <a:off x="9737944" y="4529417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3" name="Oval 1412"/>
          <p:cNvSpPr/>
          <p:nvPr/>
        </p:nvSpPr>
        <p:spPr>
          <a:xfrm>
            <a:off x="5899032" y="4534304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4" name="Oval 1413"/>
          <p:cNvSpPr/>
          <p:nvPr/>
        </p:nvSpPr>
        <p:spPr>
          <a:xfrm>
            <a:off x="6436283" y="4534319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5" name="Oval 1414"/>
          <p:cNvSpPr/>
          <p:nvPr/>
        </p:nvSpPr>
        <p:spPr>
          <a:xfrm>
            <a:off x="5313211" y="4534422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6" name="Oval 1415"/>
          <p:cNvSpPr/>
          <p:nvPr/>
        </p:nvSpPr>
        <p:spPr>
          <a:xfrm>
            <a:off x="7753672" y="4534424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7" name="Oval 1416"/>
          <p:cNvSpPr/>
          <p:nvPr/>
        </p:nvSpPr>
        <p:spPr>
          <a:xfrm>
            <a:off x="8628044" y="4535414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8" name="Oval 1417"/>
          <p:cNvSpPr/>
          <p:nvPr/>
        </p:nvSpPr>
        <p:spPr>
          <a:xfrm>
            <a:off x="7101532" y="4536074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9" name="Oval 1418"/>
          <p:cNvSpPr/>
          <p:nvPr/>
        </p:nvSpPr>
        <p:spPr>
          <a:xfrm>
            <a:off x="6307223" y="4537942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0" name="Oval 1419"/>
          <p:cNvSpPr/>
          <p:nvPr/>
        </p:nvSpPr>
        <p:spPr>
          <a:xfrm>
            <a:off x="5829006" y="4538713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1" name="Oval 1420"/>
          <p:cNvSpPr/>
          <p:nvPr/>
        </p:nvSpPr>
        <p:spPr>
          <a:xfrm>
            <a:off x="4168196" y="4545478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2" name="Oval 1421"/>
          <p:cNvSpPr/>
          <p:nvPr/>
        </p:nvSpPr>
        <p:spPr>
          <a:xfrm>
            <a:off x="3731770" y="4547105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3" name="Oval 1422"/>
          <p:cNvSpPr/>
          <p:nvPr/>
        </p:nvSpPr>
        <p:spPr>
          <a:xfrm>
            <a:off x="6013874" y="4547657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4" name="Oval 1423"/>
          <p:cNvSpPr/>
          <p:nvPr/>
        </p:nvSpPr>
        <p:spPr>
          <a:xfrm>
            <a:off x="4857238" y="4553349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5" name="Oval 1424"/>
          <p:cNvSpPr/>
          <p:nvPr/>
        </p:nvSpPr>
        <p:spPr>
          <a:xfrm>
            <a:off x="4211585" y="4554578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6" name="Oval 1425"/>
          <p:cNvSpPr/>
          <p:nvPr/>
        </p:nvSpPr>
        <p:spPr>
          <a:xfrm>
            <a:off x="2253861" y="4555328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7" name="Oval 1426"/>
          <p:cNvSpPr/>
          <p:nvPr/>
        </p:nvSpPr>
        <p:spPr>
          <a:xfrm>
            <a:off x="5248486" y="4559427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8" name="Oval 1427"/>
          <p:cNvSpPr/>
          <p:nvPr/>
        </p:nvSpPr>
        <p:spPr>
          <a:xfrm>
            <a:off x="4476180" y="4559909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9" name="Oval 1428"/>
          <p:cNvSpPr/>
          <p:nvPr/>
        </p:nvSpPr>
        <p:spPr>
          <a:xfrm>
            <a:off x="3676643" y="4561834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0" name="Oval 1429"/>
          <p:cNvSpPr/>
          <p:nvPr/>
        </p:nvSpPr>
        <p:spPr>
          <a:xfrm>
            <a:off x="5198483" y="4562322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1" name="Oval 1430"/>
          <p:cNvSpPr/>
          <p:nvPr/>
        </p:nvSpPr>
        <p:spPr>
          <a:xfrm>
            <a:off x="4256097" y="4562623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2" name="Oval 1431"/>
          <p:cNvSpPr/>
          <p:nvPr/>
        </p:nvSpPr>
        <p:spPr>
          <a:xfrm>
            <a:off x="6489032" y="4566355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3" name="Oval 1432"/>
          <p:cNvSpPr/>
          <p:nvPr/>
        </p:nvSpPr>
        <p:spPr>
          <a:xfrm>
            <a:off x="2930732" y="4566824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4" name="Oval 1433"/>
          <p:cNvSpPr/>
          <p:nvPr/>
        </p:nvSpPr>
        <p:spPr>
          <a:xfrm>
            <a:off x="5977589" y="4568077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5" name="Oval 1434"/>
          <p:cNvSpPr/>
          <p:nvPr/>
        </p:nvSpPr>
        <p:spPr>
          <a:xfrm>
            <a:off x="6035866" y="4572911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6" name="Oval 1435"/>
          <p:cNvSpPr/>
          <p:nvPr/>
        </p:nvSpPr>
        <p:spPr>
          <a:xfrm>
            <a:off x="4778580" y="4573405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7" name="Oval 1436"/>
          <p:cNvSpPr/>
          <p:nvPr/>
        </p:nvSpPr>
        <p:spPr>
          <a:xfrm>
            <a:off x="5067915" y="4575059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8" name="Oval 1437"/>
          <p:cNvSpPr/>
          <p:nvPr/>
        </p:nvSpPr>
        <p:spPr>
          <a:xfrm>
            <a:off x="6543997" y="4578491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9" name="Oval 1438"/>
          <p:cNvSpPr/>
          <p:nvPr/>
        </p:nvSpPr>
        <p:spPr>
          <a:xfrm>
            <a:off x="5229066" y="4580463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0" name="Oval 1439"/>
          <p:cNvSpPr/>
          <p:nvPr/>
        </p:nvSpPr>
        <p:spPr>
          <a:xfrm>
            <a:off x="6020654" y="4582508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1" name="Oval 1440"/>
          <p:cNvSpPr/>
          <p:nvPr/>
        </p:nvSpPr>
        <p:spPr>
          <a:xfrm>
            <a:off x="5215898" y="4586200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2" name="Oval 1441"/>
          <p:cNvSpPr/>
          <p:nvPr/>
        </p:nvSpPr>
        <p:spPr>
          <a:xfrm>
            <a:off x="5176540" y="4589155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3" name="Oval 1442"/>
          <p:cNvSpPr/>
          <p:nvPr/>
        </p:nvSpPr>
        <p:spPr>
          <a:xfrm>
            <a:off x="5083762" y="4590948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4" name="Oval 1443"/>
          <p:cNvSpPr/>
          <p:nvPr/>
        </p:nvSpPr>
        <p:spPr>
          <a:xfrm>
            <a:off x="8342358" y="4592102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5" name="Oval 1444"/>
          <p:cNvSpPr/>
          <p:nvPr/>
        </p:nvSpPr>
        <p:spPr>
          <a:xfrm>
            <a:off x="7010563" y="4593720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6" name="Oval 1445"/>
          <p:cNvSpPr/>
          <p:nvPr/>
        </p:nvSpPr>
        <p:spPr>
          <a:xfrm>
            <a:off x="4605061" y="4596835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7" name="Oval 1446"/>
          <p:cNvSpPr/>
          <p:nvPr/>
        </p:nvSpPr>
        <p:spPr>
          <a:xfrm>
            <a:off x="6651405" y="4596909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8" name="Oval 1447"/>
          <p:cNvSpPr/>
          <p:nvPr/>
        </p:nvSpPr>
        <p:spPr>
          <a:xfrm>
            <a:off x="9737944" y="4598501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9" name="Oval 1448"/>
          <p:cNvSpPr/>
          <p:nvPr/>
        </p:nvSpPr>
        <p:spPr>
          <a:xfrm>
            <a:off x="6131357" y="4600045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0" name="Oval 1449"/>
          <p:cNvSpPr/>
          <p:nvPr/>
        </p:nvSpPr>
        <p:spPr>
          <a:xfrm>
            <a:off x="4431503" y="4601862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1" name="Oval 1450"/>
          <p:cNvSpPr/>
          <p:nvPr/>
        </p:nvSpPr>
        <p:spPr>
          <a:xfrm>
            <a:off x="6505707" y="4603736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2" name="Oval 1451"/>
          <p:cNvSpPr/>
          <p:nvPr/>
        </p:nvSpPr>
        <p:spPr>
          <a:xfrm>
            <a:off x="4803120" y="4604017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3" name="Oval 1452"/>
          <p:cNvSpPr/>
          <p:nvPr/>
        </p:nvSpPr>
        <p:spPr>
          <a:xfrm>
            <a:off x="7318978" y="4606494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4" name="Oval 1453"/>
          <p:cNvSpPr/>
          <p:nvPr/>
        </p:nvSpPr>
        <p:spPr>
          <a:xfrm>
            <a:off x="4992791" y="4609550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5" name="Oval 1454"/>
          <p:cNvSpPr/>
          <p:nvPr/>
        </p:nvSpPr>
        <p:spPr>
          <a:xfrm>
            <a:off x="4337822" y="3730793"/>
            <a:ext cx="52000" cy="52000"/>
          </a:xfrm>
          <a:prstGeom prst="ellipse">
            <a:avLst/>
          </a:prstGeom>
          <a:solidFill>
            <a:srgbClr val="00567D"/>
          </a:solidFill>
          <a:ln w="635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6" name="Oval 1455"/>
          <p:cNvSpPr/>
          <p:nvPr/>
        </p:nvSpPr>
        <p:spPr>
          <a:xfrm>
            <a:off x="3165277" y="4117317"/>
            <a:ext cx="52000" cy="52000"/>
          </a:xfrm>
          <a:prstGeom prst="ellipse">
            <a:avLst/>
          </a:prstGeom>
          <a:solidFill>
            <a:srgbClr val="C11456"/>
          </a:solidFill>
          <a:ln w="635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7" name="Oval 1456"/>
          <p:cNvSpPr/>
          <p:nvPr/>
        </p:nvSpPr>
        <p:spPr>
          <a:xfrm>
            <a:off x="5176171" y="4124184"/>
            <a:ext cx="52000" cy="52000"/>
          </a:xfrm>
          <a:prstGeom prst="ellipse">
            <a:avLst/>
          </a:prstGeom>
          <a:solidFill>
            <a:srgbClr val="00567D"/>
          </a:solidFill>
          <a:ln w="635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8" name="Oval 1457"/>
          <p:cNvSpPr/>
          <p:nvPr/>
        </p:nvSpPr>
        <p:spPr>
          <a:xfrm>
            <a:off x="3331532" y="4176696"/>
            <a:ext cx="52000" cy="52000"/>
          </a:xfrm>
          <a:prstGeom prst="ellipse">
            <a:avLst/>
          </a:prstGeom>
          <a:solidFill>
            <a:srgbClr val="B03219"/>
          </a:solidFill>
          <a:ln w="635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9" name="Oval 1458"/>
          <p:cNvSpPr/>
          <p:nvPr/>
        </p:nvSpPr>
        <p:spPr>
          <a:xfrm>
            <a:off x="4053749" y="4210411"/>
            <a:ext cx="52000" cy="52000"/>
          </a:xfrm>
          <a:prstGeom prst="ellipse">
            <a:avLst/>
          </a:prstGeom>
          <a:solidFill>
            <a:srgbClr val="C11456"/>
          </a:solidFill>
          <a:ln w="635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0" name="Oval 1459"/>
          <p:cNvSpPr/>
          <p:nvPr/>
        </p:nvSpPr>
        <p:spPr>
          <a:xfrm>
            <a:off x="7396628" y="4239926"/>
            <a:ext cx="52000" cy="52000"/>
          </a:xfrm>
          <a:prstGeom prst="ellipse">
            <a:avLst/>
          </a:prstGeom>
          <a:solidFill>
            <a:srgbClr val="B03219"/>
          </a:solidFill>
          <a:ln w="635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1" name="Oval 1460"/>
          <p:cNvSpPr/>
          <p:nvPr/>
        </p:nvSpPr>
        <p:spPr>
          <a:xfrm>
            <a:off x="4185682" y="4253764"/>
            <a:ext cx="52000" cy="52000"/>
          </a:xfrm>
          <a:prstGeom prst="ellipse">
            <a:avLst/>
          </a:prstGeom>
          <a:solidFill>
            <a:srgbClr val="B03219"/>
          </a:solidFill>
          <a:ln w="635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2" name="Oval 1461"/>
          <p:cNvSpPr/>
          <p:nvPr/>
        </p:nvSpPr>
        <p:spPr>
          <a:xfrm>
            <a:off x="4244132" y="4284976"/>
            <a:ext cx="52000" cy="52000"/>
          </a:xfrm>
          <a:prstGeom prst="ellipse">
            <a:avLst/>
          </a:prstGeom>
          <a:solidFill>
            <a:srgbClr val="B03219"/>
          </a:solidFill>
          <a:ln w="635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3" name="Oval 1462"/>
          <p:cNvSpPr/>
          <p:nvPr/>
        </p:nvSpPr>
        <p:spPr>
          <a:xfrm>
            <a:off x="4817955" y="4367538"/>
            <a:ext cx="52000" cy="52000"/>
          </a:xfrm>
          <a:prstGeom prst="ellipse">
            <a:avLst/>
          </a:prstGeom>
          <a:solidFill>
            <a:srgbClr val="C11456"/>
          </a:solidFill>
          <a:ln w="635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4" name="Oval 1463"/>
          <p:cNvSpPr/>
          <p:nvPr/>
        </p:nvSpPr>
        <p:spPr>
          <a:xfrm>
            <a:off x="4971153" y="4369238"/>
            <a:ext cx="52000" cy="52000"/>
          </a:xfrm>
          <a:prstGeom prst="ellipse">
            <a:avLst/>
          </a:prstGeom>
          <a:solidFill>
            <a:srgbClr val="00567D"/>
          </a:solidFill>
          <a:ln w="635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5" name="Oval 1464"/>
          <p:cNvSpPr/>
          <p:nvPr/>
        </p:nvSpPr>
        <p:spPr>
          <a:xfrm>
            <a:off x="4390218" y="4425048"/>
            <a:ext cx="52000" cy="52000"/>
          </a:xfrm>
          <a:prstGeom prst="ellipse">
            <a:avLst/>
          </a:prstGeom>
          <a:solidFill>
            <a:srgbClr val="C11456"/>
          </a:solidFill>
          <a:ln w="635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6" name="Oval 1465"/>
          <p:cNvSpPr/>
          <p:nvPr/>
        </p:nvSpPr>
        <p:spPr>
          <a:xfrm>
            <a:off x="4024433" y="4476801"/>
            <a:ext cx="52000" cy="52000"/>
          </a:xfrm>
          <a:prstGeom prst="ellipse">
            <a:avLst/>
          </a:prstGeom>
          <a:solidFill>
            <a:srgbClr val="B03219"/>
          </a:solidFill>
          <a:ln w="635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7" name="Oval 1466"/>
          <p:cNvSpPr/>
          <p:nvPr/>
        </p:nvSpPr>
        <p:spPr>
          <a:xfrm>
            <a:off x="4580049" y="4497925"/>
            <a:ext cx="52000" cy="52000"/>
          </a:xfrm>
          <a:prstGeom prst="ellipse">
            <a:avLst/>
          </a:prstGeom>
          <a:solidFill>
            <a:srgbClr val="C11456"/>
          </a:solidFill>
          <a:ln w="635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8" name="Oval 1467"/>
          <p:cNvSpPr/>
          <p:nvPr/>
        </p:nvSpPr>
        <p:spPr>
          <a:xfrm>
            <a:off x="6213264" y="4507833"/>
            <a:ext cx="52000" cy="52000"/>
          </a:xfrm>
          <a:prstGeom prst="ellipse">
            <a:avLst/>
          </a:prstGeom>
          <a:solidFill>
            <a:srgbClr val="057A64"/>
          </a:solidFill>
          <a:ln w="635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9" name="Oval 1468"/>
          <p:cNvSpPr/>
          <p:nvPr/>
        </p:nvSpPr>
        <p:spPr>
          <a:xfrm>
            <a:off x="5854898" y="4508533"/>
            <a:ext cx="52000" cy="52000"/>
          </a:xfrm>
          <a:prstGeom prst="ellipse">
            <a:avLst/>
          </a:prstGeom>
          <a:solidFill>
            <a:srgbClr val="00567D"/>
          </a:solidFill>
          <a:ln w="635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0" name="Oval 1469"/>
          <p:cNvSpPr/>
          <p:nvPr/>
        </p:nvSpPr>
        <p:spPr>
          <a:xfrm>
            <a:off x="4592070" y="4518042"/>
            <a:ext cx="52000" cy="52000"/>
          </a:xfrm>
          <a:prstGeom prst="ellipse">
            <a:avLst/>
          </a:prstGeom>
          <a:solidFill>
            <a:srgbClr val="C11456"/>
          </a:solidFill>
          <a:ln w="635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1" name="Oval 1470"/>
          <p:cNvSpPr/>
          <p:nvPr/>
        </p:nvSpPr>
        <p:spPr>
          <a:xfrm>
            <a:off x="3089432" y="4534711"/>
            <a:ext cx="52000" cy="52000"/>
          </a:xfrm>
          <a:prstGeom prst="ellipse">
            <a:avLst/>
          </a:prstGeom>
          <a:solidFill>
            <a:srgbClr val="00567D"/>
          </a:solidFill>
          <a:ln w="635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2" name="Oval 1471"/>
          <p:cNvSpPr/>
          <p:nvPr/>
        </p:nvSpPr>
        <p:spPr>
          <a:xfrm>
            <a:off x="6082650" y="4560746"/>
            <a:ext cx="52000" cy="52000"/>
          </a:xfrm>
          <a:prstGeom prst="ellipse">
            <a:avLst/>
          </a:prstGeom>
          <a:solidFill>
            <a:srgbClr val="C11456"/>
          </a:solidFill>
          <a:ln w="635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3" name="Oval 1472"/>
          <p:cNvSpPr/>
          <p:nvPr/>
        </p:nvSpPr>
        <p:spPr>
          <a:xfrm>
            <a:off x="4762033" y="4570000"/>
            <a:ext cx="52000" cy="52000"/>
          </a:xfrm>
          <a:prstGeom prst="ellipse">
            <a:avLst/>
          </a:prstGeom>
          <a:solidFill>
            <a:srgbClr val="C11456"/>
          </a:solidFill>
          <a:ln w="635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4" name="Oval 1473"/>
          <p:cNvSpPr/>
          <p:nvPr/>
        </p:nvSpPr>
        <p:spPr>
          <a:xfrm>
            <a:off x="5909547" y="4582025"/>
            <a:ext cx="52000" cy="52000"/>
          </a:xfrm>
          <a:prstGeom prst="ellipse">
            <a:avLst/>
          </a:prstGeom>
          <a:solidFill>
            <a:srgbClr val="B03219"/>
          </a:solidFill>
          <a:ln w="635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5" name="Oval 1474"/>
          <p:cNvSpPr/>
          <p:nvPr/>
        </p:nvSpPr>
        <p:spPr>
          <a:xfrm>
            <a:off x="5962237" y="4584054"/>
            <a:ext cx="52000" cy="52000"/>
          </a:xfrm>
          <a:prstGeom prst="ellipse">
            <a:avLst/>
          </a:prstGeom>
          <a:solidFill>
            <a:srgbClr val="00567D"/>
          </a:solidFill>
          <a:ln w="635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6" name="Oval 1475"/>
          <p:cNvSpPr/>
          <p:nvPr/>
        </p:nvSpPr>
        <p:spPr>
          <a:xfrm>
            <a:off x="5208490" y="4593024"/>
            <a:ext cx="52000" cy="52000"/>
          </a:xfrm>
          <a:prstGeom prst="ellipse">
            <a:avLst/>
          </a:prstGeom>
          <a:solidFill>
            <a:srgbClr val="00567D"/>
          </a:solidFill>
          <a:ln w="635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7" name="Oval 1476"/>
          <p:cNvSpPr/>
          <p:nvPr/>
        </p:nvSpPr>
        <p:spPr>
          <a:xfrm>
            <a:off x="2911404" y="2984654"/>
            <a:ext cx="76000" cy="76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8" name="Oval 1477"/>
          <p:cNvSpPr/>
          <p:nvPr/>
        </p:nvSpPr>
        <p:spPr>
          <a:xfrm>
            <a:off x="2516455" y="3393650"/>
            <a:ext cx="76000" cy="76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9" name="Oval 1478"/>
          <p:cNvSpPr/>
          <p:nvPr/>
        </p:nvSpPr>
        <p:spPr>
          <a:xfrm>
            <a:off x="6779154" y="3433717"/>
            <a:ext cx="76000" cy="76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0" name="Oval 1479"/>
          <p:cNvSpPr/>
          <p:nvPr/>
        </p:nvSpPr>
        <p:spPr>
          <a:xfrm>
            <a:off x="4171283" y="3471824"/>
            <a:ext cx="76000" cy="76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1" name="Oval 1480"/>
          <p:cNvSpPr/>
          <p:nvPr/>
        </p:nvSpPr>
        <p:spPr>
          <a:xfrm>
            <a:off x="3979783" y="3671067"/>
            <a:ext cx="76000" cy="76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2" name="Oval 1481"/>
          <p:cNvSpPr/>
          <p:nvPr/>
        </p:nvSpPr>
        <p:spPr>
          <a:xfrm>
            <a:off x="9414190" y="3713886"/>
            <a:ext cx="76000" cy="76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3" name="Oval 1482"/>
          <p:cNvSpPr/>
          <p:nvPr/>
        </p:nvSpPr>
        <p:spPr>
          <a:xfrm>
            <a:off x="1453175" y="3717586"/>
            <a:ext cx="76000" cy="76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4" name="Oval 1483"/>
          <p:cNvSpPr/>
          <p:nvPr/>
        </p:nvSpPr>
        <p:spPr>
          <a:xfrm>
            <a:off x="4325822" y="3718793"/>
            <a:ext cx="76000" cy="76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5" name="Oval 1484"/>
          <p:cNvSpPr/>
          <p:nvPr/>
        </p:nvSpPr>
        <p:spPr>
          <a:xfrm>
            <a:off x="7246610" y="3726291"/>
            <a:ext cx="76000" cy="76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6" name="Oval 1485"/>
          <p:cNvSpPr/>
          <p:nvPr/>
        </p:nvSpPr>
        <p:spPr>
          <a:xfrm>
            <a:off x="7732266" y="3728061"/>
            <a:ext cx="76000" cy="76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7" name="Oval 1486"/>
          <p:cNvSpPr/>
          <p:nvPr/>
        </p:nvSpPr>
        <p:spPr>
          <a:xfrm>
            <a:off x="3957945" y="3728482"/>
            <a:ext cx="76000" cy="76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8" name="Oval 1487"/>
          <p:cNvSpPr/>
          <p:nvPr/>
        </p:nvSpPr>
        <p:spPr>
          <a:xfrm>
            <a:off x="6613764" y="3749007"/>
            <a:ext cx="76000" cy="76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9" name="Oval 1488"/>
          <p:cNvSpPr/>
          <p:nvPr/>
        </p:nvSpPr>
        <p:spPr>
          <a:xfrm>
            <a:off x="6481030" y="3755751"/>
            <a:ext cx="76000" cy="76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0" name="Oval 1489"/>
          <p:cNvSpPr/>
          <p:nvPr/>
        </p:nvSpPr>
        <p:spPr>
          <a:xfrm>
            <a:off x="6421088" y="3817906"/>
            <a:ext cx="76000" cy="76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1" name="Oval 1490"/>
          <p:cNvSpPr/>
          <p:nvPr/>
        </p:nvSpPr>
        <p:spPr>
          <a:xfrm>
            <a:off x="6818005" y="3825618"/>
            <a:ext cx="76000" cy="76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2" name="Oval 1491"/>
          <p:cNvSpPr/>
          <p:nvPr/>
        </p:nvSpPr>
        <p:spPr>
          <a:xfrm>
            <a:off x="8013665" y="3877376"/>
            <a:ext cx="76000" cy="76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3" name="Oval 1492"/>
          <p:cNvSpPr/>
          <p:nvPr/>
        </p:nvSpPr>
        <p:spPr>
          <a:xfrm>
            <a:off x="7592117" y="3904090"/>
            <a:ext cx="76000" cy="76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4" name="Oval 1493"/>
          <p:cNvSpPr/>
          <p:nvPr/>
        </p:nvSpPr>
        <p:spPr>
          <a:xfrm>
            <a:off x="4407600" y="3904258"/>
            <a:ext cx="76000" cy="76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5" name="Oval 1494"/>
          <p:cNvSpPr/>
          <p:nvPr/>
        </p:nvSpPr>
        <p:spPr>
          <a:xfrm>
            <a:off x="4708367" y="3911696"/>
            <a:ext cx="76000" cy="76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6" name="Oval 1495"/>
          <p:cNvSpPr/>
          <p:nvPr/>
        </p:nvSpPr>
        <p:spPr>
          <a:xfrm>
            <a:off x="6756607" y="3932739"/>
            <a:ext cx="76000" cy="76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7" name="Oval 1496"/>
          <p:cNvSpPr/>
          <p:nvPr/>
        </p:nvSpPr>
        <p:spPr>
          <a:xfrm>
            <a:off x="4659483" y="3942102"/>
            <a:ext cx="76000" cy="76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8" name="Oval 1497"/>
          <p:cNvSpPr/>
          <p:nvPr/>
        </p:nvSpPr>
        <p:spPr>
          <a:xfrm>
            <a:off x="4068629" y="3949214"/>
            <a:ext cx="76000" cy="76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9" name="Oval 1498"/>
          <p:cNvSpPr/>
          <p:nvPr/>
        </p:nvSpPr>
        <p:spPr>
          <a:xfrm>
            <a:off x="3516087" y="3983331"/>
            <a:ext cx="76000" cy="76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0" name="Oval 1499"/>
          <p:cNvSpPr/>
          <p:nvPr/>
        </p:nvSpPr>
        <p:spPr>
          <a:xfrm>
            <a:off x="3820301" y="3995729"/>
            <a:ext cx="76000" cy="76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1" name="Oval 1500"/>
          <p:cNvSpPr/>
          <p:nvPr/>
        </p:nvSpPr>
        <p:spPr>
          <a:xfrm>
            <a:off x="8117451" y="4005391"/>
            <a:ext cx="76000" cy="76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2" name="Oval 1501"/>
          <p:cNvSpPr/>
          <p:nvPr/>
        </p:nvSpPr>
        <p:spPr>
          <a:xfrm>
            <a:off x="2855236" y="4013262"/>
            <a:ext cx="76000" cy="76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3" name="Oval 1502"/>
          <p:cNvSpPr/>
          <p:nvPr/>
        </p:nvSpPr>
        <p:spPr>
          <a:xfrm>
            <a:off x="7592584" y="4024305"/>
            <a:ext cx="76000" cy="76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4" name="Oval 1503"/>
          <p:cNvSpPr/>
          <p:nvPr/>
        </p:nvSpPr>
        <p:spPr>
          <a:xfrm>
            <a:off x="4718688" y="4030862"/>
            <a:ext cx="76000" cy="76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5" name="Oval 1504"/>
          <p:cNvSpPr/>
          <p:nvPr/>
        </p:nvSpPr>
        <p:spPr>
          <a:xfrm>
            <a:off x="4214017" y="4036590"/>
            <a:ext cx="76000" cy="76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6" name="Oval 1505"/>
          <p:cNvSpPr/>
          <p:nvPr/>
        </p:nvSpPr>
        <p:spPr>
          <a:xfrm>
            <a:off x="3587466" y="4039926"/>
            <a:ext cx="76000" cy="76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7" name="Oval 1506"/>
          <p:cNvSpPr/>
          <p:nvPr/>
        </p:nvSpPr>
        <p:spPr>
          <a:xfrm>
            <a:off x="6475254" y="4050621"/>
            <a:ext cx="76000" cy="76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8" name="Oval 1507"/>
          <p:cNvSpPr/>
          <p:nvPr/>
        </p:nvSpPr>
        <p:spPr>
          <a:xfrm>
            <a:off x="4557511" y="4055421"/>
            <a:ext cx="76000" cy="76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9" name="Oval 1508"/>
          <p:cNvSpPr/>
          <p:nvPr/>
        </p:nvSpPr>
        <p:spPr>
          <a:xfrm>
            <a:off x="4051146" y="4071552"/>
            <a:ext cx="76000" cy="76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0" name="Oval 1509"/>
          <p:cNvSpPr/>
          <p:nvPr/>
        </p:nvSpPr>
        <p:spPr>
          <a:xfrm>
            <a:off x="3654275" y="4078128"/>
            <a:ext cx="76000" cy="76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1" name="Oval 1510"/>
          <p:cNvSpPr/>
          <p:nvPr/>
        </p:nvSpPr>
        <p:spPr>
          <a:xfrm>
            <a:off x="4007383" y="4087890"/>
            <a:ext cx="76000" cy="76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2" name="Oval 1511"/>
          <p:cNvSpPr/>
          <p:nvPr/>
        </p:nvSpPr>
        <p:spPr>
          <a:xfrm>
            <a:off x="4261596" y="4098861"/>
            <a:ext cx="76000" cy="76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3" name="Oval 1512"/>
          <p:cNvSpPr/>
          <p:nvPr/>
        </p:nvSpPr>
        <p:spPr>
          <a:xfrm>
            <a:off x="4102234" y="4101849"/>
            <a:ext cx="76000" cy="76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4" name="Oval 1513"/>
          <p:cNvSpPr/>
          <p:nvPr/>
        </p:nvSpPr>
        <p:spPr>
          <a:xfrm>
            <a:off x="3153277" y="4105317"/>
            <a:ext cx="76000" cy="76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5" name="Oval 1514"/>
          <p:cNvSpPr/>
          <p:nvPr/>
        </p:nvSpPr>
        <p:spPr>
          <a:xfrm>
            <a:off x="9717944" y="4110661"/>
            <a:ext cx="76000" cy="76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6" name="Oval 1515"/>
          <p:cNvSpPr/>
          <p:nvPr/>
        </p:nvSpPr>
        <p:spPr>
          <a:xfrm>
            <a:off x="3319532" y="4164696"/>
            <a:ext cx="76000" cy="76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7" name="Oval 1516"/>
          <p:cNvSpPr/>
          <p:nvPr/>
        </p:nvSpPr>
        <p:spPr>
          <a:xfrm>
            <a:off x="6550887" y="4167826"/>
            <a:ext cx="76000" cy="76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8" name="Oval 1517"/>
          <p:cNvSpPr/>
          <p:nvPr/>
        </p:nvSpPr>
        <p:spPr>
          <a:xfrm>
            <a:off x="9622227" y="4169199"/>
            <a:ext cx="76000" cy="76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9" name="Oval 1518"/>
          <p:cNvSpPr/>
          <p:nvPr/>
        </p:nvSpPr>
        <p:spPr>
          <a:xfrm>
            <a:off x="4273564" y="4170593"/>
            <a:ext cx="76000" cy="76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0" name="Oval 1519"/>
          <p:cNvSpPr/>
          <p:nvPr/>
        </p:nvSpPr>
        <p:spPr>
          <a:xfrm>
            <a:off x="3136147" y="4172417"/>
            <a:ext cx="76000" cy="76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1" name="Oval 1520"/>
          <p:cNvSpPr/>
          <p:nvPr/>
        </p:nvSpPr>
        <p:spPr>
          <a:xfrm>
            <a:off x="6843369" y="4185963"/>
            <a:ext cx="76000" cy="76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2" name="Oval 1521"/>
          <p:cNvSpPr/>
          <p:nvPr/>
        </p:nvSpPr>
        <p:spPr>
          <a:xfrm>
            <a:off x="4267311" y="4186092"/>
            <a:ext cx="76000" cy="76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3" name="Oval 1522"/>
          <p:cNvSpPr/>
          <p:nvPr/>
        </p:nvSpPr>
        <p:spPr>
          <a:xfrm>
            <a:off x="4041749" y="4198411"/>
            <a:ext cx="76000" cy="76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4" name="Oval 1523"/>
          <p:cNvSpPr/>
          <p:nvPr/>
        </p:nvSpPr>
        <p:spPr>
          <a:xfrm>
            <a:off x="7384628" y="4227926"/>
            <a:ext cx="76000" cy="76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5" name="Oval 1524"/>
          <p:cNvSpPr/>
          <p:nvPr/>
        </p:nvSpPr>
        <p:spPr>
          <a:xfrm>
            <a:off x="7483213" y="4232987"/>
            <a:ext cx="76000" cy="76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6" name="Oval 1525"/>
          <p:cNvSpPr/>
          <p:nvPr/>
        </p:nvSpPr>
        <p:spPr>
          <a:xfrm>
            <a:off x="7298634" y="4235714"/>
            <a:ext cx="76000" cy="76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7" name="Oval 1526"/>
          <p:cNvSpPr/>
          <p:nvPr/>
        </p:nvSpPr>
        <p:spPr>
          <a:xfrm>
            <a:off x="7461478" y="4237834"/>
            <a:ext cx="76000" cy="76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8" name="Oval 1527"/>
          <p:cNvSpPr/>
          <p:nvPr/>
        </p:nvSpPr>
        <p:spPr>
          <a:xfrm>
            <a:off x="4173682" y="4241764"/>
            <a:ext cx="76000" cy="76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9" name="Oval 1528"/>
          <p:cNvSpPr/>
          <p:nvPr/>
        </p:nvSpPr>
        <p:spPr>
          <a:xfrm>
            <a:off x="8179355" y="4254242"/>
            <a:ext cx="76000" cy="76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0" name="Oval 1529"/>
          <p:cNvSpPr/>
          <p:nvPr/>
        </p:nvSpPr>
        <p:spPr>
          <a:xfrm>
            <a:off x="1485507" y="4264225"/>
            <a:ext cx="76000" cy="76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1" name="Oval 1530"/>
          <p:cNvSpPr/>
          <p:nvPr/>
        </p:nvSpPr>
        <p:spPr>
          <a:xfrm>
            <a:off x="3886691" y="4271082"/>
            <a:ext cx="76000" cy="76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2" name="Oval 1531"/>
          <p:cNvSpPr/>
          <p:nvPr/>
        </p:nvSpPr>
        <p:spPr>
          <a:xfrm>
            <a:off x="4232132" y="4272976"/>
            <a:ext cx="76000" cy="76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3" name="Oval 1532"/>
          <p:cNvSpPr/>
          <p:nvPr/>
        </p:nvSpPr>
        <p:spPr>
          <a:xfrm>
            <a:off x="4043434" y="4297585"/>
            <a:ext cx="76000" cy="76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4" name="Oval 1533"/>
          <p:cNvSpPr/>
          <p:nvPr/>
        </p:nvSpPr>
        <p:spPr>
          <a:xfrm>
            <a:off x="1671123" y="4300286"/>
            <a:ext cx="76000" cy="76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5" name="Oval 1534"/>
          <p:cNvSpPr/>
          <p:nvPr/>
        </p:nvSpPr>
        <p:spPr>
          <a:xfrm>
            <a:off x="4300270" y="4317819"/>
            <a:ext cx="76000" cy="76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" name="Oval 1535"/>
          <p:cNvSpPr/>
          <p:nvPr/>
        </p:nvSpPr>
        <p:spPr>
          <a:xfrm>
            <a:off x="6845156" y="4332124"/>
            <a:ext cx="76000" cy="76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" name="Oval 1536"/>
          <p:cNvSpPr/>
          <p:nvPr/>
        </p:nvSpPr>
        <p:spPr>
          <a:xfrm>
            <a:off x="4057402" y="4353167"/>
            <a:ext cx="76000" cy="76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8" name="Oval 1537"/>
          <p:cNvSpPr/>
          <p:nvPr/>
        </p:nvSpPr>
        <p:spPr>
          <a:xfrm>
            <a:off x="3404313" y="4354132"/>
            <a:ext cx="76000" cy="76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9" name="Oval 1538"/>
          <p:cNvSpPr/>
          <p:nvPr/>
        </p:nvSpPr>
        <p:spPr>
          <a:xfrm>
            <a:off x="4289991" y="4362121"/>
            <a:ext cx="76000" cy="76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0" name="Oval 1539"/>
          <p:cNvSpPr/>
          <p:nvPr/>
        </p:nvSpPr>
        <p:spPr>
          <a:xfrm>
            <a:off x="3897320" y="4371966"/>
            <a:ext cx="76000" cy="76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1" name="Oval 1540"/>
          <p:cNvSpPr/>
          <p:nvPr/>
        </p:nvSpPr>
        <p:spPr>
          <a:xfrm>
            <a:off x="7127480" y="4372403"/>
            <a:ext cx="76000" cy="76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2" name="Oval 1541"/>
          <p:cNvSpPr/>
          <p:nvPr/>
        </p:nvSpPr>
        <p:spPr>
          <a:xfrm>
            <a:off x="4565707" y="4380993"/>
            <a:ext cx="76000" cy="76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3" name="Oval 1542"/>
          <p:cNvSpPr/>
          <p:nvPr/>
        </p:nvSpPr>
        <p:spPr>
          <a:xfrm>
            <a:off x="7928976" y="4389306"/>
            <a:ext cx="76000" cy="76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4" name="Oval 1543"/>
          <p:cNvSpPr/>
          <p:nvPr/>
        </p:nvSpPr>
        <p:spPr>
          <a:xfrm>
            <a:off x="8535798" y="4391334"/>
            <a:ext cx="76000" cy="76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5" name="Oval 1544"/>
          <p:cNvSpPr/>
          <p:nvPr/>
        </p:nvSpPr>
        <p:spPr>
          <a:xfrm>
            <a:off x="4177499" y="4408136"/>
            <a:ext cx="76000" cy="76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6" name="Oval 1545"/>
          <p:cNvSpPr/>
          <p:nvPr/>
        </p:nvSpPr>
        <p:spPr>
          <a:xfrm>
            <a:off x="2653866" y="4408140"/>
            <a:ext cx="76000" cy="76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7" name="Oval 1546"/>
          <p:cNvSpPr/>
          <p:nvPr/>
        </p:nvSpPr>
        <p:spPr>
          <a:xfrm>
            <a:off x="4378218" y="4413048"/>
            <a:ext cx="76000" cy="76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8" name="Oval 1547"/>
          <p:cNvSpPr/>
          <p:nvPr/>
        </p:nvSpPr>
        <p:spPr>
          <a:xfrm>
            <a:off x="4051342" y="4418131"/>
            <a:ext cx="76000" cy="76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9" name="Oval 1548"/>
          <p:cNvSpPr/>
          <p:nvPr/>
        </p:nvSpPr>
        <p:spPr>
          <a:xfrm>
            <a:off x="4283688" y="4422585"/>
            <a:ext cx="76000" cy="76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0" name="Oval 1549"/>
          <p:cNvSpPr/>
          <p:nvPr/>
        </p:nvSpPr>
        <p:spPr>
          <a:xfrm>
            <a:off x="7370424" y="4429479"/>
            <a:ext cx="76000" cy="76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1" name="Oval 1550"/>
          <p:cNvSpPr/>
          <p:nvPr/>
        </p:nvSpPr>
        <p:spPr>
          <a:xfrm>
            <a:off x="1983113" y="4432889"/>
            <a:ext cx="76000" cy="76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2" name="Oval 1551"/>
          <p:cNvSpPr/>
          <p:nvPr/>
        </p:nvSpPr>
        <p:spPr>
          <a:xfrm>
            <a:off x="4712228" y="4434305"/>
            <a:ext cx="76000" cy="76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3" name="Oval 1552"/>
          <p:cNvSpPr/>
          <p:nvPr/>
        </p:nvSpPr>
        <p:spPr>
          <a:xfrm>
            <a:off x="2929008" y="4441437"/>
            <a:ext cx="76000" cy="76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4" name="Oval 1553"/>
          <p:cNvSpPr/>
          <p:nvPr/>
        </p:nvSpPr>
        <p:spPr>
          <a:xfrm>
            <a:off x="8383672" y="4442163"/>
            <a:ext cx="76000" cy="76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5" name="Oval 1554"/>
          <p:cNvSpPr/>
          <p:nvPr/>
        </p:nvSpPr>
        <p:spPr>
          <a:xfrm>
            <a:off x="4647226" y="4448116"/>
            <a:ext cx="76000" cy="76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6" name="Oval 1555"/>
          <p:cNvSpPr/>
          <p:nvPr/>
        </p:nvSpPr>
        <p:spPr>
          <a:xfrm>
            <a:off x="8305959" y="4453461"/>
            <a:ext cx="76000" cy="76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7" name="Oval 1556"/>
          <p:cNvSpPr/>
          <p:nvPr/>
        </p:nvSpPr>
        <p:spPr>
          <a:xfrm>
            <a:off x="8972425" y="4456935"/>
            <a:ext cx="76000" cy="76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8" name="Oval 1557"/>
          <p:cNvSpPr/>
          <p:nvPr/>
        </p:nvSpPr>
        <p:spPr>
          <a:xfrm>
            <a:off x="2286617" y="4459791"/>
            <a:ext cx="76000" cy="76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9" name="Oval 1558"/>
          <p:cNvSpPr/>
          <p:nvPr/>
        </p:nvSpPr>
        <p:spPr>
          <a:xfrm>
            <a:off x="7080343" y="4463735"/>
            <a:ext cx="76000" cy="76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0" name="Oval 1559"/>
          <p:cNvSpPr/>
          <p:nvPr/>
        </p:nvSpPr>
        <p:spPr>
          <a:xfrm>
            <a:off x="4012433" y="4464801"/>
            <a:ext cx="76000" cy="76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1" name="Oval 1560"/>
          <p:cNvSpPr/>
          <p:nvPr/>
        </p:nvSpPr>
        <p:spPr>
          <a:xfrm>
            <a:off x="4360951" y="4466463"/>
            <a:ext cx="76000" cy="76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2" name="Oval 1561"/>
          <p:cNvSpPr/>
          <p:nvPr/>
        </p:nvSpPr>
        <p:spPr>
          <a:xfrm>
            <a:off x="7865627" y="4468274"/>
            <a:ext cx="76000" cy="76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3" name="Oval 1562"/>
          <p:cNvSpPr/>
          <p:nvPr/>
        </p:nvSpPr>
        <p:spPr>
          <a:xfrm>
            <a:off x="7099100" y="4469308"/>
            <a:ext cx="76000" cy="76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4" name="Oval 1563"/>
          <p:cNvSpPr/>
          <p:nvPr/>
        </p:nvSpPr>
        <p:spPr>
          <a:xfrm>
            <a:off x="7350706" y="4473593"/>
            <a:ext cx="76000" cy="76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5" name="Oval 1564"/>
          <p:cNvSpPr/>
          <p:nvPr/>
        </p:nvSpPr>
        <p:spPr>
          <a:xfrm>
            <a:off x="9717944" y="4477308"/>
            <a:ext cx="76000" cy="76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6" name="Oval 1565"/>
          <p:cNvSpPr/>
          <p:nvPr/>
        </p:nvSpPr>
        <p:spPr>
          <a:xfrm>
            <a:off x="3664074" y="4477368"/>
            <a:ext cx="76000" cy="76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7" name="Oval 1566"/>
          <p:cNvSpPr/>
          <p:nvPr/>
        </p:nvSpPr>
        <p:spPr>
          <a:xfrm>
            <a:off x="9717944" y="4480122"/>
            <a:ext cx="76000" cy="76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8" name="Oval 1567"/>
          <p:cNvSpPr/>
          <p:nvPr/>
        </p:nvSpPr>
        <p:spPr>
          <a:xfrm>
            <a:off x="4510490" y="4480256"/>
            <a:ext cx="76000" cy="76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9" name="Oval 1568"/>
          <p:cNvSpPr/>
          <p:nvPr/>
        </p:nvSpPr>
        <p:spPr>
          <a:xfrm>
            <a:off x="4568049" y="4485925"/>
            <a:ext cx="76000" cy="76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0" name="Oval 1569"/>
          <p:cNvSpPr/>
          <p:nvPr/>
        </p:nvSpPr>
        <p:spPr>
          <a:xfrm>
            <a:off x="8007452" y="4489540"/>
            <a:ext cx="76000" cy="76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1" name="Oval 1570"/>
          <p:cNvSpPr/>
          <p:nvPr/>
        </p:nvSpPr>
        <p:spPr>
          <a:xfrm>
            <a:off x="3901379" y="4491658"/>
            <a:ext cx="76000" cy="76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2" name="Oval 1571"/>
          <p:cNvSpPr/>
          <p:nvPr/>
        </p:nvSpPr>
        <p:spPr>
          <a:xfrm>
            <a:off x="4601199" y="4491771"/>
            <a:ext cx="76000" cy="76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3" name="Oval 1572"/>
          <p:cNvSpPr/>
          <p:nvPr/>
        </p:nvSpPr>
        <p:spPr>
          <a:xfrm>
            <a:off x="4600650" y="4493322"/>
            <a:ext cx="76000" cy="76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4" name="Oval 1573"/>
          <p:cNvSpPr/>
          <p:nvPr/>
        </p:nvSpPr>
        <p:spPr>
          <a:xfrm>
            <a:off x="6782072" y="4495051"/>
            <a:ext cx="76000" cy="76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5" name="Oval 1574"/>
          <p:cNvSpPr/>
          <p:nvPr/>
        </p:nvSpPr>
        <p:spPr>
          <a:xfrm>
            <a:off x="2766554" y="4498890"/>
            <a:ext cx="76000" cy="76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6" name="Oval 1575"/>
          <p:cNvSpPr/>
          <p:nvPr/>
        </p:nvSpPr>
        <p:spPr>
          <a:xfrm>
            <a:off x="7657153" y="4501358"/>
            <a:ext cx="76000" cy="76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7" name="Oval 1576"/>
          <p:cNvSpPr/>
          <p:nvPr/>
        </p:nvSpPr>
        <p:spPr>
          <a:xfrm>
            <a:off x="1737961" y="4503995"/>
            <a:ext cx="76000" cy="76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8" name="Oval 1577"/>
          <p:cNvSpPr/>
          <p:nvPr/>
        </p:nvSpPr>
        <p:spPr>
          <a:xfrm>
            <a:off x="4611177" y="4505367"/>
            <a:ext cx="76000" cy="76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9" name="Oval 1578"/>
          <p:cNvSpPr/>
          <p:nvPr/>
        </p:nvSpPr>
        <p:spPr>
          <a:xfrm>
            <a:off x="4580070" y="4506042"/>
            <a:ext cx="76000" cy="76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0" name="Oval 1579"/>
          <p:cNvSpPr/>
          <p:nvPr/>
        </p:nvSpPr>
        <p:spPr>
          <a:xfrm>
            <a:off x="9163398" y="4507927"/>
            <a:ext cx="76000" cy="76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1" name="Oval 1580"/>
          <p:cNvSpPr/>
          <p:nvPr/>
        </p:nvSpPr>
        <p:spPr>
          <a:xfrm>
            <a:off x="7066740" y="4508221"/>
            <a:ext cx="76000" cy="76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2" name="Oval 1581"/>
          <p:cNvSpPr/>
          <p:nvPr/>
        </p:nvSpPr>
        <p:spPr>
          <a:xfrm>
            <a:off x="3809628" y="4508588"/>
            <a:ext cx="76000" cy="76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3" name="Oval 1582"/>
          <p:cNvSpPr/>
          <p:nvPr/>
        </p:nvSpPr>
        <p:spPr>
          <a:xfrm>
            <a:off x="9717944" y="4509417"/>
            <a:ext cx="76000" cy="76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4" name="Oval 1583"/>
          <p:cNvSpPr/>
          <p:nvPr/>
        </p:nvSpPr>
        <p:spPr>
          <a:xfrm>
            <a:off x="6416283" y="4514319"/>
            <a:ext cx="76000" cy="76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5" name="Oval 1584"/>
          <p:cNvSpPr/>
          <p:nvPr/>
        </p:nvSpPr>
        <p:spPr>
          <a:xfrm>
            <a:off x="7733672" y="4514424"/>
            <a:ext cx="76000" cy="76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6" name="Oval 1585"/>
          <p:cNvSpPr/>
          <p:nvPr/>
        </p:nvSpPr>
        <p:spPr>
          <a:xfrm>
            <a:off x="8608044" y="4515414"/>
            <a:ext cx="76000" cy="76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7" name="Oval 1586"/>
          <p:cNvSpPr/>
          <p:nvPr/>
        </p:nvSpPr>
        <p:spPr>
          <a:xfrm>
            <a:off x="7081532" y="4516074"/>
            <a:ext cx="76000" cy="76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8" name="Oval 1587"/>
          <p:cNvSpPr/>
          <p:nvPr/>
        </p:nvSpPr>
        <p:spPr>
          <a:xfrm>
            <a:off x="3077432" y="4522711"/>
            <a:ext cx="76000" cy="76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9" name="Oval 1588"/>
          <p:cNvSpPr/>
          <p:nvPr/>
        </p:nvSpPr>
        <p:spPr>
          <a:xfrm>
            <a:off x="4148196" y="4525478"/>
            <a:ext cx="76000" cy="76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0" name="Oval 1589"/>
          <p:cNvSpPr/>
          <p:nvPr/>
        </p:nvSpPr>
        <p:spPr>
          <a:xfrm>
            <a:off x="3711770" y="4527105"/>
            <a:ext cx="76000" cy="76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1" name="Oval 1590"/>
          <p:cNvSpPr/>
          <p:nvPr/>
        </p:nvSpPr>
        <p:spPr>
          <a:xfrm>
            <a:off x="4191585" y="4534578"/>
            <a:ext cx="76000" cy="76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2" name="Oval 1591"/>
          <p:cNvSpPr/>
          <p:nvPr/>
        </p:nvSpPr>
        <p:spPr>
          <a:xfrm>
            <a:off x="2233861" y="4535328"/>
            <a:ext cx="76000" cy="76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3" name="Oval 1592"/>
          <p:cNvSpPr/>
          <p:nvPr/>
        </p:nvSpPr>
        <p:spPr>
          <a:xfrm>
            <a:off x="4456180" y="4539909"/>
            <a:ext cx="76000" cy="76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4" name="Oval 1593"/>
          <p:cNvSpPr/>
          <p:nvPr/>
        </p:nvSpPr>
        <p:spPr>
          <a:xfrm>
            <a:off x="3656643" y="4541834"/>
            <a:ext cx="76000" cy="76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5" name="Oval 1594"/>
          <p:cNvSpPr/>
          <p:nvPr/>
        </p:nvSpPr>
        <p:spPr>
          <a:xfrm>
            <a:off x="4236097" y="4542623"/>
            <a:ext cx="76000" cy="76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6" name="Oval 1595"/>
          <p:cNvSpPr/>
          <p:nvPr/>
        </p:nvSpPr>
        <p:spPr>
          <a:xfrm>
            <a:off x="6469032" y="4546355"/>
            <a:ext cx="76000" cy="76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7" name="Oval 1596"/>
          <p:cNvSpPr/>
          <p:nvPr/>
        </p:nvSpPr>
        <p:spPr>
          <a:xfrm>
            <a:off x="2910732" y="4546824"/>
            <a:ext cx="76000" cy="76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8" name="Oval 1597"/>
          <p:cNvSpPr/>
          <p:nvPr/>
        </p:nvSpPr>
        <p:spPr>
          <a:xfrm>
            <a:off x="4758580" y="4553405"/>
            <a:ext cx="76000" cy="76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9" name="Oval 1598"/>
          <p:cNvSpPr/>
          <p:nvPr/>
        </p:nvSpPr>
        <p:spPr>
          <a:xfrm>
            <a:off x="4750033" y="4558000"/>
            <a:ext cx="76000" cy="76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0" name="Oval 1599"/>
          <p:cNvSpPr/>
          <p:nvPr/>
        </p:nvSpPr>
        <p:spPr>
          <a:xfrm>
            <a:off x="6523997" y="4558491"/>
            <a:ext cx="76000" cy="76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1" name="Oval 1600"/>
          <p:cNvSpPr/>
          <p:nvPr/>
        </p:nvSpPr>
        <p:spPr>
          <a:xfrm>
            <a:off x="8322358" y="4572102"/>
            <a:ext cx="76000" cy="76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2" name="Oval 1601"/>
          <p:cNvSpPr/>
          <p:nvPr/>
        </p:nvSpPr>
        <p:spPr>
          <a:xfrm>
            <a:off x="6990563" y="4573720"/>
            <a:ext cx="76000" cy="76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3" name="Oval 1602"/>
          <p:cNvSpPr/>
          <p:nvPr/>
        </p:nvSpPr>
        <p:spPr>
          <a:xfrm>
            <a:off x="4585061" y="4576835"/>
            <a:ext cx="76000" cy="76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4" name="Oval 1603"/>
          <p:cNvSpPr/>
          <p:nvPr/>
        </p:nvSpPr>
        <p:spPr>
          <a:xfrm>
            <a:off x="6631405" y="4576909"/>
            <a:ext cx="76000" cy="76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5" name="Oval 1604"/>
          <p:cNvSpPr/>
          <p:nvPr/>
        </p:nvSpPr>
        <p:spPr>
          <a:xfrm>
            <a:off x="9717944" y="4578501"/>
            <a:ext cx="76000" cy="76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6" name="Oval 1605"/>
          <p:cNvSpPr/>
          <p:nvPr/>
        </p:nvSpPr>
        <p:spPr>
          <a:xfrm>
            <a:off x="4411503" y="4581862"/>
            <a:ext cx="76000" cy="76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7" name="Oval 1606"/>
          <p:cNvSpPr/>
          <p:nvPr/>
        </p:nvSpPr>
        <p:spPr>
          <a:xfrm>
            <a:off x="6485707" y="4583736"/>
            <a:ext cx="76000" cy="76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8" name="Oval 1607"/>
          <p:cNvSpPr/>
          <p:nvPr/>
        </p:nvSpPr>
        <p:spPr>
          <a:xfrm>
            <a:off x="7298978" y="4586494"/>
            <a:ext cx="76000" cy="76000"/>
          </a:xfrm>
          <a:prstGeom prst="ellipse">
            <a:avLst/>
          </a:prstGeom>
          <a:noFill/>
          <a:ln w="1397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9" name="TextBox 1608"/>
          <p:cNvSpPr txBox="1"/>
          <p:nvPr/>
        </p:nvSpPr>
        <p:spPr>
          <a:xfrm>
            <a:off x="2322597" y="4100665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50" b="1" i="0">
                <a:solidFill>
                  <a:srgbClr val="C11456"/>
                </a:solidFill>
                <a:latin typeface="Arial"/>
              </a:rPr>
              <a:t>REG1A</a:t>
            </a:r>
          </a:p>
        </p:txBody>
      </p:sp>
      <p:sp>
        <p:nvSpPr>
          <p:cNvPr id="1610" name="TextBox 1609"/>
          <p:cNvSpPr txBox="1"/>
          <p:nvPr/>
        </p:nvSpPr>
        <p:spPr>
          <a:xfrm>
            <a:off x="2488852" y="4160338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50" b="1" i="0">
                <a:solidFill>
                  <a:srgbClr val="B03219"/>
                </a:solidFill>
                <a:latin typeface="Arial"/>
              </a:rPr>
              <a:t>CNTN1</a:t>
            </a:r>
          </a:p>
        </p:txBody>
      </p:sp>
      <p:sp>
        <p:nvSpPr>
          <p:cNvPr id="1611" name="TextBox 1610"/>
          <p:cNvSpPr txBox="1"/>
          <p:nvPr/>
        </p:nvSpPr>
        <p:spPr>
          <a:xfrm>
            <a:off x="2246752" y="4489091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50" b="1" i="0">
                <a:solidFill>
                  <a:srgbClr val="00567D"/>
                </a:solidFill>
                <a:latin typeface="Arial"/>
              </a:rPr>
              <a:t>NPTX2</a:t>
            </a:r>
          </a:p>
        </p:txBody>
      </p:sp>
      <p:sp>
        <p:nvSpPr>
          <p:cNvPr id="1612" name="TextBox 1611"/>
          <p:cNvSpPr txBox="1"/>
          <p:nvPr/>
        </p:nvSpPr>
        <p:spPr>
          <a:xfrm>
            <a:off x="7514068" y="4171355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1" i="0">
                <a:solidFill>
                  <a:srgbClr val="B03219"/>
                </a:solidFill>
                <a:latin typeface="Arial"/>
              </a:rPr>
              <a:t>FABP3</a:t>
            </a:r>
          </a:p>
        </p:txBody>
      </p:sp>
      <p:sp>
        <p:nvSpPr>
          <p:cNvPr id="1613" name="TextBox 1612"/>
          <p:cNvSpPr txBox="1"/>
          <p:nvPr/>
        </p:nvSpPr>
        <p:spPr>
          <a:xfrm>
            <a:off x="3495142" y="3639035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50" b="1" i="0">
                <a:solidFill>
                  <a:srgbClr val="00567D"/>
                </a:solidFill>
                <a:latin typeface="Arial"/>
              </a:rPr>
              <a:t>GPX3</a:t>
            </a:r>
          </a:p>
        </p:txBody>
      </p:sp>
      <p:sp>
        <p:nvSpPr>
          <p:cNvPr id="1614" name="TextBox 1613"/>
          <p:cNvSpPr txBox="1"/>
          <p:nvPr/>
        </p:nvSpPr>
        <p:spPr>
          <a:xfrm>
            <a:off x="3211069" y="4151596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50" b="1" i="0">
                <a:solidFill>
                  <a:srgbClr val="C11456"/>
                </a:solidFill>
                <a:latin typeface="Arial"/>
              </a:rPr>
              <a:t>CCL11</a:t>
            </a:r>
          </a:p>
        </p:txBody>
      </p:sp>
      <p:sp>
        <p:nvSpPr>
          <p:cNvPr id="1615" name="TextBox 1614"/>
          <p:cNvSpPr txBox="1"/>
          <p:nvPr/>
        </p:nvSpPr>
        <p:spPr>
          <a:xfrm>
            <a:off x="3343002" y="4197460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50" b="1" i="0">
                <a:solidFill>
                  <a:srgbClr val="B03219"/>
                </a:solidFill>
                <a:latin typeface="Arial"/>
              </a:rPr>
              <a:t>CACNA1H</a:t>
            </a:r>
          </a:p>
        </p:txBody>
      </p:sp>
      <p:sp>
        <p:nvSpPr>
          <p:cNvPr id="1616" name="TextBox 1615"/>
          <p:cNvSpPr txBox="1"/>
          <p:nvPr/>
        </p:nvSpPr>
        <p:spPr>
          <a:xfrm>
            <a:off x="3181753" y="4384177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50" b="1" i="0">
                <a:solidFill>
                  <a:srgbClr val="B03219"/>
                </a:solidFill>
                <a:latin typeface="Arial"/>
              </a:rPr>
              <a:t>SFRP1</a:t>
            </a:r>
          </a:p>
        </p:txBody>
      </p:sp>
      <p:sp>
        <p:nvSpPr>
          <p:cNvPr id="1617" name="TextBox 1616"/>
          <p:cNvSpPr txBox="1"/>
          <p:nvPr/>
        </p:nvSpPr>
        <p:spPr>
          <a:xfrm>
            <a:off x="3401452" y="4192700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50" b="1" i="0">
                <a:solidFill>
                  <a:srgbClr val="B03219"/>
                </a:solidFill>
                <a:latin typeface="Arial"/>
              </a:rPr>
              <a:t>SLIT3</a:t>
            </a:r>
          </a:p>
        </p:txBody>
      </p:sp>
      <p:sp>
        <p:nvSpPr>
          <p:cNvPr id="1618" name="TextBox 1617"/>
          <p:cNvSpPr txBox="1"/>
          <p:nvPr/>
        </p:nvSpPr>
        <p:spPr>
          <a:xfrm>
            <a:off x="3547538" y="4427813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50" b="1" i="0">
                <a:solidFill>
                  <a:srgbClr val="C11456"/>
                </a:solidFill>
                <a:latin typeface="Arial"/>
              </a:rPr>
              <a:t>PCDH7</a:t>
            </a:r>
          </a:p>
        </p:txBody>
      </p:sp>
      <p:sp>
        <p:nvSpPr>
          <p:cNvPr id="1619" name="TextBox 1618"/>
          <p:cNvSpPr txBox="1"/>
          <p:nvPr/>
        </p:nvSpPr>
        <p:spPr>
          <a:xfrm>
            <a:off x="3737369" y="4466009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50" b="1" i="0">
                <a:solidFill>
                  <a:srgbClr val="C11456"/>
                </a:solidFill>
                <a:latin typeface="Arial"/>
              </a:rPr>
              <a:t>CCL24</a:t>
            </a:r>
          </a:p>
        </p:txBody>
      </p:sp>
      <p:sp>
        <p:nvSpPr>
          <p:cNvPr id="1620" name="TextBox 1619"/>
          <p:cNvSpPr txBox="1"/>
          <p:nvPr/>
        </p:nvSpPr>
        <p:spPr>
          <a:xfrm>
            <a:off x="3749390" y="4444342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50" b="1" i="0">
                <a:solidFill>
                  <a:srgbClr val="C11456"/>
                </a:solidFill>
                <a:latin typeface="Arial"/>
              </a:rPr>
              <a:t>NMUR1</a:t>
            </a:r>
          </a:p>
        </p:txBody>
      </p:sp>
      <p:sp>
        <p:nvSpPr>
          <p:cNvPr id="1621" name="TextBox 1620"/>
          <p:cNvSpPr txBox="1"/>
          <p:nvPr/>
        </p:nvSpPr>
        <p:spPr>
          <a:xfrm>
            <a:off x="3975275" y="4313881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50" b="1" i="0">
                <a:solidFill>
                  <a:srgbClr val="C11456"/>
                </a:solidFill>
                <a:latin typeface="Arial"/>
              </a:rPr>
              <a:t>PRSS23</a:t>
            </a:r>
          </a:p>
        </p:txBody>
      </p:sp>
      <p:sp>
        <p:nvSpPr>
          <p:cNvPr id="1622" name="TextBox 1621"/>
          <p:cNvSpPr txBox="1"/>
          <p:nvPr/>
        </p:nvSpPr>
        <p:spPr>
          <a:xfrm>
            <a:off x="3919353" y="4570266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50" b="1" i="0">
                <a:solidFill>
                  <a:srgbClr val="C11456"/>
                </a:solidFill>
                <a:latin typeface="Arial"/>
              </a:rPr>
              <a:t>CX3CL1</a:t>
            </a:r>
          </a:p>
        </p:txBody>
      </p:sp>
      <p:sp>
        <p:nvSpPr>
          <p:cNvPr id="1623" name="TextBox 1622"/>
          <p:cNvSpPr txBox="1"/>
          <p:nvPr/>
        </p:nvSpPr>
        <p:spPr>
          <a:xfrm>
            <a:off x="4128473" y="4361853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50" b="1" i="0">
                <a:solidFill>
                  <a:srgbClr val="00567D"/>
                </a:solidFill>
                <a:latin typeface="Arial"/>
              </a:rPr>
              <a:t>SMAD7</a:t>
            </a:r>
          </a:p>
        </p:txBody>
      </p:sp>
      <p:sp>
        <p:nvSpPr>
          <p:cNvPr id="1624" name="TextBox 1623"/>
          <p:cNvSpPr txBox="1"/>
          <p:nvPr/>
        </p:nvSpPr>
        <p:spPr>
          <a:xfrm>
            <a:off x="6330704" y="4495104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1" i="0">
                <a:solidFill>
                  <a:srgbClr val="057A64"/>
                </a:solidFill>
                <a:latin typeface="Arial"/>
              </a:rPr>
              <a:t>DNMT1</a:t>
            </a:r>
          </a:p>
        </p:txBody>
      </p:sp>
      <p:sp>
        <p:nvSpPr>
          <p:cNvPr id="1625" name="TextBox 1624"/>
          <p:cNvSpPr txBox="1"/>
          <p:nvPr/>
        </p:nvSpPr>
        <p:spPr>
          <a:xfrm>
            <a:off x="4333491" y="4066273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50" b="1" i="0">
                <a:solidFill>
                  <a:srgbClr val="00567D"/>
                </a:solidFill>
                <a:latin typeface="Arial"/>
              </a:rPr>
              <a:t>MRPL40</a:t>
            </a:r>
          </a:p>
        </p:txBody>
      </p:sp>
      <p:sp>
        <p:nvSpPr>
          <p:cNvPr id="1626" name="TextBox 1625"/>
          <p:cNvSpPr txBox="1"/>
          <p:nvPr/>
        </p:nvSpPr>
        <p:spPr>
          <a:xfrm>
            <a:off x="6200090" y="4512897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1" i="0">
                <a:solidFill>
                  <a:srgbClr val="C11456"/>
                </a:solidFill>
                <a:latin typeface="Arial"/>
              </a:rPr>
              <a:t>PUS1</a:t>
            </a:r>
          </a:p>
        </p:txBody>
      </p:sp>
      <p:sp>
        <p:nvSpPr>
          <p:cNvPr id="1627" name="TextBox 1626"/>
          <p:cNvSpPr txBox="1"/>
          <p:nvPr/>
        </p:nvSpPr>
        <p:spPr>
          <a:xfrm>
            <a:off x="4365810" y="4563540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50" b="1" i="0">
                <a:solidFill>
                  <a:srgbClr val="00567D"/>
                </a:solidFill>
                <a:latin typeface="Arial"/>
              </a:rPr>
              <a:t>NME3</a:t>
            </a:r>
          </a:p>
        </p:txBody>
      </p:sp>
      <p:sp>
        <p:nvSpPr>
          <p:cNvPr id="1628" name="TextBox 1627"/>
          <p:cNvSpPr txBox="1"/>
          <p:nvPr/>
        </p:nvSpPr>
        <p:spPr>
          <a:xfrm>
            <a:off x="6079677" y="4492983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1" i="0">
                <a:solidFill>
                  <a:srgbClr val="00567D"/>
                </a:solidFill>
                <a:latin typeface="Arial"/>
              </a:rPr>
              <a:t>UPF3B</a:t>
            </a:r>
          </a:p>
        </p:txBody>
      </p:sp>
      <p:sp>
        <p:nvSpPr>
          <p:cNvPr id="1629" name="TextBox 1628"/>
          <p:cNvSpPr txBox="1"/>
          <p:nvPr/>
        </p:nvSpPr>
        <p:spPr>
          <a:xfrm>
            <a:off x="6026987" y="4540432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1" i="0">
                <a:solidFill>
                  <a:srgbClr val="B03219"/>
                </a:solidFill>
                <a:latin typeface="Arial"/>
              </a:rPr>
              <a:t>AKT2</a:t>
            </a:r>
          </a:p>
        </p:txBody>
      </p:sp>
      <p:sp>
        <p:nvSpPr>
          <p:cNvPr id="1630" name="TextBox 1629"/>
          <p:cNvSpPr txBox="1"/>
          <p:nvPr/>
        </p:nvSpPr>
        <p:spPr>
          <a:xfrm>
            <a:off x="5972338" y="4438527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1" i="0">
                <a:solidFill>
                  <a:srgbClr val="00567D"/>
                </a:solidFill>
                <a:latin typeface="Arial"/>
              </a:rPr>
              <a:t>SUPT5H</a:t>
            </a:r>
          </a:p>
        </p:txBody>
      </p:sp>
      <p:sp>
        <p:nvSpPr>
          <p:cNvPr id="1631" name="TextBox 1630"/>
          <p:cNvSpPr txBox="1"/>
          <p:nvPr/>
        </p:nvSpPr>
        <p:spPr>
          <a:xfrm>
            <a:off x="622495" y="3720399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50" b="1" i="0">
                <a:solidFill>
                  <a:srgbClr val="C53E1F"/>
                </a:solidFill>
                <a:latin typeface="Arial"/>
              </a:rPr>
              <a:t>LINC01139</a:t>
            </a:r>
          </a:p>
        </p:txBody>
      </p:sp>
      <p:sp>
        <p:nvSpPr>
          <p:cNvPr id="1632" name="TextBox 1631"/>
          <p:cNvSpPr txBox="1"/>
          <p:nvPr/>
        </p:nvSpPr>
        <p:spPr>
          <a:xfrm>
            <a:off x="9847384" y="4031931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1" i="0">
                <a:solidFill>
                  <a:srgbClr val="0A7D6E"/>
                </a:solidFill>
                <a:latin typeface="Arial"/>
              </a:rPr>
              <a:t>LINC01087</a:t>
            </a:r>
          </a:p>
        </p:txBody>
      </p:sp>
      <p:sp>
        <p:nvSpPr>
          <p:cNvPr id="1633" name="TextBox 1632"/>
          <p:cNvSpPr txBox="1"/>
          <p:nvPr/>
        </p:nvSpPr>
        <p:spPr>
          <a:xfrm>
            <a:off x="9847384" y="4460074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1" i="0">
                <a:solidFill>
                  <a:srgbClr val="0A7D6E"/>
                </a:solidFill>
                <a:latin typeface="Arial"/>
              </a:rPr>
              <a:t>FOXI3</a:t>
            </a:r>
          </a:p>
        </p:txBody>
      </p:sp>
      <p:sp>
        <p:nvSpPr>
          <p:cNvPr id="1634" name="TextBox 1633"/>
          <p:cNvSpPr txBox="1"/>
          <p:nvPr/>
        </p:nvSpPr>
        <p:spPr>
          <a:xfrm>
            <a:off x="9847384" y="4511273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1" i="0">
                <a:solidFill>
                  <a:srgbClr val="0A7D6E"/>
                </a:solidFill>
                <a:latin typeface="Arial"/>
              </a:rPr>
              <a:t>CT83</a:t>
            </a:r>
          </a:p>
        </p:txBody>
      </p:sp>
      <p:sp>
        <p:nvSpPr>
          <p:cNvPr id="1635" name="TextBox 1634"/>
          <p:cNvSpPr txBox="1"/>
          <p:nvPr/>
        </p:nvSpPr>
        <p:spPr>
          <a:xfrm>
            <a:off x="9543630" y="3651466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1" i="0">
                <a:solidFill>
                  <a:srgbClr val="0A7D6E"/>
                </a:solidFill>
                <a:latin typeface="Arial"/>
              </a:rPr>
              <a:t>SPAG17</a:t>
            </a:r>
          </a:p>
        </p:txBody>
      </p:sp>
      <p:sp>
        <p:nvSpPr>
          <p:cNvPr id="1636" name="TextBox 1635"/>
          <p:cNvSpPr txBox="1"/>
          <p:nvPr/>
        </p:nvSpPr>
        <p:spPr>
          <a:xfrm>
            <a:off x="2080724" y="2989046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50" b="1" i="0">
                <a:solidFill>
                  <a:srgbClr val="C53E1F"/>
                </a:solidFill>
                <a:latin typeface="Arial"/>
              </a:rPr>
              <a:t>CPLX2</a:t>
            </a:r>
          </a:p>
        </p:txBody>
      </p:sp>
      <p:sp>
        <p:nvSpPr>
          <p:cNvPr id="1637" name="TextBox 1636"/>
          <p:cNvSpPr txBox="1"/>
          <p:nvPr/>
        </p:nvSpPr>
        <p:spPr>
          <a:xfrm>
            <a:off x="1685775" y="3395717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50" b="1" i="0">
                <a:solidFill>
                  <a:srgbClr val="C53E1F"/>
                </a:solidFill>
                <a:latin typeface="Arial"/>
              </a:rPr>
              <a:t>LCN15</a:t>
            </a:r>
          </a:p>
        </p:txBody>
      </p:sp>
      <p:sp>
        <p:nvSpPr>
          <p:cNvPr id="1638" name="TextBox 1637"/>
          <p:cNvSpPr txBox="1"/>
          <p:nvPr/>
        </p:nvSpPr>
        <p:spPr>
          <a:xfrm>
            <a:off x="9847384" y="4495201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1" i="0">
                <a:solidFill>
                  <a:srgbClr val="0A7D6E"/>
                </a:solidFill>
                <a:latin typeface="Arial"/>
              </a:rPr>
              <a:t>BOK-AS1</a:t>
            </a:r>
          </a:p>
        </p:txBody>
      </p:sp>
      <p:sp>
        <p:nvSpPr>
          <p:cNvPr id="1639" name="TextBox 1638"/>
          <p:cNvSpPr txBox="1"/>
          <p:nvPr/>
        </p:nvSpPr>
        <p:spPr>
          <a:xfrm>
            <a:off x="9751667" y="4154796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1" i="0">
                <a:solidFill>
                  <a:srgbClr val="0A7D6E"/>
                </a:solidFill>
                <a:latin typeface="Arial"/>
              </a:rPr>
              <a:t>SCN2A</a:t>
            </a:r>
          </a:p>
        </p:txBody>
      </p:sp>
      <p:sp>
        <p:nvSpPr>
          <p:cNvPr id="1640" name="TextBox 1639"/>
          <p:cNvSpPr txBox="1"/>
          <p:nvPr/>
        </p:nvSpPr>
        <p:spPr>
          <a:xfrm>
            <a:off x="9847384" y="4395090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1" i="0">
                <a:solidFill>
                  <a:srgbClr val="0A7D6E"/>
                </a:solidFill>
                <a:latin typeface="Arial"/>
              </a:rPr>
              <a:t>DNAAF4-CCPG1</a:t>
            </a:r>
          </a:p>
        </p:txBody>
      </p:sp>
      <p:sp>
        <p:nvSpPr>
          <p:cNvPr id="1641" name="TextBox 1640"/>
          <p:cNvSpPr txBox="1"/>
          <p:nvPr/>
        </p:nvSpPr>
        <p:spPr>
          <a:xfrm>
            <a:off x="654827" y="4229409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50" b="1" i="0">
                <a:solidFill>
                  <a:srgbClr val="C53E1F"/>
                </a:solidFill>
                <a:latin typeface="Arial"/>
              </a:rPr>
              <a:t>REG3G</a:t>
            </a:r>
          </a:p>
        </p:txBody>
      </p:sp>
      <p:sp>
        <p:nvSpPr>
          <p:cNvPr id="1642" name="TextBox 1641"/>
          <p:cNvSpPr txBox="1"/>
          <p:nvPr/>
        </p:nvSpPr>
        <p:spPr>
          <a:xfrm>
            <a:off x="840443" y="4258801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50" b="1" i="0">
                <a:solidFill>
                  <a:srgbClr val="C53E1F"/>
                </a:solidFill>
                <a:latin typeface="Arial"/>
              </a:rPr>
              <a:t>ANKRD34B</a:t>
            </a:r>
          </a:p>
        </p:txBody>
      </p:sp>
      <p:sp>
        <p:nvSpPr>
          <p:cNvPr id="1643" name="TextBox 1642"/>
          <p:cNvSpPr txBox="1"/>
          <p:nvPr/>
        </p:nvSpPr>
        <p:spPr>
          <a:xfrm>
            <a:off x="907281" y="4439169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50" b="1" i="0">
                <a:solidFill>
                  <a:srgbClr val="C53E1F"/>
                </a:solidFill>
                <a:latin typeface="Arial"/>
              </a:rPr>
              <a:t>C8orf44-SGK3</a:t>
            </a:r>
          </a:p>
        </p:txBody>
      </p:sp>
      <p:sp>
        <p:nvSpPr>
          <p:cNvPr id="1644" name="TextBox 1643"/>
          <p:cNvSpPr txBox="1"/>
          <p:nvPr/>
        </p:nvSpPr>
        <p:spPr>
          <a:xfrm>
            <a:off x="1152433" y="4380232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50" b="1" i="0">
                <a:solidFill>
                  <a:srgbClr val="C53E1F"/>
                </a:solidFill>
                <a:latin typeface="Arial"/>
              </a:rPr>
              <a:t>PRND</a:t>
            </a:r>
          </a:p>
        </p:txBody>
      </p:sp>
      <p:sp>
        <p:nvSpPr>
          <p:cNvPr id="1645" name="TextBox 1644"/>
          <p:cNvSpPr txBox="1"/>
          <p:nvPr/>
        </p:nvSpPr>
        <p:spPr>
          <a:xfrm>
            <a:off x="2024556" y="4008731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50" b="1" i="0">
                <a:solidFill>
                  <a:srgbClr val="C53E1F"/>
                </a:solidFill>
                <a:latin typeface="Arial"/>
              </a:rPr>
              <a:t>PLAC4</a:t>
            </a:r>
          </a:p>
        </p:txBody>
      </p:sp>
      <p:sp>
        <p:nvSpPr>
          <p:cNvPr id="1646" name="TextBox 1645"/>
          <p:cNvSpPr txBox="1"/>
          <p:nvPr/>
        </p:nvSpPr>
        <p:spPr>
          <a:xfrm>
            <a:off x="9292838" y="4454421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1" i="0">
                <a:solidFill>
                  <a:srgbClr val="0A7D6E"/>
                </a:solidFill>
                <a:latin typeface="Arial"/>
              </a:rPr>
              <a:t>LOC101927281</a:t>
            </a:r>
          </a:p>
        </p:txBody>
      </p:sp>
      <p:sp>
        <p:nvSpPr>
          <p:cNvPr id="1647" name="TextBox 1646"/>
          <p:cNvSpPr txBox="1"/>
          <p:nvPr/>
        </p:nvSpPr>
        <p:spPr>
          <a:xfrm>
            <a:off x="8143105" y="3807128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1" i="0">
                <a:solidFill>
                  <a:srgbClr val="0A7D6E"/>
                </a:solidFill>
                <a:latin typeface="Arial"/>
              </a:rPr>
              <a:t>LINC00659</a:t>
            </a:r>
          </a:p>
        </p:txBody>
      </p:sp>
      <p:sp>
        <p:nvSpPr>
          <p:cNvPr id="1648" name="TextBox 1647"/>
          <p:cNvSpPr txBox="1"/>
          <p:nvPr/>
        </p:nvSpPr>
        <p:spPr>
          <a:xfrm>
            <a:off x="9101865" y="4441634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1" i="0">
                <a:solidFill>
                  <a:srgbClr val="0A7D6E"/>
                </a:solidFill>
                <a:latin typeface="Arial"/>
              </a:rPr>
              <a:t>SHOC1</a:t>
            </a:r>
          </a:p>
        </p:txBody>
      </p:sp>
      <p:sp>
        <p:nvSpPr>
          <p:cNvPr id="1649" name="TextBox 1648"/>
          <p:cNvSpPr txBox="1"/>
          <p:nvPr/>
        </p:nvSpPr>
        <p:spPr>
          <a:xfrm>
            <a:off x="8246891" y="3965094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1" i="0">
                <a:solidFill>
                  <a:srgbClr val="0A7D6E"/>
                </a:solidFill>
                <a:latin typeface="Arial"/>
              </a:rPr>
              <a:t>LOC107985906</a:t>
            </a:r>
          </a:p>
        </p:txBody>
      </p:sp>
      <p:sp>
        <p:nvSpPr>
          <p:cNvPr id="1650" name="TextBox 1649"/>
          <p:cNvSpPr txBox="1"/>
          <p:nvPr/>
        </p:nvSpPr>
        <p:spPr>
          <a:xfrm>
            <a:off x="1455937" y="4454532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50" b="1" i="0">
                <a:solidFill>
                  <a:srgbClr val="C53E1F"/>
                </a:solidFill>
                <a:latin typeface="Arial"/>
              </a:rPr>
              <a:t>LOC107984988</a:t>
            </a:r>
          </a:p>
        </p:txBody>
      </p:sp>
      <p:sp>
        <p:nvSpPr>
          <p:cNvPr id="1651" name="TextBox 1650"/>
          <p:cNvSpPr txBox="1"/>
          <p:nvPr/>
        </p:nvSpPr>
        <p:spPr>
          <a:xfrm>
            <a:off x="7861706" y="3666461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1" i="0">
                <a:solidFill>
                  <a:srgbClr val="0A7D6E"/>
                </a:solidFill>
                <a:latin typeface="Arial"/>
              </a:rPr>
              <a:t>LOC102724830</a:t>
            </a:r>
          </a:p>
        </p:txBody>
      </p:sp>
      <p:sp>
        <p:nvSpPr>
          <p:cNvPr id="1652" name="TextBox 1651"/>
          <p:cNvSpPr txBox="1"/>
          <p:nvPr/>
        </p:nvSpPr>
        <p:spPr>
          <a:xfrm>
            <a:off x="1403181" y="4482155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50" b="1" i="0">
                <a:solidFill>
                  <a:srgbClr val="C53E1F"/>
                </a:solidFill>
                <a:latin typeface="Arial"/>
              </a:rPr>
              <a:t>ANGPTL7</a:t>
            </a:r>
          </a:p>
        </p:txBody>
      </p:sp>
      <p:sp>
        <p:nvSpPr>
          <p:cNvPr id="1653" name="TextBox 1652"/>
          <p:cNvSpPr txBox="1"/>
          <p:nvPr/>
        </p:nvSpPr>
        <p:spPr>
          <a:xfrm>
            <a:off x="8665238" y="4386169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1" i="0">
                <a:solidFill>
                  <a:srgbClr val="0A7D6E"/>
                </a:solidFill>
                <a:latin typeface="Arial"/>
              </a:rPr>
              <a:t>LOC101927436</a:t>
            </a:r>
          </a:p>
        </p:txBody>
      </p:sp>
      <p:sp>
        <p:nvSpPr>
          <p:cNvPr id="1654" name="TextBox 1653"/>
          <p:cNvSpPr txBox="1"/>
          <p:nvPr/>
        </p:nvSpPr>
        <p:spPr>
          <a:xfrm>
            <a:off x="1823186" y="4373694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50" b="1" i="0">
                <a:solidFill>
                  <a:srgbClr val="C53E1F"/>
                </a:solidFill>
                <a:latin typeface="Arial"/>
              </a:rPr>
              <a:t>LOC105372279</a:t>
            </a:r>
          </a:p>
        </p:txBody>
      </p:sp>
      <p:sp>
        <p:nvSpPr>
          <p:cNvPr id="1655" name="TextBox 1654"/>
          <p:cNvSpPr txBox="1"/>
          <p:nvPr/>
        </p:nvSpPr>
        <p:spPr>
          <a:xfrm>
            <a:off x="8308795" y="4219728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1" i="0">
                <a:solidFill>
                  <a:srgbClr val="0A7D6E"/>
                </a:solidFill>
                <a:latin typeface="Arial"/>
              </a:rPr>
              <a:t>DPF1</a:t>
            </a:r>
          </a:p>
        </p:txBody>
      </p:sp>
      <p:sp>
        <p:nvSpPr>
          <p:cNvPr id="1656" name="TextBox 1655"/>
          <p:cNvSpPr txBox="1"/>
          <p:nvPr/>
        </p:nvSpPr>
        <p:spPr>
          <a:xfrm>
            <a:off x="2305467" y="4110885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50" b="1" i="0">
                <a:solidFill>
                  <a:srgbClr val="C53E1F"/>
                </a:solidFill>
                <a:latin typeface="Arial"/>
              </a:rPr>
              <a:t>LOC100130256</a:t>
            </a:r>
          </a:p>
        </p:txBody>
      </p:sp>
      <p:sp>
        <p:nvSpPr>
          <p:cNvPr id="1657" name="TextBox 1656"/>
          <p:cNvSpPr txBox="1"/>
          <p:nvPr/>
        </p:nvSpPr>
        <p:spPr>
          <a:xfrm>
            <a:off x="8737484" y="4431716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1" i="0">
                <a:solidFill>
                  <a:srgbClr val="0A7D6E"/>
                </a:solidFill>
                <a:latin typeface="Arial"/>
              </a:rPr>
              <a:t>TMC2</a:t>
            </a:r>
          </a:p>
        </p:txBody>
      </p:sp>
      <p:sp>
        <p:nvSpPr>
          <p:cNvPr id="1658" name="TextBox 1657"/>
          <p:cNvSpPr txBox="1"/>
          <p:nvPr/>
        </p:nvSpPr>
        <p:spPr>
          <a:xfrm>
            <a:off x="8513112" y="4450333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1" i="0">
                <a:solidFill>
                  <a:srgbClr val="0A7D6E"/>
                </a:solidFill>
                <a:latin typeface="Arial"/>
              </a:rPr>
              <a:t>LY6D</a:t>
            </a:r>
          </a:p>
        </p:txBody>
      </p:sp>
      <p:sp>
        <p:nvSpPr>
          <p:cNvPr id="1659" name="TextBox 1658"/>
          <p:cNvSpPr txBox="1"/>
          <p:nvPr/>
        </p:nvSpPr>
        <p:spPr>
          <a:xfrm>
            <a:off x="7721557" y="3827521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1" i="0">
                <a:solidFill>
                  <a:srgbClr val="0A7D6E"/>
                </a:solidFill>
                <a:latin typeface="Arial"/>
              </a:rPr>
              <a:t>SENP3-EIF4A1</a:t>
            </a:r>
          </a:p>
        </p:txBody>
      </p:sp>
      <p:sp>
        <p:nvSpPr>
          <p:cNvPr id="1660" name="TextBox 1659"/>
          <p:cNvSpPr txBox="1"/>
          <p:nvPr/>
        </p:nvSpPr>
        <p:spPr>
          <a:xfrm>
            <a:off x="2685407" y="3982671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50" b="1" i="0">
                <a:solidFill>
                  <a:srgbClr val="C53E1F"/>
                </a:solidFill>
                <a:latin typeface="Arial"/>
              </a:rPr>
              <a:t>MT1M</a:t>
            </a:r>
          </a:p>
        </p:txBody>
      </p:sp>
      <p:sp>
        <p:nvSpPr>
          <p:cNvPr id="1661" name="TextBox 1660"/>
          <p:cNvSpPr txBox="1"/>
          <p:nvPr/>
        </p:nvSpPr>
        <p:spPr>
          <a:xfrm>
            <a:off x="1935874" y="4450527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50" b="1" i="0">
                <a:solidFill>
                  <a:srgbClr val="C53E1F"/>
                </a:solidFill>
                <a:latin typeface="Arial"/>
              </a:rPr>
              <a:t>CLDN10</a:t>
            </a:r>
          </a:p>
        </p:txBody>
      </p:sp>
      <p:sp>
        <p:nvSpPr>
          <p:cNvPr id="1662" name="TextBox 1661"/>
          <p:cNvSpPr txBox="1"/>
          <p:nvPr/>
        </p:nvSpPr>
        <p:spPr>
          <a:xfrm>
            <a:off x="8435399" y="4463411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1" i="0">
                <a:solidFill>
                  <a:srgbClr val="0A7D6E"/>
                </a:solidFill>
                <a:latin typeface="Arial"/>
              </a:rPr>
              <a:t>LOC112268266</a:t>
            </a:r>
          </a:p>
        </p:txBody>
      </p:sp>
      <p:sp>
        <p:nvSpPr>
          <p:cNvPr id="1663" name="TextBox 1662"/>
          <p:cNvSpPr txBox="1"/>
          <p:nvPr/>
        </p:nvSpPr>
        <p:spPr>
          <a:xfrm>
            <a:off x="2098328" y="4396228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50" b="1" i="0">
                <a:solidFill>
                  <a:srgbClr val="C53E1F"/>
                </a:solidFill>
                <a:latin typeface="Arial"/>
              </a:rPr>
              <a:t>HSPB3</a:t>
            </a:r>
          </a:p>
        </p:txBody>
      </p:sp>
      <p:cxnSp>
        <p:nvCxnSpPr>
          <p:cNvPr id="1664" name="Connector 1663"/>
          <p:cNvCxnSpPr/>
          <p:nvPr/>
        </p:nvCxnSpPr>
        <p:spPr>
          <a:xfrm>
            <a:off x="6202093" y="915475"/>
            <a:ext cx="3223260" cy="0"/>
          </a:xfrm>
          <a:prstGeom prst="line">
            <a:avLst/>
          </a:prstGeom>
          <a:ln w="2794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5" name="Right Triangle 1664"/>
          <p:cNvSpPr/>
          <p:nvPr/>
        </p:nvSpPr>
        <p:spPr>
          <a:xfrm>
            <a:off x="9395353" y="885475"/>
            <a:ext cx="60000" cy="60000"/>
          </a:xfrm>
          <a:prstGeom prst="rtTriangl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6" name="TextBox 1665"/>
          <p:cNvSpPr txBox="1"/>
          <p:nvPr/>
        </p:nvSpPr>
        <p:spPr>
          <a:xfrm>
            <a:off x="6202093" y="641155"/>
            <a:ext cx="322326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0A7D6E"/>
                </a:solidFill>
                <a:latin typeface="Arial"/>
              </a:rPr>
              <a:t>Up in Good responders</a:t>
            </a:r>
          </a:p>
        </p:txBody>
      </p:sp>
      <p:cxnSp>
        <p:nvCxnSpPr>
          <p:cNvPr id="1667" name="Connector 1666"/>
          <p:cNvCxnSpPr/>
          <p:nvPr/>
        </p:nvCxnSpPr>
        <p:spPr>
          <a:xfrm flipH="1">
            <a:off x="1821766" y="915475"/>
            <a:ext cx="3223260" cy="0"/>
          </a:xfrm>
          <a:prstGeom prst="line">
            <a:avLst/>
          </a:prstGeom>
          <a:ln w="2794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8" name="Right Triangle 1667"/>
          <p:cNvSpPr/>
          <p:nvPr/>
        </p:nvSpPr>
        <p:spPr>
          <a:xfrm rot="10800000">
            <a:off x="1791766" y="885475"/>
            <a:ext cx="60000" cy="60000"/>
          </a:xfrm>
          <a:prstGeom prst="rtTriangl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9" name="TextBox 1668"/>
          <p:cNvSpPr txBox="1"/>
          <p:nvPr/>
        </p:nvSpPr>
        <p:spPr>
          <a:xfrm>
            <a:off x="1821766" y="641155"/>
            <a:ext cx="322326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C53E1F"/>
                </a:solidFill>
                <a:latin typeface="Arial"/>
              </a:rPr>
              <a:t>Up in Poor responders</a:t>
            </a:r>
          </a:p>
        </p:txBody>
      </p:sp>
      <p:sp>
        <p:nvSpPr>
          <p:cNvPr id="1670" name="Oval 1669"/>
          <p:cNvSpPr/>
          <p:nvPr/>
        </p:nvSpPr>
        <p:spPr>
          <a:xfrm>
            <a:off x="1437040" y="6502816"/>
            <a:ext cx="52000" cy="52000"/>
          </a:xfrm>
          <a:prstGeom prst="ellipse">
            <a:avLst/>
          </a:prstGeom>
          <a:solidFill>
            <a:srgbClr val="057A64"/>
          </a:solidFill>
          <a:ln w="381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1" name="TextBox 1670"/>
          <p:cNvSpPr txBox="1"/>
          <p:nvPr/>
        </p:nvSpPr>
        <p:spPr>
          <a:xfrm>
            <a:off x="1600200" y="6446520"/>
            <a:ext cx="18745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0E2A47"/>
                </a:solidFill>
                <a:latin typeface="Arial"/>
              </a:rPr>
              <a:t>Cell cycle  (n = 1)</a:t>
            </a:r>
          </a:p>
        </p:txBody>
      </p:sp>
      <p:sp>
        <p:nvSpPr>
          <p:cNvPr id="1672" name="Oval 1671"/>
          <p:cNvSpPr/>
          <p:nvPr/>
        </p:nvSpPr>
        <p:spPr>
          <a:xfrm>
            <a:off x="3585880" y="6502816"/>
            <a:ext cx="52000" cy="52000"/>
          </a:xfrm>
          <a:prstGeom prst="ellipse">
            <a:avLst/>
          </a:prstGeom>
          <a:solidFill>
            <a:srgbClr val="00567D"/>
          </a:solidFill>
          <a:ln w="381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3" name="TextBox 1672"/>
          <p:cNvSpPr txBox="1"/>
          <p:nvPr/>
        </p:nvSpPr>
        <p:spPr>
          <a:xfrm>
            <a:off x="3749040" y="6446520"/>
            <a:ext cx="18745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0E2A47"/>
                </a:solidFill>
                <a:latin typeface="Arial"/>
              </a:rPr>
              <a:t>DNA repair  (n = 7)</a:t>
            </a:r>
          </a:p>
        </p:txBody>
      </p:sp>
      <p:sp>
        <p:nvSpPr>
          <p:cNvPr id="1674" name="Oval 1673"/>
          <p:cNvSpPr/>
          <p:nvPr/>
        </p:nvSpPr>
        <p:spPr>
          <a:xfrm>
            <a:off x="5734720" y="6502816"/>
            <a:ext cx="52000" cy="52000"/>
          </a:xfrm>
          <a:prstGeom prst="ellipse">
            <a:avLst/>
          </a:prstGeom>
          <a:solidFill>
            <a:srgbClr val="C11456"/>
          </a:solidFill>
          <a:ln w="381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5" name="TextBox 1674"/>
          <p:cNvSpPr txBox="1"/>
          <p:nvPr/>
        </p:nvSpPr>
        <p:spPr>
          <a:xfrm>
            <a:off x="5897880" y="6446520"/>
            <a:ext cx="18745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0E2A47"/>
                </a:solidFill>
                <a:latin typeface="Arial"/>
              </a:rPr>
              <a:t>Immune  (n = 8)</a:t>
            </a:r>
          </a:p>
        </p:txBody>
      </p:sp>
      <p:sp>
        <p:nvSpPr>
          <p:cNvPr id="1676" name="Oval 1675"/>
          <p:cNvSpPr/>
          <p:nvPr/>
        </p:nvSpPr>
        <p:spPr>
          <a:xfrm>
            <a:off x="7883560" y="6502816"/>
            <a:ext cx="52000" cy="52000"/>
          </a:xfrm>
          <a:prstGeom prst="ellipse">
            <a:avLst/>
          </a:prstGeom>
          <a:solidFill>
            <a:srgbClr val="B03219"/>
          </a:solidFill>
          <a:ln w="381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7" name="TextBox 1676"/>
          <p:cNvSpPr txBox="1"/>
          <p:nvPr/>
        </p:nvSpPr>
        <p:spPr>
          <a:xfrm>
            <a:off x="8046720" y="6446520"/>
            <a:ext cx="18745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0E2A47"/>
                </a:solidFill>
                <a:latin typeface="Arial"/>
              </a:rPr>
              <a:t>EMT / Stromal  (n = 6)</a:t>
            </a:r>
          </a:p>
        </p:txBody>
      </p:sp>
      <p:sp>
        <p:nvSpPr>
          <p:cNvPr id="1678" name="Oval 1677"/>
          <p:cNvSpPr/>
          <p:nvPr/>
        </p:nvSpPr>
        <p:spPr>
          <a:xfrm>
            <a:off x="1441040" y="6753704"/>
            <a:ext cx="44000" cy="44000"/>
          </a:xfrm>
          <a:prstGeom prst="ellipse">
            <a:avLst/>
          </a:prstGeom>
          <a:solidFill>
            <a:srgbClr val="0A7D6E"/>
          </a:solidFill>
          <a:ln w="381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9" name="TextBox 1678"/>
          <p:cNvSpPr txBox="1"/>
          <p:nvPr/>
        </p:nvSpPr>
        <p:spPr>
          <a:xfrm>
            <a:off x="1600200" y="6693408"/>
            <a:ext cx="18745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0E2A47"/>
                </a:solidFill>
                <a:latin typeface="Arial"/>
              </a:rPr>
              <a:t>Other, up-good  (n = 106)</a:t>
            </a:r>
          </a:p>
        </p:txBody>
      </p:sp>
      <p:sp>
        <p:nvSpPr>
          <p:cNvPr id="1680" name="Oval 1679"/>
          <p:cNvSpPr/>
          <p:nvPr/>
        </p:nvSpPr>
        <p:spPr>
          <a:xfrm>
            <a:off x="3589880" y="6753704"/>
            <a:ext cx="44000" cy="44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1" name="TextBox 1680"/>
          <p:cNvSpPr txBox="1"/>
          <p:nvPr/>
        </p:nvSpPr>
        <p:spPr>
          <a:xfrm>
            <a:off x="3749040" y="6693408"/>
            <a:ext cx="18745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0E2A47"/>
                </a:solidFill>
                <a:latin typeface="Arial"/>
              </a:rPr>
              <a:t>Other, up-poor  (n = 100)</a:t>
            </a:r>
          </a:p>
        </p:txBody>
      </p:sp>
      <p:sp>
        <p:nvSpPr>
          <p:cNvPr id="1682" name="Oval 1681"/>
          <p:cNvSpPr/>
          <p:nvPr/>
        </p:nvSpPr>
        <p:spPr>
          <a:xfrm>
            <a:off x="5730720" y="6745704"/>
            <a:ext cx="60000" cy="60000"/>
          </a:xfrm>
          <a:prstGeom prst="ellipse">
            <a:avLst/>
          </a:prstGeom>
          <a:noFill/>
          <a:ln w="1270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3" name="TextBox 1682"/>
          <p:cNvSpPr txBox="1"/>
          <p:nvPr/>
        </p:nvSpPr>
        <p:spPr>
          <a:xfrm>
            <a:off x="5897880" y="6693408"/>
            <a:ext cx="18745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0E2A47"/>
                </a:solidFill>
                <a:latin typeface="Arial"/>
              </a:rPr>
              <a:t>|log₂ FC| ≥ 1  (n = 132)</a:t>
            </a:r>
          </a:p>
        </p:txBody>
      </p:sp>
      <p:sp>
        <p:nvSpPr>
          <p:cNvPr id="1684" name="Oval 1683"/>
          <p:cNvSpPr/>
          <p:nvPr/>
        </p:nvSpPr>
        <p:spPr>
          <a:xfrm>
            <a:off x="7891560" y="6757704"/>
            <a:ext cx="36000" cy="36000"/>
          </a:xfrm>
          <a:prstGeom prst="ellipse">
            <a:avLst/>
          </a:prstGeom>
          <a:solidFill>
            <a:srgbClr val="DDE2E8"/>
          </a:solidFill>
          <a:ln w="381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5" name="TextBox 1684"/>
          <p:cNvSpPr txBox="1"/>
          <p:nvPr/>
        </p:nvSpPr>
        <p:spPr>
          <a:xfrm>
            <a:off x="8046720" y="6693408"/>
            <a:ext cx="18745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0E2A47"/>
                </a:solidFill>
                <a:latin typeface="Arial"/>
              </a:rPr>
              <a:t>Non-significant (P ≥ 0.01)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