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SBS signature attribution per tumor sample (Alexandrov-style: total-count bar + fraction stack)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80160" y="2286000"/>
            <a:ext cx="1024128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280160" y="1097280"/>
            <a:ext cx="0" cy="11887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521440" y="1097280"/>
            <a:ext cx="0" cy="11887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80160" y="1097280"/>
            <a:ext cx="1024128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216152" y="22860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2037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16152" y="16916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16093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1221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216152" y="10972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10149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2443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8580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total muts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80160" y="6035040"/>
            <a:ext cx="1024128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468880"/>
            <a:ext cx="0" cy="356616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521440" y="2468880"/>
            <a:ext cx="0" cy="356616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80160" y="2468880"/>
            <a:ext cx="1024128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21615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724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216152" y="514350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06120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16152" y="425196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" y="416966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16152" y="33604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32781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216152" y="246888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77240" y="238658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24612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Proportion of mutations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00643" y="2183822"/>
            <a:ext cx="163860" cy="10217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00643" y="4931229"/>
            <a:ext cx="163860" cy="110381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00643" y="4014216"/>
            <a:ext cx="163860" cy="917013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00643" y="3165130"/>
            <a:ext cx="163860" cy="849086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00643" y="2468880"/>
            <a:ext cx="163860" cy="69625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00643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1·PO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505468" y="2148303"/>
            <a:ext cx="163860" cy="137697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05468" y="4201015"/>
            <a:ext cx="163860" cy="1834025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505468" y="3385893"/>
            <a:ext cx="163860" cy="815122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05468" y="2468880"/>
            <a:ext cx="163860" cy="917013"/>
          </a:xfrm>
          <a:prstGeom prst="rect">
            <a:avLst/>
          </a:prstGeom>
          <a:solidFill>
            <a:srgbClr val="FF9D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505468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8498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5·PO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710294" y="2199392"/>
            <a:ext cx="163860" cy="8660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10294" y="5710844"/>
            <a:ext cx="163860" cy="32419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710294" y="5224549"/>
            <a:ext cx="163860" cy="486295"/>
          </a:xfrm>
          <a:prstGeom prst="rect">
            <a:avLst/>
          </a:prstGeom>
          <a:solidFill>
            <a:srgbClr val="FF9D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710294" y="4251960"/>
            <a:ext cx="163860" cy="972589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710294" y="2468880"/>
            <a:ext cx="163860" cy="1783080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710294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89811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7·PO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15119" y="2184309"/>
            <a:ext cx="163860" cy="10169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915119" y="5333829"/>
            <a:ext cx="163860" cy="70121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15119" y="3951441"/>
            <a:ext cx="163860" cy="138238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915119" y="3230195"/>
            <a:ext cx="163860" cy="721246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915119" y="2468880"/>
            <a:ext cx="163860" cy="761315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915119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894637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10·PO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119945" y="2169225"/>
            <a:ext cx="163860" cy="11677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19945" y="5128641"/>
            <a:ext cx="163860" cy="906399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119945" y="3910203"/>
            <a:ext cx="163860" cy="121843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119945" y="3271266"/>
            <a:ext cx="163860" cy="638937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2119945" y="2468880"/>
            <a:ext cx="163860" cy="80238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19945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09946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11·PO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24771" y="2172144"/>
            <a:ext cx="163860" cy="113856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324771" y="4530244"/>
            <a:ext cx="163860" cy="150479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324771" y="3025448"/>
            <a:ext cx="163860" cy="150479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324771" y="2468880"/>
            <a:ext cx="163860" cy="556568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324771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0428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12·PO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29596" y="2201825"/>
            <a:ext cx="163860" cy="8417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529596" y="5954247"/>
            <a:ext cx="163860" cy="8079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29596" y="4240687"/>
            <a:ext cx="163860" cy="1713561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29596" y="3840480"/>
            <a:ext cx="163860" cy="400207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529596" y="2835266"/>
            <a:ext cx="163860" cy="1005214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529596" y="2468880"/>
            <a:ext cx="163860" cy="36638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29596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509114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13·PO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34422" y="2131273"/>
            <a:ext cx="163860" cy="154727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34422" y="4976533"/>
            <a:ext cx="163860" cy="105850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34422" y="3930628"/>
            <a:ext cx="163860" cy="104590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734422" y="3149349"/>
            <a:ext cx="163860" cy="781279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734422" y="2468880"/>
            <a:ext cx="163860" cy="68046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34422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13939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1·PR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939247" y="1362505"/>
            <a:ext cx="163860" cy="92349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939247" y="4925947"/>
            <a:ext cx="163860" cy="110909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939247" y="3680351"/>
            <a:ext cx="163860" cy="1245597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39247" y="2963706"/>
            <a:ext cx="163860" cy="716645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39247" y="2468880"/>
            <a:ext cx="163860" cy="494826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939247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918765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5·PR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144073" y="1337690"/>
            <a:ext cx="163860" cy="948310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144073" y="5343099"/>
            <a:ext cx="163860" cy="69194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144073" y="4305186"/>
            <a:ext cx="163860" cy="1037912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144073" y="3426953"/>
            <a:ext cx="163860" cy="878233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144073" y="2468880"/>
            <a:ext cx="163860" cy="958073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144073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12359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7·PR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48899" y="2132733"/>
            <a:ext cx="163860" cy="153267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348899" y="4789443"/>
            <a:ext cx="163860" cy="124559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348899" y="3765665"/>
            <a:ext cx="163860" cy="102377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348899" y="2468880"/>
            <a:ext cx="163860" cy="1296785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348899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32841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10·PR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53724" y="2143924"/>
            <a:ext cx="163860" cy="142076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553724" y="5181600"/>
            <a:ext cx="163860" cy="85344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553724" y="4191000"/>
            <a:ext cx="163860" cy="99060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553724" y="3429000"/>
            <a:ext cx="163860" cy="762000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53724" y="2468880"/>
            <a:ext cx="163860" cy="960120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553724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3324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11·PR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58550" y="1332338"/>
            <a:ext cx="163860" cy="953662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758550" y="4812677"/>
            <a:ext cx="163860" cy="122236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58550" y="3265098"/>
            <a:ext cx="163860" cy="154757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758550" y="2468880"/>
            <a:ext cx="163860" cy="796218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758550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738067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12·PR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963375" y="1393158"/>
            <a:ext cx="163860" cy="892842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963375" y="5991126"/>
            <a:ext cx="163860" cy="43914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963375" y="4342532"/>
            <a:ext cx="163860" cy="164859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963375" y="3888757"/>
            <a:ext cx="163860" cy="453775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963375" y="2849466"/>
            <a:ext cx="163860" cy="1039291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963375" y="2468880"/>
            <a:ext cx="163860" cy="38058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963375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942893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13·PR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168201" y="1374669"/>
            <a:ext cx="163860" cy="91133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168201" y="5880385"/>
            <a:ext cx="163860" cy="154655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168201" y="2796384"/>
            <a:ext cx="163860" cy="3084001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68201" y="2468880"/>
            <a:ext cx="163860" cy="327504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68201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414771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15·PR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373027" y="1349854"/>
            <a:ext cx="163860" cy="936146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373027" y="5933097"/>
            <a:ext cx="163860" cy="10194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373027" y="5530884"/>
            <a:ext cx="163860" cy="402212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373027" y="3875697"/>
            <a:ext cx="163860" cy="165518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373027" y="3521676"/>
            <a:ext cx="163860" cy="354021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373027" y="3243649"/>
            <a:ext cx="163860" cy="278027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373027" y="2891481"/>
            <a:ext cx="163860" cy="352168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4373027" y="2468880"/>
            <a:ext cx="163860" cy="42260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4373027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52544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18·PR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577852" y="1377102"/>
            <a:ext cx="163860" cy="90889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577852" y="5930041"/>
            <a:ext cx="163860" cy="104999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577852" y="2703697"/>
            <a:ext cx="163860" cy="322634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4577852" y="2468880"/>
            <a:ext cx="163860" cy="234817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577852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55737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19·PR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782678" y="2270430"/>
            <a:ext cx="163860" cy="15570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782678" y="4468403"/>
            <a:ext cx="163860" cy="156663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82678" y="3066676"/>
            <a:ext cx="163860" cy="140172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782678" y="2468880"/>
            <a:ext cx="163860" cy="59779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782678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762195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21·PR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987503" y="2182849"/>
            <a:ext cx="163860" cy="10315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987503" y="4663440"/>
            <a:ext cx="163860" cy="137160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987503" y="3186332"/>
            <a:ext cx="163860" cy="147710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987503" y="2468880"/>
            <a:ext cx="163860" cy="717452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987503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967021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22·PR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92329" y="2266051"/>
            <a:ext cx="163860" cy="19949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192329" y="5574466"/>
            <a:ext cx="163860" cy="460574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192329" y="4034832"/>
            <a:ext cx="163860" cy="153963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192329" y="3140002"/>
            <a:ext cx="163860" cy="894830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192329" y="2468880"/>
            <a:ext cx="163860" cy="671122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192329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17184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26·PR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397155" y="2201825"/>
            <a:ext cx="163860" cy="8417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397155" y="5250781"/>
            <a:ext cx="163860" cy="784259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397155" y="3933817"/>
            <a:ext cx="163860" cy="131696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397155" y="3193950"/>
            <a:ext cx="163860" cy="739867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397155" y="2468880"/>
            <a:ext cx="163860" cy="725070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5397155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537667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32·PR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601980" y="2203771"/>
            <a:ext cx="163860" cy="82229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5601980" y="5882503"/>
            <a:ext cx="163860" cy="15253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5601980" y="3960534"/>
            <a:ext cx="163860" cy="192196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601980" y="3641008"/>
            <a:ext cx="163860" cy="319525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601980" y="3438696"/>
            <a:ext cx="163860" cy="202313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601980" y="2773954"/>
            <a:ext cx="163860" cy="664741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601980" y="2468880"/>
            <a:ext cx="163860" cy="305074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5601980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58149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33·PR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806806" y="2160954"/>
            <a:ext cx="163860" cy="125046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806806" y="5036515"/>
            <a:ext cx="163860" cy="998525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806806" y="3752698"/>
            <a:ext cx="163860" cy="128381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806806" y="3182112"/>
            <a:ext cx="163860" cy="570586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806806" y="2468880"/>
            <a:ext cx="163860" cy="713232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806806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786323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34·PR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011631" y="1964869"/>
            <a:ext cx="163860" cy="32113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6011631" y="4932772"/>
            <a:ext cx="163860" cy="1102268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011631" y="3895344"/>
            <a:ext cx="163860" cy="103742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11631" y="2468880"/>
            <a:ext cx="163860" cy="1426464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011631" y="6071616"/>
            <a:ext cx="163860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5991149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35·PR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6216457" y="2153655"/>
            <a:ext cx="163860" cy="13234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216457" y="5812155"/>
            <a:ext cx="163860" cy="222885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216457" y="4251960"/>
            <a:ext cx="163860" cy="1560195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216457" y="3583305"/>
            <a:ext cx="163860" cy="668655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216457" y="2468880"/>
            <a:ext cx="163860" cy="1114425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216457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195974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2·PO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6421283" y="2154142"/>
            <a:ext cx="163860" cy="13185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6421283" y="5173218"/>
            <a:ext cx="163860" cy="861822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421283" y="4370832"/>
            <a:ext cx="163860" cy="80238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421283" y="3419856"/>
            <a:ext cx="163860" cy="950976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6421283" y="2468880"/>
            <a:ext cx="163860" cy="95097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6421283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40080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3·PO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626108" y="2279675"/>
            <a:ext cx="163860" cy="632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6626108" y="3657600"/>
            <a:ext cx="163860" cy="237744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6626108" y="2468880"/>
            <a:ext cx="163860" cy="118872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626108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660562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4·PO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830934" y="2156574"/>
            <a:ext cx="163860" cy="129426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6830934" y="4251960"/>
            <a:ext cx="163860" cy="178308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6830934" y="2468880"/>
            <a:ext cx="163860" cy="1783080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830934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810451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6·PO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035759" y="2137112"/>
            <a:ext cx="163860" cy="14888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035759" y="2468880"/>
            <a:ext cx="163860" cy="3566160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7035759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7015277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8·PO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7240585" y="2227613"/>
            <a:ext cx="163860" cy="58387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7240585" y="5737860"/>
            <a:ext cx="163860" cy="29718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240585" y="5143500"/>
            <a:ext cx="163860" cy="594360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240585" y="2468880"/>
            <a:ext cx="163860" cy="2674620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240585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22010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9·PO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7445411" y="2169225"/>
            <a:ext cx="163860" cy="11677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7445411" y="5831259"/>
            <a:ext cx="163860" cy="20378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445411" y="4733109"/>
            <a:ext cx="163860" cy="1098151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7445411" y="4167051"/>
            <a:ext cx="163860" cy="566057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7445411" y="3544389"/>
            <a:ext cx="163860" cy="622663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7445411" y="2468880"/>
            <a:ext cx="163860" cy="1075509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445411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2492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14·PO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7650236" y="2208637"/>
            <a:ext cx="163860" cy="77363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7650236" y="5732253"/>
            <a:ext cx="163860" cy="30278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650236" y="5025749"/>
            <a:ext cx="163860" cy="706503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650236" y="4403354"/>
            <a:ext cx="163860" cy="62239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7650236" y="3461349"/>
            <a:ext cx="163860" cy="942005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7650236" y="2468880"/>
            <a:ext cx="163860" cy="992469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7650236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629754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2·PR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7855062" y="2231992"/>
            <a:ext cx="163860" cy="5400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855062" y="5381244"/>
            <a:ext cx="163860" cy="65379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855062" y="4029075"/>
            <a:ext cx="163860" cy="135216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7855062" y="3330702"/>
            <a:ext cx="163860" cy="698373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7855062" y="2468880"/>
            <a:ext cx="163860" cy="861822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7855062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7834579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3·PR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8059887" y="2168739"/>
            <a:ext cx="163860" cy="11726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8059887" y="5383530"/>
            <a:ext cx="163860" cy="65151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8059887" y="4375404"/>
            <a:ext cx="163860" cy="100812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8059887" y="3669030"/>
            <a:ext cx="163860" cy="706374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8059887" y="2468880"/>
            <a:ext cx="163860" cy="1200150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8059887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8039405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4·PR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8264713" y="1205345"/>
            <a:ext cx="163860" cy="1080655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8264713" y="4831177"/>
            <a:ext cx="163860" cy="120386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264713" y="3150312"/>
            <a:ext cx="163860" cy="1680865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8264713" y="2468880"/>
            <a:ext cx="163860" cy="681432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8264713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24423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6·PR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8469539" y="2273836"/>
            <a:ext cx="163860" cy="12164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8469539" y="5159710"/>
            <a:ext cx="163860" cy="87533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8469539" y="3927764"/>
            <a:ext cx="163860" cy="123194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469539" y="3392840"/>
            <a:ext cx="163860" cy="534924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8469539" y="2468880"/>
            <a:ext cx="163860" cy="923960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8469539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844905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8·PR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8674364" y="2259239"/>
            <a:ext cx="163860" cy="2676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8674364" y="5249487"/>
            <a:ext cx="163860" cy="78555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8674364" y="4139738"/>
            <a:ext cx="163860" cy="110974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8674364" y="3803073"/>
            <a:ext cx="163860" cy="336665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8674364" y="3316778"/>
            <a:ext cx="163860" cy="486295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8674364" y="2468880"/>
            <a:ext cx="163860" cy="847898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8674364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65388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9·PR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8879190" y="2284540"/>
            <a:ext cx="163860" cy="1460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8879190" y="5693079"/>
            <a:ext cx="163860" cy="341961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8879190" y="4545069"/>
            <a:ext cx="163860" cy="114801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8879190" y="3922212"/>
            <a:ext cx="163860" cy="622857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8879190" y="3311568"/>
            <a:ext cx="163860" cy="61064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8879190" y="2468880"/>
            <a:ext cx="163860" cy="842688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8879190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8858707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14·PR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9084015" y="2032988"/>
            <a:ext cx="163860" cy="253012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9084015" y="5957304"/>
            <a:ext cx="163860" cy="7773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9084015" y="3961420"/>
            <a:ext cx="163860" cy="199588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9084015" y="3596059"/>
            <a:ext cx="163860" cy="365361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9084015" y="3382283"/>
            <a:ext cx="163860" cy="213775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9084015" y="2865336"/>
            <a:ext cx="163860" cy="516947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9084015" y="2468880"/>
            <a:ext cx="163860" cy="39645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9084015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9063533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16·PR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9288841" y="2268970"/>
            <a:ext cx="163860" cy="17030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9288841" y="5955073"/>
            <a:ext cx="163860" cy="7996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9288841" y="3902579"/>
            <a:ext cx="163860" cy="2052494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9288841" y="3641733"/>
            <a:ext cx="163860" cy="260846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9288841" y="3398024"/>
            <a:ext cx="163860" cy="243710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9288841" y="2979147"/>
            <a:ext cx="163860" cy="418876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288841" y="2468880"/>
            <a:ext cx="163860" cy="510267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9288841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926835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17·PR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493667" y="2184309"/>
            <a:ext cx="163860" cy="10169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9493667" y="5861081"/>
            <a:ext cx="163860" cy="173959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9493667" y="4991286"/>
            <a:ext cx="163860" cy="869795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9493667" y="3599614"/>
            <a:ext cx="163860" cy="1391672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9493667" y="2468880"/>
            <a:ext cx="163860" cy="1130734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9493667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9473184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20·PR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698492" y="2277242"/>
            <a:ext cx="163860" cy="8758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698492" y="5840774"/>
            <a:ext cx="163860" cy="19426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9698492" y="4744562"/>
            <a:ext cx="163860" cy="1096213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698492" y="3676101"/>
            <a:ext cx="163860" cy="1068460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9698492" y="2468880"/>
            <a:ext cx="163860" cy="1207221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9698492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9678010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23·PR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03318" y="2133219"/>
            <a:ext cx="163860" cy="152781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9903318" y="4954385"/>
            <a:ext cx="163860" cy="1080655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903318" y="3652197"/>
            <a:ext cx="163860" cy="1302189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9903318" y="3290177"/>
            <a:ext cx="163860" cy="362019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9903318" y="2468880"/>
            <a:ext cx="163860" cy="821297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9903318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9882835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24·PR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108143" y="2275296"/>
            <a:ext cx="163860" cy="10704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0108143" y="4605954"/>
            <a:ext cx="163860" cy="142908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10108143" y="3176868"/>
            <a:ext cx="163860" cy="142908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10108143" y="2468880"/>
            <a:ext cx="163860" cy="707988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08143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10087661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25·PR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312969" y="2220801"/>
            <a:ext cx="163860" cy="65199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312969" y="5760720"/>
            <a:ext cx="163860" cy="274320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0312969" y="4663440"/>
            <a:ext cx="163860" cy="1097280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0312969" y="2468880"/>
            <a:ext cx="163860" cy="2194560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0312969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0292486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27·PR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7795" y="2284540"/>
            <a:ext cx="163860" cy="1460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0517795" y="5002731"/>
            <a:ext cx="163860" cy="1032309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0517795" y="3125804"/>
            <a:ext cx="163860" cy="187692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0517795" y="2468880"/>
            <a:ext cx="163860" cy="656924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0517795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10497312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28·PR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10722620" y="2178956"/>
            <a:ext cx="163860" cy="107044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0722620" y="5254214"/>
            <a:ext cx="163860" cy="78082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722620" y="3937299"/>
            <a:ext cx="163860" cy="1316915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0722620" y="3086548"/>
            <a:ext cx="163860" cy="850751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722620" y="2468880"/>
            <a:ext cx="163860" cy="617668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722620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10702138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29·PR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10927446" y="2280161"/>
            <a:ext cx="163860" cy="5839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927446" y="4375318"/>
            <a:ext cx="163860" cy="1659722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0927446" y="2468880"/>
            <a:ext cx="163860" cy="1906438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0927446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10906963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30·PR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11132271" y="2146843"/>
            <a:ext cx="163860" cy="139157"/>
          </a:xfrm>
          <a:prstGeom prst="rect">
            <a:avLst/>
          </a:prstGeom>
          <a:solidFill>
            <a:srgbClr val="444A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1132271" y="4749937"/>
            <a:ext cx="163860" cy="1285103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1132271" y="4107386"/>
            <a:ext cx="163860" cy="642551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1132271" y="2822283"/>
            <a:ext cx="163860" cy="1285103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1132271" y="2468880"/>
            <a:ext cx="163860" cy="353403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11132271" y="6071616"/>
            <a:ext cx="163860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11111789" y="6217920"/>
            <a:ext cx="204826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31·PR</a:t>
            </a:r>
          </a:p>
        </p:txBody>
      </p:sp>
      <p:cxnSp>
        <p:nvCxnSpPr>
          <p:cNvPr id="365" name="Connector 364"/>
          <p:cNvCxnSpPr/>
          <p:nvPr/>
        </p:nvCxnSpPr>
        <p:spPr>
          <a:xfrm>
            <a:off x="6400800" y="1097280"/>
            <a:ext cx="0" cy="5120640"/>
          </a:xfrm>
          <a:prstGeom prst="line">
            <a:avLst/>
          </a:prstGeom>
          <a:ln w="228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TextBox 365"/>
          <p:cNvSpPr txBox="1"/>
          <p:nvPr/>
        </p:nvSpPr>
        <p:spPr>
          <a:xfrm>
            <a:off x="6492240" y="777240"/>
            <a:ext cx="13716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← good · bad →</a:t>
            </a:r>
          </a:p>
        </p:txBody>
      </p:sp>
      <p:sp>
        <p:nvSpPr>
          <p:cNvPr id="367" name="TextBox 366"/>
          <p:cNvSpPr txBox="1"/>
          <p:nvPr/>
        </p:nvSpPr>
        <p:spPr>
          <a:xfrm>
            <a:off x="11612880" y="1005840"/>
            <a:ext cx="54864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SBS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11612880" y="1188720"/>
            <a:ext cx="164592" cy="12801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11814048" y="117043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11612880" y="1389888"/>
            <a:ext cx="164592" cy="12801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11814048" y="137160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SBS4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11612880" y="1591056"/>
            <a:ext cx="164592" cy="128016"/>
          </a:xfrm>
          <a:prstGeom prst="rect">
            <a:avLst/>
          </a:prstGeom>
          <a:solidFill>
            <a:srgbClr val="E15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11814048" y="1572768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SBS5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11612880" y="1792224"/>
            <a:ext cx="164592" cy="128016"/>
          </a:xfrm>
          <a:prstGeom prst="rect">
            <a:avLst/>
          </a:prstGeom>
          <a:solidFill>
            <a:srgbClr val="76B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11814048" y="1773936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SBS6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11612880" y="1993392"/>
            <a:ext cx="164592" cy="128016"/>
          </a:xfrm>
          <a:prstGeom prst="rect">
            <a:avLst/>
          </a:prstGeom>
          <a:solidFill>
            <a:srgbClr val="59A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11814048" y="1975104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SBS7b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11612880" y="2194560"/>
            <a:ext cx="164592" cy="128016"/>
          </a:xfrm>
          <a:prstGeom prst="rect">
            <a:avLst/>
          </a:prstGeom>
          <a:solidFill>
            <a:srgbClr val="EDC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11814048" y="217627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SBS9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11612880" y="2395728"/>
            <a:ext cx="164592" cy="128016"/>
          </a:xfrm>
          <a:prstGeom prst="rect">
            <a:avLst/>
          </a:prstGeom>
          <a:solidFill>
            <a:srgbClr val="B07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1814048" y="237744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SBS10b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1612880" y="2596896"/>
            <a:ext cx="164592" cy="128016"/>
          </a:xfrm>
          <a:prstGeom prst="rect">
            <a:avLst/>
          </a:prstGeom>
          <a:solidFill>
            <a:srgbClr val="FF9D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TextBox 382"/>
          <p:cNvSpPr txBox="1"/>
          <p:nvPr/>
        </p:nvSpPr>
        <p:spPr>
          <a:xfrm>
            <a:off x="11814048" y="2578608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SBS14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11612880" y="2798064"/>
            <a:ext cx="164592" cy="128016"/>
          </a:xfrm>
          <a:prstGeom prst="rect">
            <a:avLst/>
          </a:prstGeom>
          <a:solidFill>
            <a:srgbClr val="9C75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11814048" y="2779776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SBS15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11612880" y="2999232"/>
            <a:ext cx="164592" cy="128016"/>
          </a:xfrm>
          <a:prstGeom prst="rect">
            <a:avLst/>
          </a:prstGeom>
          <a:solidFill>
            <a:srgbClr val="BAB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1814048" y="2980944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SBS18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11612880" y="3200400"/>
            <a:ext cx="164592" cy="128016"/>
          </a:xfrm>
          <a:prstGeom prst="rect">
            <a:avLst/>
          </a:prstGeom>
          <a:solidFill>
            <a:srgbClr val="4E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1814048" y="318211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SBS19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11612880" y="3401568"/>
            <a:ext cx="164592" cy="128016"/>
          </a:xfrm>
          <a:prstGeom prst="rect">
            <a:avLst/>
          </a:prstGeom>
          <a:solidFill>
            <a:srgbClr val="F2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11814048" y="3383280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SBS24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1280160" y="6217920"/>
            <a:ext cx="10241280" cy="320040"/>
          </a:xfrm>
          <a:prstGeom prst="rect">
            <a:avLst/>
          </a:prstGeom>
          <a:solidFill>
            <a:srgbClr val="F0F0F0"/>
          </a:solidFill>
          <a:ln w="1016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1280160" y="6217920"/>
            <a:ext cx="1024128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SBS5 (clock-like) + SBS1 (CpG deamination) dominate &gt; 60 % of mutations; SBS3 (HRD) absent across all samples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