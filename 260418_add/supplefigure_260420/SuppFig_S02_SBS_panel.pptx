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28600"/>
            <a:ext cx="411480" cy="4114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222222"/>
                </a:solidFill>
                <a:latin typeface="Arial"/>
              </a:rPr>
              <a:t>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20040"/>
            <a:ext cx="10515600" cy="36576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222222"/>
                </a:solidFill>
                <a:latin typeface="Arial"/>
              </a:rPr>
              <a:t>SBS signature attribution per tumor sample (SigProfiler refit; proportion of total mutations)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371600" y="5760720"/>
            <a:ext cx="10332720" cy="0"/>
          </a:xfrm>
          <a:prstGeom prst="line">
            <a:avLst/>
          </a:prstGeom>
          <a:ln w="12700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371600" y="1188720"/>
            <a:ext cx="0" cy="4572000"/>
          </a:xfrm>
          <a:prstGeom prst="line">
            <a:avLst/>
          </a:prstGeom>
          <a:ln w="12700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1704320" y="1188720"/>
            <a:ext cx="0" cy="4572000"/>
          </a:xfrm>
          <a:prstGeom prst="line">
            <a:avLst/>
          </a:prstGeom>
          <a:ln w="6350">
            <a:solidFill>
              <a:srgbClr val="DDDD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371600" y="1188720"/>
            <a:ext cx="10332720" cy="0"/>
          </a:xfrm>
          <a:prstGeom prst="line">
            <a:avLst/>
          </a:prstGeom>
          <a:ln w="6350">
            <a:solidFill>
              <a:srgbClr val="DDDD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307592" y="5760720"/>
            <a:ext cx="64008" cy="0"/>
          </a:xfrm>
          <a:prstGeom prst="line">
            <a:avLst/>
          </a:prstGeom>
          <a:ln w="9525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868680" y="5678424"/>
            <a:ext cx="438912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 i="0">
                <a:solidFill>
                  <a:srgbClr val="222222"/>
                </a:solidFill>
                <a:latin typeface="Arial"/>
              </a:rPr>
              <a:t>0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307592" y="4617720"/>
            <a:ext cx="64008" cy="0"/>
          </a:xfrm>
          <a:prstGeom prst="line">
            <a:avLst/>
          </a:prstGeom>
          <a:ln w="9525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68680" y="4535424"/>
            <a:ext cx="438912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 i="0">
                <a:solidFill>
                  <a:srgbClr val="222222"/>
                </a:solidFill>
                <a:latin typeface="Arial"/>
              </a:rPr>
              <a:t>0.25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307592" y="3474720"/>
            <a:ext cx="64008" cy="0"/>
          </a:xfrm>
          <a:prstGeom prst="line">
            <a:avLst/>
          </a:prstGeom>
          <a:ln w="9525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868680" y="3392424"/>
            <a:ext cx="438912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 i="0">
                <a:solidFill>
                  <a:srgbClr val="222222"/>
                </a:solidFill>
                <a:latin typeface="Arial"/>
              </a:rPr>
              <a:t>0.5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307592" y="2331720"/>
            <a:ext cx="64008" cy="0"/>
          </a:xfrm>
          <a:prstGeom prst="line">
            <a:avLst/>
          </a:prstGeom>
          <a:ln w="9525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68680" y="2249424"/>
            <a:ext cx="438912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 i="0">
                <a:solidFill>
                  <a:srgbClr val="222222"/>
                </a:solidFill>
                <a:latin typeface="Arial"/>
              </a:rPr>
              <a:t>0.75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307592" y="1188720"/>
            <a:ext cx="64008" cy="0"/>
          </a:xfrm>
          <a:prstGeom prst="line">
            <a:avLst/>
          </a:prstGeom>
          <a:ln w="9525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68680" y="1106424"/>
            <a:ext cx="438912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 i="0">
                <a:solidFill>
                  <a:srgbClr val="222222"/>
                </a:solidFill>
                <a:latin typeface="Arial"/>
              </a:rPr>
              <a:t>1.0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2468880"/>
            <a:ext cx="365760" cy="20116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222222"/>
                </a:solidFill>
                <a:latin typeface="Arial"/>
              </a:rPr>
              <a:t>Proportion of mutations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392265" y="4345577"/>
            <a:ext cx="165324" cy="1415143"/>
          </a:xfrm>
          <a:prstGeom prst="rect">
            <a:avLst/>
          </a:prstGeom>
          <a:solidFill>
            <a:srgbClr val="4E7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392265" y="3169920"/>
            <a:ext cx="165324" cy="1175657"/>
          </a:xfrm>
          <a:prstGeom prst="rect">
            <a:avLst/>
          </a:prstGeom>
          <a:solidFill>
            <a:srgbClr val="59A1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392265" y="2081349"/>
            <a:ext cx="165324" cy="1088571"/>
          </a:xfrm>
          <a:prstGeom prst="rect">
            <a:avLst/>
          </a:prstGeom>
          <a:solidFill>
            <a:srgbClr val="EDC9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392265" y="1188720"/>
            <a:ext cx="165324" cy="892629"/>
          </a:xfrm>
          <a:prstGeom prst="rect">
            <a:avLst/>
          </a:prstGeom>
          <a:solidFill>
            <a:srgbClr val="DD85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71600" y="5788152"/>
            <a:ext cx="206654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00" b="0" i="0">
                <a:solidFill>
                  <a:srgbClr val="222222"/>
                </a:solidFill>
                <a:latin typeface="Arial"/>
              </a:rPr>
              <a:t>1·PO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392265" y="6016752"/>
            <a:ext cx="165324" cy="91440"/>
          </a:xfrm>
          <a:prstGeom prst="rect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598920" y="3409406"/>
            <a:ext cx="165324" cy="2351314"/>
          </a:xfrm>
          <a:prstGeom prst="rect">
            <a:avLst/>
          </a:prstGeom>
          <a:solidFill>
            <a:srgbClr val="4E7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598920" y="2364377"/>
            <a:ext cx="165324" cy="1045029"/>
          </a:xfrm>
          <a:prstGeom prst="rect">
            <a:avLst/>
          </a:prstGeom>
          <a:solidFill>
            <a:srgbClr val="59A1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598920" y="1188720"/>
            <a:ext cx="165324" cy="1175657"/>
          </a:xfrm>
          <a:prstGeom prst="rect">
            <a:avLst/>
          </a:prstGeom>
          <a:solidFill>
            <a:srgbClr val="59A1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578254" y="5788152"/>
            <a:ext cx="206654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00" b="0" i="0">
                <a:solidFill>
                  <a:srgbClr val="222222"/>
                </a:solidFill>
                <a:latin typeface="Arial"/>
              </a:rPr>
              <a:t>5·PO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598920" y="6016752"/>
            <a:ext cx="165324" cy="91440"/>
          </a:xfrm>
          <a:prstGeom prst="rect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805574" y="5345084"/>
            <a:ext cx="165324" cy="415636"/>
          </a:xfrm>
          <a:prstGeom prst="rect">
            <a:avLst/>
          </a:prstGeom>
          <a:solidFill>
            <a:srgbClr val="59A1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805574" y="4721629"/>
            <a:ext cx="165324" cy="623455"/>
          </a:xfrm>
          <a:prstGeom prst="rect">
            <a:avLst/>
          </a:prstGeom>
          <a:solidFill>
            <a:srgbClr val="BAB0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805574" y="3474720"/>
            <a:ext cx="165324" cy="1246909"/>
          </a:xfrm>
          <a:prstGeom prst="rect">
            <a:avLst/>
          </a:prstGeom>
          <a:solidFill>
            <a:srgbClr val="4C72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805574" y="1188720"/>
            <a:ext cx="165324" cy="2286000"/>
          </a:xfrm>
          <a:prstGeom prst="rect">
            <a:avLst/>
          </a:prstGeom>
          <a:solidFill>
            <a:srgbClr val="F28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784909" y="5788152"/>
            <a:ext cx="206654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00" b="0" i="0">
                <a:solidFill>
                  <a:srgbClr val="222222"/>
                </a:solidFill>
                <a:latin typeface="Arial"/>
              </a:rPr>
              <a:t>7·PO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805574" y="6016752"/>
            <a:ext cx="165324" cy="91440"/>
          </a:xfrm>
          <a:prstGeom prst="rect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2012229" y="4861731"/>
            <a:ext cx="165324" cy="898989"/>
          </a:xfrm>
          <a:prstGeom prst="rect">
            <a:avLst/>
          </a:prstGeom>
          <a:solidFill>
            <a:srgbClr val="4E7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012229" y="3089439"/>
            <a:ext cx="165324" cy="1772292"/>
          </a:xfrm>
          <a:prstGeom prst="rect">
            <a:avLst/>
          </a:prstGeom>
          <a:solidFill>
            <a:srgbClr val="59A1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012229" y="2164765"/>
            <a:ext cx="165324" cy="924674"/>
          </a:xfrm>
          <a:prstGeom prst="rect">
            <a:avLst/>
          </a:prstGeom>
          <a:solidFill>
            <a:srgbClr val="EDC9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2012229" y="1188720"/>
            <a:ext cx="165324" cy="976045"/>
          </a:xfrm>
          <a:prstGeom prst="rect">
            <a:avLst/>
          </a:prstGeom>
          <a:solidFill>
            <a:srgbClr val="4C72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991563" y="5788152"/>
            <a:ext cx="206654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00" b="0" i="0">
                <a:solidFill>
                  <a:srgbClr val="222222"/>
                </a:solidFill>
                <a:latin typeface="Arial"/>
              </a:rPr>
              <a:t>10·PO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012229" y="6016752"/>
            <a:ext cx="165324" cy="91440"/>
          </a:xfrm>
          <a:prstGeom prst="rect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2218883" y="4598670"/>
            <a:ext cx="165324" cy="1162050"/>
          </a:xfrm>
          <a:prstGeom prst="rect">
            <a:avLst/>
          </a:prstGeom>
          <a:solidFill>
            <a:srgbClr val="4E7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2218883" y="3036570"/>
            <a:ext cx="165324" cy="1562100"/>
          </a:xfrm>
          <a:prstGeom prst="rect">
            <a:avLst/>
          </a:prstGeom>
          <a:solidFill>
            <a:srgbClr val="59A1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2218883" y="2217420"/>
            <a:ext cx="165324" cy="819150"/>
          </a:xfrm>
          <a:prstGeom prst="rect">
            <a:avLst/>
          </a:prstGeom>
          <a:solidFill>
            <a:srgbClr val="EDC9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2218883" y="1188720"/>
            <a:ext cx="165324" cy="1028700"/>
          </a:xfrm>
          <a:prstGeom prst="rect">
            <a:avLst/>
          </a:prstGeom>
          <a:solidFill>
            <a:srgbClr val="4C72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198218" y="5788152"/>
            <a:ext cx="206654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00" b="0" i="0">
                <a:solidFill>
                  <a:srgbClr val="222222"/>
                </a:solidFill>
                <a:latin typeface="Arial"/>
              </a:rPr>
              <a:t>11·PO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218883" y="6016752"/>
            <a:ext cx="165324" cy="91440"/>
          </a:xfrm>
          <a:prstGeom prst="rect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2425537" y="3831495"/>
            <a:ext cx="165324" cy="1929225"/>
          </a:xfrm>
          <a:prstGeom prst="rect">
            <a:avLst/>
          </a:prstGeom>
          <a:solidFill>
            <a:srgbClr val="4E7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2425537" y="1902269"/>
            <a:ext cx="165324" cy="1929225"/>
          </a:xfrm>
          <a:prstGeom prst="rect">
            <a:avLst/>
          </a:prstGeom>
          <a:solidFill>
            <a:srgbClr val="59A1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2425537" y="1188720"/>
            <a:ext cx="165324" cy="713549"/>
          </a:xfrm>
          <a:prstGeom prst="rect">
            <a:avLst/>
          </a:prstGeom>
          <a:solidFill>
            <a:srgbClr val="BAB0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404872" y="5788152"/>
            <a:ext cx="206654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00" b="0" i="0">
                <a:solidFill>
                  <a:srgbClr val="222222"/>
                </a:solidFill>
                <a:latin typeface="Arial"/>
              </a:rPr>
              <a:t>12·PO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425537" y="6016752"/>
            <a:ext cx="165324" cy="91440"/>
          </a:xfrm>
          <a:prstGeom prst="rect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2632192" y="5657139"/>
            <a:ext cx="165324" cy="103581"/>
          </a:xfrm>
          <a:prstGeom prst="rect">
            <a:avLst/>
          </a:prstGeom>
          <a:solidFill>
            <a:srgbClr val="4E7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2632192" y="3460267"/>
            <a:ext cx="165324" cy="2196872"/>
          </a:xfrm>
          <a:prstGeom prst="rect">
            <a:avLst/>
          </a:prstGeom>
          <a:solidFill>
            <a:srgbClr val="59A1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2632192" y="2947182"/>
            <a:ext cx="165324" cy="513085"/>
          </a:xfrm>
          <a:prstGeom prst="rect">
            <a:avLst/>
          </a:prstGeom>
          <a:solidFill>
            <a:srgbClr val="EDC9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2632192" y="1658446"/>
            <a:ext cx="165324" cy="1288736"/>
          </a:xfrm>
          <a:prstGeom prst="rect">
            <a:avLst/>
          </a:prstGeom>
          <a:solidFill>
            <a:srgbClr val="F28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2632192" y="1188720"/>
            <a:ext cx="165324" cy="469726"/>
          </a:xfrm>
          <a:prstGeom prst="rect">
            <a:avLst/>
          </a:prstGeom>
          <a:solidFill>
            <a:srgbClr val="4E7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611526" y="5788152"/>
            <a:ext cx="206654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00" b="0" i="0">
                <a:solidFill>
                  <a:srgbClr val="222222"/>
                </a:solidFill>
                <a:latin typeface="Arial"/>
              </a:rPr>
              <a:t>13·PO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632192" y="6016752"/>
            <a:ext cx="165324" cy="91440"/>
          </a:xfrm>
          <a:prstGeom prst="rect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2838846" y="4403660"/>
            <a:ext cx="165324" cy="1357060"/>
          </a:xfrm>
          <a:prstGeom prst="rect">
            <a:avLst/>
          </a:prstGeom>
          <a:solidFill>
            <a:srgbClr val="4E7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2838846" y="3062755"/>
            <a:ext cx="165324" cy="1340905"/>
          </a:xfrm>
          <a:prstGeom prst="rect">
            <a:avLst/>
          </a:prstGeom>
          <a:solidFill>
            <a:srgbClr val="59A1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2838846" y="2061116"/>
            <a:ext cx="165324" cy="1001640"/>
          </a:xfrm>
          <a:prstGeom prst="rect">
            <a:avLst/>
          </a:prstGeom>
          <a:solidFill>
            <a:srgbClr val="EDC9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2838846" y="1188720"/>
            <a:ext cx="165324" cy="872396"/>
          </a:xfrm>
          <a:prstGeom prst="rect">
            <a:avLst/>
          </a:prstGeom>
          <a:solidFill>
            <a:srgbClr val="DD85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818181" y="5788152"/>
            <a:ext cx="206654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00" b="0" i="0">
                <a:solidFill>
                  <a:srgbClr val="222222"/>
                </a:solidFill>
                <a:latin typeface="Arial"/>
              </a:rPr>
              <a:t>1·PR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838846" y="6016752"/>
            <a:ext cx="165324" cy="91440"/>
          </a:xfrm>
          <a:prstGeom prst="rect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3045501" y="4338806"/>
            <a:ext cx="165324" cy="1421914"/>
          </a:xfrm>
          <a:prstGeom prst="rect">
            <a:avLst/>
          </a:prstGeom>
          <a:solidFill>
            <a:srgbClr val="4E7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3045501" y="2741887"/>
            <a:ext cx="165324" cy="1596919"/>
          </a:xfrm>
          <a:prstGeom prst="rect">
            <a:avLst/>
          </a:prstGeom>
          <a:solidFill>
            <a:srgbClr val="59A1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3045501" y="1823112"/>
            <a:ext cx="165324" cy="918775"/>
          </a:xfrm>
          <a:prstGeom prst="rect">
            <a:avLst/>
          </a:prstGeom>
          <a:solidFill>
            <a:srgbClr val="EDC9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3045501" y="1188720"/>
            <a:ext cx="165324" cy="634392"/>
          </a:xfrm>
          <a:prstGeom prst="rect">
            <a:avLst/>
          </a:prstGeom>
          <a:solidFill>
            <a:srgbClr val="F28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3024835" y="5788152"/>
            <a:ext cx="206654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00" b="0" i="0">
                <a:solidFill>
                  <a:srgbClr val="222222"/>
                </a:solidFill>
                <a:latin typeface="Arial"/>
              </a:rPr>
              <a:t>5·PR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045501" y="6016752"/>
            <a:ext cx="165324" cy="91440"/>
          </a:xfrm>
          <a:prstGeom prst="rect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3252155" y="4873616"/>
            <a:ext cx="165324" cy="887104"/>
          </a:xfrm>
          <a:prstGeom prst="rect">
            <a:avLst/>
          </a:prstGeom>
          <a:solidFill>
            <a:srgbClr val="4E7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3252155" y="3542959"/>
            <a:ext cx="165324" cy="1330657"/>
          </a:xfrm>
          <a:prstGeom prst="rect">
            <a:avLst/>
          </a:prstGeom>
          <a:solidFill>
            <a:srgbClr val="59A1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3252155" y="2417019"/>
            <a:ext cx="165324" cy="1125940"/>
          </a:xfrm>
          <a:prstGeom prst="rect">
            <a:avLst/>
          </a:prstGeom>
          <a:solidFill>
            <a:srgbClr val="EDC9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3252155" y="1188720"/>
            <a:ext cx="165324" cy="1228299"/>
          </a:xfrm>
          <a:prstGeom prst="rect">
            <a:avLst/>
          </a:prstGeom>
          <a:solidFill>
            <a:srgbClr val="4C72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3231490" y="5788152"/>
            <a:ext cx="206654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00" b="0" i="0">
                <a:solidFill>
                  <a:srgbClr val="222222"/>
                </a:solidFill>
                <a:latin typeface="Arial"/>
              </a:rPr>
              <a:t>7·PR</a:t>
            </a:r>
          </a:p>
        </p:txBody>
      </p:sp>
      <p:sp>
        <p:nvSpPr>
          <p:cNvPr id="77" name="Rectangle 76"/>
          <p:cNvSpPr/>
          <p:nvPr/>
        </p:nvSpPr>
        <p:spPr>
          <a:xfrm>
            <a:off x="3252155" y="6016752"/>
            <a:ext cx="165324" cy="91440"/>
          </a:xfrm>
          <a:prstGeom prst="rect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3458809" y="4163801"/>
            <a:ext cx="165324" cy="1596919"/>
          </a:xfrm>
          <a:prstGeom prst="rect">
            <a:avLst/>
          </a:prstGeom>
          <a:solidFill>
            <a:srgbClr val="4E7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3458809" y="2851265"/>
            <a:ext cx="165324" cy="1312536"/>
          </a:xfrm>
          <a:prstGeom prst="rect">
            <a:avLst/>
          </a:prstGeom>
          <a:solidFill>
            <a:srgbClr val="59A1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3458809" y="1188720"/>
            <a:ext cx="165324" cy="1662545"/>
          </a:xfrm>
          <a:prstGeom prst="rect">
            <a:avLst/>
          </a:prstGeom>
          <a:solidFill>
            <a:srgbClr val="F28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3438144" y="5788152"/>
            <a:ext cx="206654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00" b="0" i="0">
                <a:solidFill>
                  <a:srgbClr val="222222"/>
                </a:solidFill>
                <a:latin typeface="Arial"/>
              </a:rPr>
              <a:t>10·PR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458809" y="6016752"/>
            <a:ext cx="165324" cy="91440"/>
          </a:xfrm>
          <a:prstGeom prst="rect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3665464" y="4666566"/>
            <a:ext cx="165324" cy="1094154"/>
          </a:xfrm>
          <a:prstGeom prst="rect">
            <a:avLst/>
          </a:prstGeom>
          <a:solidFill>
            <a:srgbClr val="4E7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3665464" y="3396566"/>
            <a:ext cx="165324" cy="1270000"/>
          </a:xfrm>
          <a:prstGeom prst="rect">
            <a:avLst/>
          </a:prstGeom>
          <a:solidFill>
            <a:srgbClr val="59A1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3665464" y="2419643"/>
            <a:ext cx="165324" cy="976923"/>
          </a:xfrm>
          <a:prstGeom prst="rect">
            <a:avLst/>
          </a:prstGeom>
          <a:solidFill>
            <a:srgbClr val="EDC9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3665464" y="1188720"/>
            <a:ext cx="165324" cy="1230923"/>
          </a:xfrm>
          <a:prstGeom prst="rect">
            <a:avLst/>
          </a:prstGeom>
          <a:solidFill>
            <a:srgbClr val="4C72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3644798" y="5788152"/>
            <a:ext cx="206654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00" b="0" i="0">
                <a:solidFill>
                  <a:srgbClr val="222222"/>
                </a:solidFill>
                <a:latin typeface="Arial"/>
              </a:rPr>
              <a:t>11·PR</a:t>
            </a:r>
          </a:p>
        </p:txBody>
      </p:sp>
      <p:sp>
        <p:nvSpPr>
          <p:cNvPr id="88" name="Rectangle 87"/>
          <p:cNvSpPr/>
          <p:nvPr/>
        </p:nvSpPr>
        <p:spPr>
          <a:xfrm>
            <a:off x="3665464" y="6016752"/>
            <a:ext cx="165324" cy="91440"/>
          </a:xfrm>
          <a:prstGeom prst="rect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3872118" y="4193588"/>
            <a:ext cx="165324" cy="1567132"/>
          </a:xfrm>
          <a:prstGeom prst="rect">
            <a:avLst/>
          </a:prstGeom>
          <a:solidFill>
            <a:srgbClr val="4E7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3872118" y="2209512"/>
            <a:ext cx="165324" cy="1984075"/>
          </a:xfrm>
          <a:prstGeom prst="rect">
            <a:avLst/>
          </a:prstGeom>
          <a:solidFill>
            <a:srgbClr val="59A1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3872118" y="1188720"/>
            <a:ext cx="165324" cy="1020792"/>
          </a:xfrm>
          <a:prstGeom prst="rect">
            <a:avLst/>
          </a:prstGeom>
          <a:solidFill>
            <a:srgbClr val="BAB0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3851453" y="5788152"/>
            <a:ext cx="206654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00" b="0" i="0">
                <a:solidFill>
                  <a:srgbClr val="222222"/>
                </a:solidFill>
                <a:latin typeface="Arial"/>
              </a:rPr>
              <a:t>12·PR</a:t>
            </a:r>
          </a:p>
        </p:txBody>
      </p:sp>
      <p:sp>
        <p:nvSpPr>
          <p:cNvPr id="93" name="Rectangle 92"/>
          <p:cNvSpPr/>
          <p:nvPr/>
        </p:nvSpPr>
        <p:spPr>
          <a:xfrm>
            <a:off x="3872118" y="6016752"/>
            <a:ext cx="165324" cy="91440"/>
          </a:xfrm>
          <a:prstGeom prst="rect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4078773" y="5704420"/>
            <a:ext cx="165324" cy="56300"/>
          </a:xfrm>
          <a:prstGeom prst="rect">
            <a:avLst/>
          </a:prstGeom>
          <a:solidFill>
            <a:srgbClr val="4E7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4078773" y="3590838"/>
            <a:ext cx="165324" cy="2113582"/>
          </a:xfrm>
          <a:prstGeom prst="rect">
            <a:avLst/>
          </a:prstGeom>
          <a:solidFill>
            <a:srgbClr val="59A1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4078773" y="3009075"/>
            <a:ext cx="165324" cy="581763"/>
          </a:xfrm>
          <a:prstGeom prst="rect">
            <a:avLst/>
          </a:prstGeom>
          <a:solidFill>
            <a:srgbClr val="EDC9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4078773" y="1676650"/>
            <a:ext cx="165324" cy="1332425"/>
          </a:xfrm>
          <a:prstGeom prst="rect">
            <a:avLst/>
          </a:prstGeom>
          <a:solidFill>
            <a:srgbClr val="F28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4078773" y="1188720"/>
            <a:ext cx="165324" cy="487930"/>
          </a:xfrm>
          <a:prstGeom prst="rect">
            <a:avLst/>
          </a:prstGeom>
          <a:solidFill>
            <a:srgbClr val="4E7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4058107" y="5788152"/>
            <a:ext cx="206654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00" b="0" i="0">
                <a:solidFill>
                  <a:srgbClr val="222222"/>
                </a:solidFill>
                <a:latin typeface="Arial"/>
              </a:rPr>
              <a:t>13·PR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4078773" y="6016752"/>
            <a:ext cx="165324" cy="91440"/>
          </a:xfrm>
          <a:prstGeom prst="rect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4285427" y="5562444"/>
            <a:ext cx="165324" cy="198276"/>
          </a:xfrm>
          <a:prstGeom prst="rect">
            <a:avLst/>
          </a:prstGeom>
          <a:solidFill>
            <a:srgbClr val="4E7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4285427" y="1608598"/>
            <a:ext cx="165324" cy="3953847"/>
          </a:xfrm>
          <a:prstGeom prst="rect">
            <a:avLst/>
          </a:prstGeom>
          <a:solidFill>
            <a:srgbClr val="59A1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4285427" y="1188720"/>
            <a:ext cx="165324" cy="419878"/>
          </a:xfrm>
          <a:prstGeom prst="rect">
            <a:avLst/>
          </a:prstGeom>
          <a:solidFill>
            <a:srgbClr val="EDC9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4264762" y="5788152"/>
            <a:ext cx="206654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00" b="0" i="0">
                <a:solidFill>
                  <a:srgbClr val="222222"/>
                </a:solidFill>
                <a:latin typeface="Arial"/>
              </a:rPr>
              <a:t>15·PR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4285427" y="6016752"/>
            <a:ext cx="165324" cy="91440"/>
          </a:xfrm>
          <a:prstGeom prst="rect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4492081" y="5630024"/>
            <a:ext cx="165324" cy="130696"/>
          </a:xfrm>
          <a:prstGeom prst="rect">
            <a:avLst/>
          </a:prstGeom>
          <a:solidFill>
            <a:srgbClr val="4E7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4492081" y="5114367"/>
            <a:ext cx="165324" cy="515657"/>
          </a:xfrm>
          <a:prstGeom prst="rect">
            <a:avLst/>
          </a:prstGeom>
          <a:solidFill>
            <a:srgbClr val="76B7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4492081" y="2992331"/>
            <a:ext cx="165324" cy="2122035"/>
          </a:xfrm>
          <a:prstGeom prst="rect">
            <a:avLst/>
          </a:prstGeom>
          <a:solidFill>
            <a:srgbClr val="59A1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4492081" y="2538458"/>
            <a:ext cx="165324" cy="453873"/>
          </a:xfrm>
          <a:prstGeom prst="rect">
            <a:avLst/>
          </a:prstGeom>
          <a:solidFill>
            <a:srgbClr val="EDC9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4492081" y="2182013"/>
            <a:ext cx="165324" cy="356445"/>
          </a:xfrm>
          <a:prstGeom prst="rect">
            <a:avLst/>
          </a:prstGeom>
          <a:solidFill>
            <a:srgbClr val="B07A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4492081" y="1730516"/>
            <a:ext cx="165324" cy="451497"/>
          </a:xfrm>
          <a:prstGeom prst="rect">
            <a:avLst/>
          </a:prstGeom>
          <a:solidFill>
            <a:srgbClr val="4E7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4492081" y="1188720"/>
            <a:ext cx="165324" cy="541796"/>
          </a:xfrm>
          <a:prstGeom prst="rect">
            <a:avLst/>
          </a:prstGeom>
          <a:solidFill>
            <a:srgbClr val="4E7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4471416" y="5788152"/>
            <a:ext cx="206654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00" b="0" i="0">
                <a:solidFill>
                  <a:srgbClr val="222222"/>
                </a:solidFill>
                <a:latin typeface="Arial"/>
              </a:rPr>
              <a:t>18·PR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4492081" y="6016752"/>
            <a:ext cx="165324" cy="91440"/>
          </a:xfrm>
          <a:prstGeom prst="rect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4698736" y="5626105"/>
            <a:ext cx="165324" cy="134615"/>
          </a:xfrm>
          <a:prstGeom prst="rect">
            <a:avLst/>
          </a:prstGeom>
          <a:solidFill>
            <a:srgbClr val="4E7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4698736" y="1489767"/>
            <a:ext cx="165324" cy="4136338"/>
          </a:xfrm>
          <a:prstGeom prst="rect">
            <a:avLst/>
          </a:prstGeom>
          <a:solidFill>
            <a:srgbClr val="59A1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4698736" y="1188720"/>
            <a:ext cx="165324" cy="301047"/>
          </a:xfrm>
          <a:prstGeom prst="rect">
            <a:avLst/>
          </a:prstGeom>
          <a:solidFill>
            <a:srgbClr val="EDC9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4678070" y="5788152"/>
            <a:ext cx="206654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00" b="0" i="0">
                <a:solidFill>
                  <a:srgbClr val="222222"/>
                </a:solidFill>
                <a:latin typeface="Arial"/>
              </a:rPr>
              <a:t>19·PR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4698736" y="6016752"/>
            <a:ext cx="165324" cy="91440"/>
          </a:xfrm>
          <a:prstGeom prst="rect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4905390" y="3752211"/>
            <a:ext cx="165324" cy="2008509"/>
          </a:xfrm>
          <a:prstGeom prst="rect">
            <a:avLst/>
          </a:prstGeom>
          <a:solidFill>
            <a:srgbClr val="4E7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4905390" y="1955125"/>
            <a:ext cx="165324" cy="1797087"/>
          </a:xfrm>
          <a:prstGeom prst="rect">
            <a:avLst/>
          </a:prstGeom>
          <a:solidFill>
            <a:srgbClr val="59A1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4905390" y="1188720"/>
            <a:ext cx="165324" cy="766405"/>
          </a:xfrm>
          <a:prstGeom prst="rect">
            <a:avLst/>
          </a:prstGeom>
          <a:solidFill>
            <a:srgbClr val="4E7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4884725" y="5788152"/>
            <a:ext cx="206654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00" b="0" i="0">
                <a:solidFill>
                  <a:srgbClr val="222222"/>
                </a:solidFill>
                <a:latin typeface="Arial"/>
              </a:rPr>
              <a:t>21·PR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4905390" y="6016752"/>
            <a:ext cx="165324" cy="91440"/>
          </a:xfrm>
          <a:prstGeom prst="rect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5112045" y="4002258"/>
            <a:ext cx="165324" cy="1758462"/>
          </a:xfrm>
          <a:prstGeom prst="rect">
            <a:avLst/>
          </a:prstGeom>
          <a:solidFill>
            <a:srgbClr val="4E7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5112045" y="2108531"/>
            <a:ext cx="165324" cy="1893728"/>
          </a:xfrm>
          <a:prstGeom prst="rect">
            <a:avLst/>
          </a:prstGeom>
          <a:solidFill>
            <a:srgbClr val="59A1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5112045" y="1188720"/>
            <a:ext cx="165324" cy="919811"/>
          </a:xfrm>
          <a:prstGeom prst="rect">
            <a:avLst/>
          </a:prstGeom>
          <a:solidFill>
            <a:srgbClr val="BAB0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5091379" y="5788152"/>
            <a:ext cx="206654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00" b="0" i="0">
                <a:solidFill>
                  <a:srgbClr val="222222"/>
                </a:solidFill>
                <a:latin typeface="Arial"/>
              </a:rPr>
              <a:t>22·PR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5112045" y="6016752"/>
            <a:ext cx="165324" cy="91440"/>
          </a:xfrm>
          <a:prstGeom prst="rect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5318699" y="5170240"/>
            <a:ext cx="165324" cy="590480"/>
          </a:xfrm>
          <a:prstGeom prst="rect">
            <a:avLst/>
          </a:prstGeom>
          <a:solidFill>
            <a:srgbClr val="4E7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5318699" y="3196351"/>
            <a:ext cx="165324" cy="1973889"/>
          </a:xfrm>
          <a:prstGeom prst="rect">
            <a:avLst/>
          </a:prstGeom>
          <a:solidFill>
            <a:srgbClr val="59A1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5318699" y="2049133"/>
            <a:ext cx="165324" cy="1147218"/>
          </a:xfrm>
          <a:prstGeom prst="rect">
            <a:avLst/>
          </a:prstGeom>
          <a:solidFill>
            <a:srgbClr val="EDC9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5318699" y="1188720"/>
            <a:ext cx="165324" cy="860413"/>
          </a:xfrm>
          <a:prstGeom prst="rect">
            <a:avLst/>
          </a:prstGeom>
          <a:solidFill>
            <a:srgbClr val="4C72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5298034" y="5788152"/>
            <a:ext cx="206654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00" b="0" i="0">
                <a:solidFill>
                  <a:srgbClr val="222222"/>
                </a:solidFill>
                <a:latin typeface="Arial"/>
              </a:rPr>
              <a:t>26·PR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5318699" y="6016752"/>
            <a:ext cx="165324" cy="91440"/>
          </a:xfrm>
          <a:prstGeom prst="rect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5525353" y="4755259"/>
            <a:ext cx="165324" cy="1005461"/>
          </a:xfrm>
          <a:prstGeom prst="rect">
            <a:avLst/>
          </a:prstGeom>
          <a:solidFill>
            <a:srgbClr val="4E7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5525353" y="3066844"/>
            <a:ext cx="165324" cy="1688415"/>
          </a:xfrm>
          <a:prstGeom prst="rect">
            <a:avLst/>
          </a:prstGeom>
          <a:solidFill>
            <a:srgbClr val="59A1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5525353" y="2118297"/>
            <a:ext cx="165324" cy="948548"/>
          </a:xfrm>
          <a:prstGeom prst="rect">
            <a:avLst/>
          </a:prstGeom>
          <a:solidFill>
            <a:srgbClr val="EDC9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5525353" y="1188720"/>
            <a:ext cx="165324" cy="929577"/>
          </a:xfrm>
          <a:prstGeom prst="rect">
            <a:avLst/>
          </a:prstGeom>
          <a:solidFill>
            <a:srgbClr val="4C72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5504688" y="5788152"/>
            <a:ext cx="206654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00" b="0" i="0">
                <a:solidFill>
                  <a:srgbClr val="222222"/>
                </a:solidFill>
                <a:latin typeface="Arial"/>
              </a:rPr>
              <a:t>32·PR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5525353" y="6016752"/>
            <a:ext cx="165324" cy="91440"/>
          </a:xfrm>
          <a:prstGeom prst="rect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5732008" y="5565159"/>
            <a:ext cx="165324" cy="195561"/>
          </a:xfrm>
          <a:prstGeom prst="rect">
            <a:avLst/>
          </a:prstGeom>
          <a:solidFill>
            <a:srgbClr val="4E7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5732008" y="3101096"/>
            <a:ext cx="165324" cy="2464063"/>
          </a:xfrm>
          <a:prstGeom prst="rect">
            <a:avLst/>
          </a:prstGeom>
          <a:solidFill>
            <a:srgbClr val="59A1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5732008" y="2691449"/>
            <a:ext cx="165324" cy="409648"/>
          </a:xfrm>
          <a:prstGeom prst="rect">
            <a:avLst/>
          </a:prstGeom>
          <a:solidFill>
            <a:srgbClr val="EDC9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5732008" y="2432073"/>
            <a:ext cx="165324" cy="259375"/>
          </a:xfrm>
          <a:prstGeom prst="rect">
            <a:avLst/>
          </a:prstGeom>
          <a:solidFill>
            <a:srgbClr val="B07A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5732008" y="1579841"/>
            <a:ext cx="165324" cy="852232"/>
          </a:xfrm>
          <a:prstGeom prst="rect">
            <a:avLst/>
          </a:prstGeom>
          <a:solidFill>
            <a:srgbClr val="4E7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5732008" y="1188720"/>
            <a:ext cx="165324" cy="391121"/>
          </a:xfrm>
          <a:prstGeom prst="rect">
            <a:avLst/>
          </a:prstGeom>
          <a:solidFill>
            <a:srgbClr val="4E7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5711342" y="5788152"/>
            <a:ext cx="206654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00" b="0" i="0">
                <a:solidFill>
                  <a:srgbClr val="222222"/>
                </a:solidFill>
                <a:latin typeface="Arial"/>
              </a:rPr>
              <a:t>33·PR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5732008" y="6016752"/>
            <a:ext cx="165324" cy="91440"/>
          </a:xfrm>
          <a:prstGeom prst="rect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5938662" y="4480560"/>
            <a:ext cx="165324" cy="1280160"/>
          </a:xfrm>
          <a:prstGeom prst="rect">
            <a:avLst/>
          </a:prstGeom>
          <a:solidFill>
            <a:srgbClr val="4E7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5938662" y="2834640"/>
            <a:ext cx="165324" cy="1645920"/>
          </a:xfrm>
          <a:prstGeom prst="rect">
            <a:avLst/>
          </a:prstGeom>
          <a:solidFill>
            <a:srgbClr val="59A1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5938662" y="2103120"/>
            <a:ext cx="165324" cy="731520"/>
          </a:xfrm>
          <a:prstGeom prst="rect">
            <a:avLst/>
          </a:prstGeom>
          <a:solidFill>
            <a:srgbClr val="C44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5938662" y="1188720"/>
            <a:ext cx="165324" cy="914400"/>
          </a:xfrm>
          <a:prstGeom prst="rect">
            <a:avLst/>
          </a:prstGeom>
          <a:solidFill>
            <a:srgbClr val="4C72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5917997" y="5788152"/>
            <a:ext cx="206654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00" b="0" i="0">
                <a:solidFill>
                  <a:srgbClr val="222222"/>
                </a:solidFill>
                <a:latin typeface="Arial"/>
              </a:rPr>
              <a:t>34·PR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5938662" y="6016752"/>
            <a:ext cx="165324" cy="91440"/>
          </a:xfrm>
          <a:prstGeom prst="rect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6145317" y="4347556"/>
            <a:ext cx="165324" cy="1413164"/>
          </a:xfrm>
          <a:prstGeom prst="rect">
            <a:avLst/>
          </a:prstGeom>
          <a:solidFill>
            <a:srgbClr val="4E7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6145317" y="3017520"/>
            <a:ext cx="165324" cy="1330036"/>
          </a:xfrm>
          <a:prstGeom prst="rect">
            <a:avLst/>
          </a:prstGeom>
          <a:solidFill>
            <a:srgbClr val="59A1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6145317" y="1188720"/>
            <a:ext cx="165324" cy="1828800"/>
          </a:xfrm>
          <a:prstGeom prst="rect">
            <a:avLst/>
          </a:prstGeom>
          <a:solidFill>
            <a:srgbClr val="EDC9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TextBox 158"/>
          <p:cNvSpPr txBox="1"/>
          <p:nvPr/>
        </p:nvSpPr>
        <p:spPr>
          <a:xfrm>
            <a:off x="6124651" y="5788152"/>
            <a:ext cx="206654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00" b="0" i="0">
                <a:solidFill>
                  <a:srgbClr val="222222"/>
                </a:solidFill>
                <a:latin typeface="Arial"/>
              </a:rPr>
              <a:t>35·PR</a:t>
            </a:r>
          </a:p>
        </p:txBody>
      </p:sp>
      <p:sp>
        <p:nvSpPr>
          <p:cNvPr id="160" name="Rectangle 159"/>
          <p:cNvSpPr/>
          <p:nvPr/>
        </p:nvSpPr>
        <p:spPr>
          <a:xfrm>
            <a:off x="6145317" y="6016752"/>
            <a:ext cx="165324" cy="91440"/>
          </a:xfrm>
          <a:prstGeom prst="rect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6351971" y="5474970"/>
            <a:ext cx="165324" cy="285750"/>
          </a:xfrm>
          <a:prstGeom prst="rect">
            <a:avLst/>
          </a:prstGeom>
          <a:solidFill>
            <a:srgbClr val="4E7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6351971" y="3474720"/>
            <a:ext cx="165324" cy="2000250"/>
          </a:xfrm>
          <a:prstGeom prst="rect">
            <a:avLst/>
          </a:prstGeom>
          <a:solidFill>
            <a:srgbClr val="DD85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6351971" y="2617470"/>
            <a:ext cx="165324" cy="857250"/>
          </a:xfrm>
          <a:prstGeom prst="rect">
            <a:avLst/>
          </a:prstGeom>
          <a:solidFill>
            <a:srgbClr val="4C72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6351971" y="1188720"/>
            <a:ext cx="165324" cy="1428750"/>
          </a:xfrm>
          <a:prstGeom prst="rect">
            <a:avLst/>
          </a:prstGeom>
          <a:solidFill>
            <a:srgbClr val="DD85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TextBox 164"/>
          <p:cNvSpPr txBox="1"/>
          <p:nvPr/>
        </p:nvSpPr>
        <p:spPr>
          <a:xfrm>
            <a:off x="6331306" y="5788152"/>
            <a:ext cx="206654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00" b="0" i="0">
                <a:solidFill>
                  <a:srgbClr val="222222"/>
                </a:solidFill>
                <a:latin typeface="Arial"/>
              </a:rPr>
              <a:t>2·PO</a:t>
            </a:r>
          </a:p>
        </p:txBody>
      </p:sp>
      <p:sp>
        <p:nvSpPr>
          <p:cNvPr id="166" name="Rectangle 165"/>
          <p:cNvSpPr/>
          <p:nvPr/>
        </p:nvSpPr>
        <p:spPr>
          <a:xfrm>
            <a:off x="6351971" y="6016752"/>
            <a:ext cx="165324" cy="91440"/>
          </a:xfrm>
          <a:prstGeom prst="rect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6558625" y="4655820"/>
            <a:ext cx="165324" cy="1104900"/>
          </a:xfrm>
          <a:prstGeom prst="rect">
            <a:avLst/>
          </a:prstGeom>
          <a:solidFill>
            <a:srgbClr val="4E7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6558625" y="3627120"/>
            <a:ext cx="165324" cy="1028700"/>
          </a:xfrm>
          <a:prstGeom prst="rect">
            <a:avLst/>
          </a:prstGeom>
          <a:solidFill>
            <a:srgbClr val="59A1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6558625" y="2407920"/>
            <a:ext cx="165324" cy="1219200"/>
          </a:xfrm>
          <a:prstGeom prst="rect">
            <a:avLst/>
          </a:prstGeom>
          <a:solidFill>
            <a:srgbClr val="EDC9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6558625" y="1188720"/>
            <a:ext cx="165324" cy="1219200"/>
          </a:xfrm>
          <a:prstGeom prst="rect">
            <a:avLst/>
          </a:prstGeom>
          <a:solidFill>
            <a:srgbClr val="4C72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TextBox 170"/>
          <p:cNvSpPr txBox="1"/>
          <p:nvPr/>
        </p:nvSpPr>
        <p:spPr>
          <a:xfrm>
            <a:off x="6537960" y="5788152"/>
            <a:ext cx="206654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00" b="0" i="0">
                <a:solidFill>
                  <a:srgbClr val="222222"/>
                </a:solidFill>
                <a:latin typeface="Arial"/>
              </a:rPr>
              <a:t>3·PO</a:t>
            </a:r>
          </a:p>
        </p:txBody>
      </p:sp>
      <p:sp>
        <p:nvSpPr>
          <p:cNvPr id="172" name="Rectangle 171"/>
          <p:cNvSpPr/>
          <p:nvPr/>
        </p:nvSpPr>
        <p:spPr>
          <a:xfrm>
            <a:off x="6558625" y="6016752"/>
            <a:ext cx="165324" cy="91440"/>
          </a:xfrm>
          <a:prstGeom prst="rect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6765280" y="2712720"/>
            <a:ext cx="165324" cy="3048000"/>
          </a:xfrm>
          <a:prstGeom prst="rect">
            <a:avLst/>
          </a:prstGeom>
          <a:solidFill>
            <a:srgbClr val="59A1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6765280" y="1188720"/>
            <a:ext cx="165324" cy="1524000"/>
          </a:xfrm>
          <a:prstGeom prst="rect">
            <a:avLst/>
          </a:prstGeom>
          <a:solidFill>
            <a:srgbClr val="4E7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TextBox 174"/>
          <p:cNvSpPr txBox="1"/>
          <p:nvPr/>
        </p:nvSpPr>
        <p:spPr>
          <a:xfrm>
            <a:off x="6744614" y="5788152"/>
            <a:ext cx="206654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00" b="0" i="0">
                <a:solidFill>
                  <a:srgbClr val="222222"/>
                </a:solidFill>
                <a:latin typeface="Arial"/>
              </a:rPr>
              <a:t>4·PO</a:t>
            </a:r>
          </a:p>
        </p:txBody>
      </p:sp>
      <p:sp>
        <p:nvSpPr>
          <p:cNvPr id="176" name="Rectangle 175"/>
          <p:cNvSpPr/>
          <p:nvPr/>
        </p:nvSpPr>
        <p:spPr>
          <a:xfrm>
            <a:off x="6765280" y="6016752"/>
            <a:ext cx="165324" cy="91440"/>
          </a:xfrm>
          <a:prstGeom prst="rect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6971934" y="3474720"/>
            <a:ext cx="165324" cy="2286000"/>
          </a:xfrm>
          <a:prstGeom prst="rect">
            <a:avLst/>
          </a:prstGeom>
          <a:solidFill>
            <a:srgbClr val="59A1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Rectangle 177"/>
          <p:cNvSpPr/>
          <p:nvPr/>
        </p:nvSpPr>
        <p:spPr>
          <a:xfrm>
            <a:off x="6971934" y="1188720"/>
            <a:ext cx="165324" cy="2286000"/>
          </a:xfrm>
          <a:prstGeom prst="rect">
            <a:avLst/>
          </a:prstGeom>
          <a:solidFill>
            <a:srgbClr val="4C72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TextBox 178"/>
          <p:cNvSpPr txBox="1"/>
          <p:nvPr/>
        </p:nvSpPr>
        <p:spPr>
          <a:xfrm>
            <a:off x="6951269" y="5788152"/>
            <a:ext cx="206654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00" b="0" i="0">
                <a:solidFill>
                  <a:srgbClr val="222222"/>
                </a:solidFill>
                <a:latin typeface="Arial"/>
              </a:rPr>
              <a:t>6·PO</a:t>
            </a:r>
          </a:p>
        </p:txBody>
      </p:sp>
      <p:sp>
        <p:nvSpPr>
          <p:cNvPr id="180" name="Rectangle 179"/>
          <p:cNvSpPr/>
          <p:nvPr/>
        </p:nvSpPr>
        <p:spPr>
          <a:xfrm>
            <a:off x="6971934" y="6016752"/>
            <a:ext cx="165324" cy="91440"/>
          </a:xfrm>
          <a:prstGeom prst="rect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Rectangle 180"/>
          <p:cNvSpPr/>
          <p:nvPr/>
        </p:nvSpPr>
        <p:spPr>
          <a:xfrm>
            <a:off x="7178589" y="1188720"/>
            <a:ext cx="165324" cy="4572000"/>
          </a:xfrm>
          <a:prstGeom prst="rect">
            <a:avLst/>
          </a:prstGeom>
          <a:solidFill>
            <a:srgbClr val="F28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TextBox 181"/>
          <p:cNvSpPr txBox="1"/>
          <p:nvPr/>
        </p:nvSpPr>
        <p:spPr>
          <a:xfrm>
            <a:off x="7157923" y="5788152"/>
            <a:ext cx="206654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00" b="0" i="0">
                <a:solidFill>
                  <a:srgbClr val="222222"/>
                </a:solidFill>
                <a:latin typeface="Arial"/>
              </a:rPr>
              <a:t>8·PO</a:t>
            </a:r>
          </a:p>
        </p:txBody>
      </p:sp>
      <p:sp>
        <p:nvSpPr>
          <p:cNvPr id="183" name="Rectangle 182"/>
          <p:cNvSpPr/>
          <p:nvPr/>
        </p:nvSpPr>
        <p:spPr>
          <a:xfrm>
            <a:off x="7178589" y="6016752"/>
            <a:ext cx="165324" cy="91440"/>
          </a:xfrm>
          <a:prstGeom prst="rect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Rectangle 183"/>
          <p:cNvSpPr/>
          <p:nvPr/>
        </p:nvSpPr>
        <p:spPr>
          <a:xfrm>
            <a:off x="7385243" y="5379720"/>
            <a:ext cx="165324" cy="381000"/>
          </a:xfrm>
          <a:prstGeom prst="rect">
            <a:avLst/>
          </a:prstGeom>
          <a:solidFill>
            <a:srgbClr val="4E7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Rectangle 184"/>
          <p:cNvSpPr/>
          <p:nvPr/>
        </p:nvSpPr>
        <p:spPr>
          <a:xfrm>
            <a:off x="7385243" y="4617720"/>
            <a:ext cx="165324" cy="762000"/>
          </a:xfrm>
          <a:prstGeom prst="rect">
            <a:avLst/>
          </a:prstGeom>
          <a:solidFill>
            <a:srgbClr val="EDC9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7385243" y="1188720"/>
            <a:ext cx="165324" cy="3429000"/>
          </a:xfrm>
          <a:prstGeom prst="rect">
            <a:avLst/>
          </a:prstGeom>
          <a:solidFill>
            <a:srgbClr val="FF9D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TextBox 186"/>
          <p:cNvSpPr txBox="1"/>
          <p:nvPr/>
        </p:nvSpPr>
        <p:spPr>
          <a:xfrm>
            <a:off x="7364578" y="5788152"/>
            <a:ext cx="206654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00" b="0" i="0">
                <a:solidFill>
                  <a:srgbClr val="222222"/>
                </a:solidFill>
                <a:latin typeface="Arial"/>
              </a:rPr>
              <a:t>9·PO</a:t>
            </a:r>
          </a:p>
        </p:txBody>
      </p:sp>
      <p:sp>
        <p:nvSpPr>
          <p:cNvPr id="188" name="Rectangle 187"/>
          <p:cNvSpPr/>
          <p:nvPr/>
        </p:nvSpPr>
        <p:spPr>
          <a:xfrm>
            <a:off x="7385243" y="6016752"/>
            <a:ext cx="165324" cy="91440"/>
          </a:xfrm>
          <a:prstGeom prst="rect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Rectangle 188"/>
          <p:cNvSpPr/>
          <p:nvPr/>
        </p:nvSpPr>
        <p:spPr>
          <a:xfrm>
            <a:off x="7591897" y="5499463"/>
            <a:ext cx="165324" cy="261257"/>
          </a:xfrm>
          <a:prstGeom prst="rect">
            <a:avLst/>
          </a:prstGeom>
          <a:solidFill>
            <a:srgbClr val="4E7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Rectangle 189"/>
          <p:cNvSpPr/>
          <p:nvPr/>
        </p:nvSpPr>
        <p:spPr>
          <a:xfrm>
            <a:off x="7591897" y="4091577"/>
            <a:ext cx="165324" cy="1407886"/>
          </a:xfrm>
          <a:prstGeom prst="rect">
            <a:avLst/>
          </a:prstGeom>
          <a:solidFill>
            <a:srgbClr val="59A1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Rectangle 190"/>
          <p:cNvSpPr/>
          <p:nvPr/>
        </p:nvSpPr>
        <p:spPr>
          <a:xfrm>
            <a:off x="7591897" y="3365863"/>
            <a:ext cx="165324" cy="725714"/>
          </a:xfrm>
          <a:prstGeom prst="rect">
            <a:avLst/>
          </a:prstGeom>
          <a:solidFill>
            <a:srgbClr val="EDC9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Rectangle 191"/>
          <p:cNvSpPr/>
          <p:nvPr/>
        </p:nvSpPr>
        <p:spPr>
          <a:xfrm>
            <a:off x="7591897" y="2567577"/>
            <a:ext cx="165324" cy="798286"/>
          </a:xfrm>
          <a:prstGeom prst="rect">
            <a:avLst/>
          </a:prstGeom>
          <a:solidFill>
            <a:srgbClr val="BAB0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Rectangle 192"/>
          <p:cNvSpPr/>
          <p:nvPr/>
        </p:nvSpPr>
        <p:spPr>
          <a:xfrm>
            <a:off x="7591897" y="1188720"/>
            <a:ext cx="165324" cy="1378857"/>
          </a:xfrm>
          <a:prstGeom prst="rect">
            <a:avLst/>
          </a:prstGeom>
          <a:solidFill>
            <a:srgbClr val="4C72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TextBox 193"/>
          <p:cNvSpPr txBox="1"/>
          <p:nvPr/>
        </p:nvSpPr>
        <p:spPr>
          <a:xfrm>
            <a:off x="7571232" y="5788152"/>
            <a:ext cx="206654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00" b="0" i="0">
                <a:solidFill>
                  <a:srgbClr val="222222"/>
                </a:solidFill>
                <a:latin typeface="Arial"/>
              </a:rPr>
              <a:t>14·PO</a:t>
            </a:r>
          </a:p>
        </p:txBody>
      </p:sp>
      <p:sp>
        <p:nvSpPr>
          <p:cNvPr id="195" name="Rectangle 194"/>
          <p:cNvSpPr/>
          <p:nvPr/>
        </p:nvSpPr>
        <p:spPr>
          <a:xfrm>
            <a:off x="7591897" y="6016752"/>
            <a:ext cx="165324" cy="91440"/>
          </a:xfrm>
          <a:prstGeom prst="rect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Rectangle 195"/>
          <p:cNvSpPr/>
          <p:nvPr/>
        </p:nvSpPr>
        <p:spPr>
          <a:xfrm>
            <a:off x="7798552" y="5372531"/>
            <a:ext cx="165324" cy="388189"/>
          </a:xfrm>
          <a:prstGeom prst="rect">
            <a:avLst/>
          </a:prstGeom>
          <a:solidFill>
            <a:srgbClr val="4E7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Rectangle 196"/>
          <p:cNvSpPr/>
          <p:nvPr/>
        </p:nvSpPr>
        <p:spPr>
          <a:xfrm>
            <a:off x="7798552" y="4466758"/>
            <a:ext cx="165324" cy="905774"/>
          </a:xfrm>
          <a:prstGeom prst="rect">
            <a:avLst/>
          </a:prstGeom>
          <a:solidFill>
            <a:srgbClr val="59A1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Rectangle 197"/>
          <p:cNvSpPr/>
          <p:nvPr/>
        </p:nvSpPr>
        <p:spPr>
          <a:xfrm>
            <a:off x="7798552" y="3668814"/>
            <a:ext cx="165324" cy="797943"/>
          </a:xfrm>
          <a:prstGeom prst="rect">
            <a:avLst/>
          </a:prstGeom>
          <a:solidFill>
            <a:srgbClr val="EDC9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Rectangle 198"/>
          <p:cNvSpPr/>
          <p:nvPr/>
        </p:nvSpPr>
        <p:spPr>
          <a:xfrm>
            <a:off x="7798552" y="2461116"/>
            <a:ext cx="165324" cy="1207698"/>
          </a:xfrm>
          <a:prstGeom prst="rect">
            <a:avLst/>
          </a:prstGeom>
          <a:solidFill>
            <a:srgbClr val="4E7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Rectangle 199"/>
          <p:cNvSpPr/>
          <p:nvPr/>
        </p:nvSpPr>
        <p:spPr>
          <a:xfrm>
            <a:off x="7798552" y="1188720"/>
            <a:ext cx="165324" cy="1272396"/>
          </a:xfrm>
          <a:prstGeom prst="rect">
            <a:avLst/>
          </a:prstGeom>
          <a:solidFill>
            <a:srgbClr val="F28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TextBox 200"/>
          <p:cNvSpPr txBox="1"/>
          <p:nvPr/>
        </p:nvSpPr>
        <p:spPr>
          <a:xfrm>
            <a:off x="7777886" y="5788152"/>
            <a:ext cx="206654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00" b="0" i="0">
                <a:solidFill>
                  <a:srgbClr val="222222"/>
                </a:solidFill>
                <a:latin typeface="Arial"/>
              </a:rPr>
              <a:t>2·PR</a:t>
            </a:r>
          </a:p>
        </p:txBody>
      </p:sp>
      <p:sp>
        <p:nvSpPr>
          <p:cNvPr id="202" name="Rectangle 201"/>
          <p:cNvSpPr/>
          <p:nvPr/>
        </p:nvSpPr>
        <p:spPr>
          <a:xfrm>
            <a:off x="7798552" y="6016752"/>
            <a:ext cx="165324" cy="91440"/>
          </a:xfrm>
          <a:prstGeom prst="rect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Rectangle 202"/>
          <p:cNvSpPr/>
          <p:nvPr/>
        </p:nvSpPr>
        <p:spPr>
          <a:xfrm>
            <a:off x="8005206" y="4922520"/>
            <a:ext cx="165324" cy="838200"/>
          </a:xfrm>
          <a:prstGeom prst="rect">
            <a:avLst/>
          </a:prstGeom>
          <a:solidFill>
            <a:srgbClr val="4E7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Rectangle 203"/>
          <p:cNvSpPr/>
          <p:nvPr/>
        </p:nvSpPr>
        <p:spPr>
          <a:xfrm>
            <a:off x="8005206" y="3188970"/>
            <a:ext cx="165324" cy="1733550"/>
          </a:xfrm>
          <a:prstGeom prst="rect">
            <a:avLst/>
          </a:prstGeom>
          <a:solidFill>
            <a:srgbClr val="59A1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Rectangle 204"/>
          <p:cNvSpPr/>
          <p:nvPr/>
        </p:nvSpPr>
        <p:spPr>
          <a:xfrm>
            <a:off x="8005206" y="2293620"/>
            <a:ext cx="165324" cy="895350"/>
          </a:xfrm>
          <a:prstGeom prst="rect">
            <a:avLst/>
          </a:prstGeom>
          <a:solidFill>
            <a:srgbClr val="EDC9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Rectangle 205"/>
          <p:cNvSpPr/>
          <p:nvPr/>
        </p:nvSpPr>
        <p:spPr>
          <a:xfrm>
            <a:off x="8005206" y="1188720"/>
            <a:ext cx="165324" cy="1104900"/>
          </a:xfrm>
          <a:prstGeom prst="rect">
            <a:avLst/>
          </a:prstGeom>
          <a:solidFill>
            <a:srgbClr val="4C72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TextBox 206"/>
          <p:cNvSpPr txBox="1"/>
          <p:nvPr/>
        </p:nvSpPr>
        <p:spPr>
          <a:xfrm>
            <a:off x="7984541" y="5788152"/>
            <a:ext cx="206654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00" b="0" i="0">
                <a:solidFill>
                  <a:srgbClr val="222222"/>
                </a:solidFill>
                <a:latin typeface="Arial"/>
              </a:rPr>
              <a:t>3·PR</a:t>
            </a:r>
          </a:p>
        </p:txBody>
      </p:sp>
      <p:sp>
        <p:nvSpPr>
          <p:cNvPr id="208" name="Rectangle 207"/>
          <p:cNvSpPr/>
          <p:nvPr/>
        </p:nvSpPr>
        <p:spPr>
          <a:xfrm>
            <a:off x="8005206" y="6016752"/>
            <a:ext cx="165324" cy="91440"/>
          </a:xfrm>
          <a:prstGeom prst="rect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Rectangle 208"/>
          <p:cNvSpPr/>
          <p:nvPr/>
        </p:nvSpPr>
        <p:spPr>
          <a:xfrm>
            <a:off x="8211861" y="4925451"/>
            <a:ext cx="165324" cy="835269"/>
          </a:xfrm>
          <a:prstGeom prst="rect">
            <a:avLst/>
          </a:prstGeom>
          <a:solidFill>
            <a:srgbClr val="4E7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Rectangle 209"/>
          <p:cNvSpPr/>
          <p:nvPr/>
        </p:nvSpPr>
        <p:spPr>
          <a:xfrm>
            <a:off x="8211861" y="3632982"/>
            <a:ext cx="165324" cy="1292469"/>
          </a:xfrm>
          <a:prstGeom prst="rect">
            <a:avLst/>
          </a:prstGeom>
          <a:solidFill>
            <a:srgbClr val="59A1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Rectangle 210"/>
          <p:cNvSpPr/>
          <p:nvPr/>
        </p:nvSpPr>
        <p:spPr>
          <a:xfrm>
            <a:off x="8211861" y="2727374"/>
            <a:ext cx="165324" cy="905608"/>
          </a:xfrm>
          <a:prstGeom prst="rect">
            <a:avLst/>
          </a:prstGeom>
          <a:solidFill>
            <a:srgbClr val="DD85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Rectangle 211"/>
          <p:cNvSpPr/>
          <p:nvPr/>
        </p:nvSpPr>
        <p:spPr>
          <a:xfrm>
            <a:off x="8211861" y="1188720"/>
            <a:ext cx="165324" cy="1538654"/>
          </a:xfrm>
          <a:prstGeom prst="rect">
            <a:avLst/>
          </a:prstGeom>
          <a:solidFill>
            <a:srgbClr val="4E7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TextBox 212"/>
          <p:cNvSpPr txBox="1"/>
          <p:nvPr/>
        </p:nvSpPr>
        <p:spPr>
          <a:xfrm>
            <a:off x="8191195" y="5788152"/>
            <a:ext cx="206654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00" b="0" i="0">
                <a:solidFill>
                  <a:srgbClr val="222222"/>
                </a:solidFill>
                <a:latin typeface="Arial"/>
              </a:rPr>
              <a:t>4·PR</a:t>
            </a:r>
          </a:p>
        </p:txBody>
      </p:sp>
      <p:sp>
        <p:nvSpPr>
          <p:cNvPr id="214" name="Rectangle 213"/>
          <p:cNvSpPr/>
          <p:nvPr/>
        </p:nvSpPr>
        <p:spPr>
          <a:xfrm>
            <a:off x="8211861" y="6016752"/>
            <a:ext cx="165324" cy="91440"/>
          </a:xfrm>
          <a:prstGeom prst="rect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Rectangle 214"/>
          <p:cNvSpPr/>
          <p:nvPr/>
        </p:nvSpPr>
        <p:spPr>
          <a:xfrm>
            <a:off x="8418515" y="4217306"/>
            <a:ext cx="165324" cy="1543414"/>
          </a:xfrm>
          <a:prstGeom prst="rect">
            <a:avLst/>
          </a:prstGeom>
          <a:solidFill>
            <a:srgbClr val="4E7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Rectangle 215"/>
          <p:cNvSpPr/>
          <p:nvPr/>
        </p:nvSpPr>
        <p:spPr>
          <a:xfrm>
            <a:off x="8418515" y="2062351"/>
            <a:ext cx="165324" cy="2154955"/>
          </a:xfrm>
          <a:prstGeom prst="rect">
            <a:avLst/>
          </a:prstGeom>
          <a:solidFill>
            <a:srgbClr val="59A1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Rectangle 216"/>
          <p:cNvSpPr/>
          <p:nvPr/>
        </p:nvSpPr>
        <p:spPr>
          <a:xfrm>
            <a:off x="8418515" y="1188720"/>
            <a:ext cx="165324" cy="873631"/>
          </a:xfrm>
          <a:prstGeom prst="rect">
            <a:avLst/>
          </a:prstGeom>
          <a:solidFill>
            <a:srgbClr val="4E7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TextBox 217"/>
          <p:cNvSpPr txBox="1"/>
          <p:nvPr/>
        </p:nvSpPr>
        <p:spPr>
          <a:xfrm>
            <a:off x="8397850" y="5788152"/>
            <a:ext cx="206654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00" b="0" i="0">
                <a:solidFill>
                  <a:srgbClr val="222222"/>
                </a:solidFill>
                <a:latin typeface="Arial"/>
              </a:rPr>
              <a:t>6·PR</a:t>
            </a:r>
          </a:p>
        </p:txBody>
      </p:sp>
      <p:sp>
        <p:nvSpPr>
          <p:cNvPr id="219" name="Rectangle 218"/>
          <p:cNvSpPr/>
          <p:nvPr/>
        </p:nvSpPr>
        <p:spPr>
          <a:xfrm>
            <a:off x="8418515" y="6016752"/>
            <a:ext cx="165324" cy="91440"/>
          </a:xfrm>
          <a:prstGeom prst="rect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Rectangle 219"/>
          <p:cNvSpPr/>
          <p:nvPr/>
        </p:nvSpPr>
        <p:spPr>
          <a:xfrm>
            <a:off x="8625169" y="4638502"/>
            <a:ext cx="165324" cy="1122218"/>
          </a:xfrm>
          <a:prstGeom prst="rect">
            <a:avLst/>
          </a:prstGeom>
          <a:solidFill>
            <a:srgbClr val="4E7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Rectangle 220"/>
          <p:cNvSpPr/>
          <p:nvPr/>
        </p:nvSpPr>
        <p:spPr>
          <a:xfrm>
            <a:off x="8625169" y="3059084"/>
            <a:ext cx="165324" cy="1579418"/>
          </a:xfrm>
          <a:prstGeom prst="rect">
            <a:avLst/>
          </a:prstGeom>
          <a:solidFill>
            <a:srgbClr val="59A1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Rectangle 221"/>
          <p:cNvSpPr/>
          <p:nvPr/>
        </p:nvSpPr>
        <p:spPr>
          <a:xfrm>
            <a:off x="8625169" y="2373284"/>
            <a:ext cx="165324" cy="685800"/>
          </a:xfrm>
          <a:prstGeom prst="rect">
            <a:avLst/>
          </a:prstGeom>
          <a:solidFill>
            <a:srgbClr val="EDC9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Rectangle 222"/>
          <p:cNvSpPr/>
          <p:nvPr/>
        </p:nvSpPr>
        <p:spPr>
          <a:xfrm>
            <a:off x="8625169" y="1188720"/>
            <a:ext cx="165324" cy="1184564"/>
          </a:xfrm>
          <a:prstGeom prst="rect">
            <a:avLst/>
          </a:prstGeom>
          <a:solidFill>
            <a:srgbClr val="4C72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TextBox 223"/>
          <p:cNvSpPr txBox="1"/>
          <p:nvPr/>
        </p:nvSpPr>
        <p:spPr>
          <a:xfrm>
            <a:off x="8604504" y="5788152"/>
            <a:ext cx="206654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00" b="0" i="0">
                <a:solidFill>
                  <a:srgbClr val="222222"/>
                </a:solidFill>
                <a:latin typeface="Arial"/>
              </a:rPr>
              <a:t>8·PR</a:t>
            </a:r>
          </a:p>
        </p:txBody>
      </p:sp>
      <p:sp>
        <p:nvSpPr>
          <p:cNvPr id="225" name="Rectangle 224"/>
          <p:cNvSpPr/>
          <p:nvPr/>
        </p:nvSpPr>
        <p:spPr>
          <a:xfrm>
            <a:off x="8625169" y="6016752"/>
            <a:ext cx="165324" cy="91440"/>
          </a:xfrm>
          <a:prstGeom prst="rect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Rectangle 225"/>
          <p:cNvSpPr/>
          <p:nvPr/>
        </p:nvSpPr>
        <p:spPr>
          <a:xfrm>
            <a:off x="8831824" y="4753601"/>
            <a:ext cx="165324" cy="1007119"/>
          </a:xfrm>
          <a:prstGeom prst="rect">
            <a:avLst/>
          </a:prstGeom>
          <a:solidFill>
            <a:srgbClr val="4E7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Rectangle 226"/>
          <p:cNvSpPr/>
          <p:nvPr/>
        </p:nvSpPr>
        <p:spPr>
          <a:xfrm>
            <a:off x="8831824" y="3330846"/>
            <a:ext cx="165324" cy="1422755"/>
          </a:xfrm>
          <a:prstGeom prst="rect">
            <a:avLst/>
          </a:prstGeom>
          <a:solidFill>
            <a:srgbClr val="59A1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Rectangle 227"/>
          <p:cNvSpPr/>
          <p:nvPr/>
        </p:nvSpPr>
        <p:spPr>
          <a:xfrm>
            <a:off x="8831824" y="2899223"/>
            <a:ext cx="165324" cy="431622"/>
          </a:xfrm>
          <a:prstGeom prst="rect">
            <a:avLst/>
          </a:prstGeom>
          <a:solidFill>
            <a:srgbClr val="C44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Rectangle 228"/>
          <p:cNvSpPr/>
          <p:nvPr/>
        </p:nvSpPr>
        <p:spPr>
          <a:xfrm>
            <a:off x="8831824" y="2275769"/>
            <a:ext cx="165324" cy="623455"/>
          </a:xfrm>
          <a:prstGeom prst="rect">
            <a:avLst/>
          </a:prstGeom>
          <a:solidFill>
            <a:srgbClr val="EDC9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Rectangle 229"/>
          <p:cNvSpPr/>
          <p:nvPr/>
        </p:nvSpPr>
        <p:spPr>
          <a:xfrm>
            <a:off x="8831824" y="1188720"/>
            <a:ext cx="165324" cy="1087049"/>
          </a:xfrm>
          <a:prstGeom prst="rect">
            <a:avLst/>
          </a:prstGeom>
          <a:solidFill>
            <a:srgbClr val="4C72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TextBox 230"/>
          <p:cNvSpPr txBox="1"/>
          <p:nvPr/>
        </p:nvSpPr>
        <p:spPr>
          <a:xfrm>
            <a:off x="8811158" y="5788152"/>
            <a:ext cx="206654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00" b="0" i="0">
                <a:solidFill>
                  <a:srgbClr val="222222"/>
                </a:solidFill>
                <a:latin typeface="Arial"/>
              </a:rPr>
              <a:t>9·PR</a:t>
            </a:r>
          </a:p>
        </p:txBody>
      </p:sp>
      <p:sp>
        <p:nvSpPr>
          <p:cNvPr id="232" name="Rectangle 231"/>
          <p:cNvSpPr/>
          <p:nvPr/>
        </p:nvSpPr>
        <p:spPr>
          <a:xfrm>
            <a:off x="8831824" y="6016752"/>
            <a:ext cx="165324" cy="91440"/>
          </a:xfrm>
          <a:prstGeom prst="rect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Rectangle 232"/>
          <p:cNvSpPr/>
          <p:nvPr/>
        </p:nvSpPr>
        <p:spPr>
          <a:xfrm>
            <a:off x="9038478" y="5322309"/>
            <a:ext cx="165324" cy="438411"/>
          </a:xfrm>
          <a:prstGeom prst="rect">
            <a:avLst/>
          </a:prstGeom>
          <a:solidFill>
            <a:srgbClr val="4E7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Rectangle 233"/>
          <p:cNvSpPr/>
          <p:nvPr/>
        </p:nvSpPr>
        <p:spPr>
          <a:xfrm>
            <a:off x="9038478" y="3850501"/>
            <a:ext cx="165324" cy="1471808"/>
          </a:xfrm>
          <a:prstGeom prst="rect">
            <a:avLst/>
          </a:prstGeom>
          <a:solidFill>
            <a:srgbClr val="59A1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Rectangle 234"/>
          <p:cNvSpPr/>
          <p:nvPr/>
        </p:nvSpPr>
        <p:spPr>
          <a:xfrm>
            <a:off x="9038478" y="3051967"/>
            <a:ext cx="165324" cy="798534"/>
          </a:xfrm>
          <a:prstGeom prst="rect">
            <a:avLst/>
          </a:prstGeom>
          <a:solidFill>
            <a:srgbClr val="EDC9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Rectangle 235"/>
          <p:cNvSpPr/>
          <p:nvPr/>
        </p:nvSpPr>
        <p:spPr>
          <a:xfrm>
            <a:off x="9038478" y="2269090"/>
            <a:ext cx="165324" cy="782877"/>
          </a:xfrm>
          <a:prstGeom prst="rect">
            <a:avLst/>
          </a:prstGeom>
          <a:solidFill>
            <a:srgbClr val="EDC9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Rectangle 236"/>
          <p:cNvSpPr/>
          <p:nvPr/>
        </p:nvSpPr>
        <p:spPr>
          <a:xfrm>
            <a:off x="9038478" y="1188720"/>
            <a:ext cx="165324" cy="1080370"/>
          </a:xfrm>
          <a:prstGeom prst="rect">
            <a:avLst/>
          </a:prstGeom>
          <a:solidFill>
            <a:srgbClr val="4C72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TextBox 237"/>
          <p:cNvSpPr txBox="1"/>
          <p:nvPr/>
        </p:nvSpPr>
        <p:spPr>
          <a:xfrm>
            <a:off x="9017813" y="5788152"/>
            <a:ext cx="206654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00" b="0" i="0">
                <a:solidFill>
                  <a:srgbClr val="222222"/>
                </a:solidFill>
                <a:latin typeface="Arial"/>
              </a:rPr>
              <a:t>14·PR</a:t>
            </a:r>
          </a:p>
        </p:txBody>
      </p:sp>
      <p:sp>
        <p:nvSpPr>
          <p:cNvPr id="239" name="Rectangle 238"/>
          <p:cNvSpPr/>
          <p:nvPr/>
        </p:nvSpPr>
        <p:spPr>
          <a:xfrm>
            <a:off x="9038478" y="6016752"/>
            <a:ext cx="165324" cy="91440"/>
          </a:xfrm>
          <a:prstGeom prst="rect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Rectangle 239"/>
          <p:cNvSpPr/>
          <p:nvPr/>
        </p:nvSpPr>
        <p:spPr>
          <a:xfrm>
            <a:off x="9245133" y="5661058"/>
            <a:ext cx="165324" cy="99662"/>
          </a:xfrm>
          <a:prstGeom prst="rect">
            <a:avLst/>
          </a:prstGeom>
          <a:solidFill>
            <a:srgbClr val="4E7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Rectangle 240"/>
          <p:cNvSpPr/>
          <p:nvPr/>
        </p:nvSpPr>
        <p:spPr>
          <a:xfrm>
            <a:off x="9245133" y="3102233"/>
            <a:ext cx="165324" cy="2558825"/>
          </a:xfrm>
          <a:prstGeom prst="rect">
            <a:avLst/>
          </a:prstGeom>
          <a:solidFill>
            <a:srgbClr val="59A1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Rectangle 241"/>
          <p:cNvSpPr/>
          <p:nvPr/>
        </p:nvSpPr>
        <p:spPr>
          <a:xfrm>
            <a:off x="9245133" y="2633821"/>
            <a:ext cx="165324" cy="468412"/>
          </a:xfrm>
          <a:prstGeom prst="rect">
            <a:avLst/>
          </a:prstGeom>
          <a:solidFill>
            <a:srgbClr val="EDC9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Rectangle 242"/>
          <p:cNvSpPr/>
          <p:nvPr/>
        </p:nvSpPr>
        <p:spPr>
          <a:xfrm>
            <a:off x="9245133" y="2359750"/>
            <a:ext cx="165324" cy="274071"/>
          </a:xfrm>
          <a:prstGeom prst="rect">
            <a:avLst/>
          </a:prstGeom>
          <a:solidFill>
            <a:srgbClr val="B07A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Rectangle 243"/>
          <p:cNvSpPr/>
          <p:nvPr/>
        </p:nvSpPr>
        <p:spPr>
          <a:xfrm>
            <a:off x="9245133" y="1696997"/>
            <a:ext cx="165324" cy="662753"/>
          </a:xfrm>
          <a:prstGeom prst="rect">
            <a:avLst/>
          </a:prstGeom>
          <a:solidFill>
            <a:srgbClr val="4E7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Rectangle 244"/>
          <p:cNvSpPr/>
          <p:nvPr/>
        </p:nvSpPr>
        <p:spPr>
          <a:xfrm>
            <a:off x="9245133" y="1188720"/>
            <a:ext cx="165324" cy="508277"/>
          </a:xfrm>
          <a:prstGeom prst="rect">
            <a:avLst/>
          </a:prstGeom>
          <a:solidFill>
            <a:srgbClr val="4E7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TextBox 245"/>
          <p:cNvSpPr txBox="1"/>
          <p:nvPr/>
        </p:nvSpPr>
        <p:spPr>
          <a:xfrm>
            <a:off x="9224467" y="5788152"/>
            <a:ext cx="206654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00" b="0" i="0">
                <a:solidFill>
                  <a:srgbClr val="222222"/>
                </a:solidFill>
                <a:latin typeface="Arial"/>
              </a:rPr>
              <a:t>16·PR</a:t>
            </a:r>
          </a:p>
        </p:txBody>
      </p:sp>
      <p:sp>
        <p:nvSpPr>
          <p:cNvPr id="247" name="Rectangle 246"/>
          <p:cNvSpPr/>
          <p:nvPr/>
        </p:nvSpPr>
        <p:spPr>
          <a:xfrm>
            <a:off x="9245133" y="6016752"/>
            <a:ext cx="165324" cy="91440"/>
          </a:xfrm>
          <a:prstGeom prst="rect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Rectangle 247"/>
          <p:cNvSpPr/>
          <p:nvPr/>
        </p:nvSpPr>
        <p:spPr>
          <a:xfrm>
            <a:off x="9451787" y="5658198"/>
            <a:ext cx="165324" cy="102522"/>
          </a:xfrm>
          <a:prstGeom prst="rect">
            <a:avLst/>
          </a:prstGeom>
          <a:solidFill>
            <a:srgbClr val="4E7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Rectangle 248"/>
          <p:cNvSpPr/>
          <p:nvPr/>
        </p:nvSpPr>
        <p:spPr>
          <a:xfrm>
            <a:off x="9451787" y="3026796"/>
            <a:ext cx="165324" cy="2631402"/>
          </a:xfrm>
          <a:prstGeom prst="rect">
            <a:avLst/>
          </a:prstGeom>
          <a:solidFill>
            <a:srgbClr val="59A1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Rectangle 249"/>
          <p:cNvSpPr/>
          <p:nvPr/>
        </p:nvSpPr>
        <p:spPr>
          <a:xfrm>
            <a:off x="9451787" y="2692378"/>
            <a:ext cx="165324" cy="334418"/>
          </a:xfrm>
          <a:prstGeom prst="rect">
            <a:avLst/>
          </a:prstGeom>
          <a:solidFill>
            <a:srgbClr val="EDC9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Rectangle 250"/>
          <p:cNvSpPr/>
          <p:nvPr/>
        </p:nvSpPr>
        <p:spPr>
          <a:xfrm>
            <a:off x="9451787" y="2379930"/>
            <a:ext cx="165324" cy="312448"/>
          </a:xfrm>
          <a:prstGeom prst="rect">
            <a:avLst/>
          </a:prstGeom>
          <a:solidFill>
            <a:srgbClr val="B07A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Rectangle 251"/>
          <p:cNvSpPr/>
          <p:nvPr/>
        </p:nvSpPr>
        <p:spPr>
          <a:xfrm>
            <a:off x="9451787" y="1842909"/>
            <a:ext cx="165324" cy="537021"/>
          </a:xfrm>
          <a:prstGeom prst="rect">
            <a:avLst/>
          </a:prstGeom>
          <a:solidFill>
            <a:srgbClr val="4E7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Rectangle 252"/>
          <p:cNvSpPr/>
          <p:nvPr/>
        </p:nvSpPr>
        <p:spPr>
          <a:xfrm>
            <a:off x="9451787" y="1188720"/>
            <a:ext cx="165324" cy="654189"/>
          </a:xfrm>
          <a:prstGeom prst="rect">
            <a:avLst/>
          </a:prstGeom>
          <a:solidFill>
            <a:srgbClr val="4E7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TextBox 253"/>
          <p:cNvSpPr txBox="1"/>
          <p:nvPr/>
        </p:nvSpPr>
        <p:spPr>
          <a:xfrm>
            <a:off x="9431122" y="5788152"/>
            <a:ext cx="206654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00" b="0" i="0">
                <a:solidFill>
                  <a:srgbClr val="222222"/>
                </a:solidFill>
                <a:latin typeface="Arial"/>
              </a:rPr>
              <a:t>17·PR</a:t>
            </a:r>
          </a:p>
        </p:txBody>
      </p:sp>
      <p:sp>
        <p:nvSpPr>
          <p:cNvPr id="255" name="Rectangle 254"/>
          <p:cNvSpPr/>
          <p:nvPr/>
        </p:nvSpPr>
        <p:spPr>
          <a:xfrm>
            <a:off x="9451787" y="6016752"/>
            <a:ext cx="165324" cy="91440"/>
          </a:xfrm>
          <a:prstGeom prst="rect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Rectangle 255"/>
          <p:cNvSpPr/>
          <p:nvPr/>
        </p:nvSpPr>
        <p:spPr>
          <a:xfrm>
            <a:off x="9658441" y="5537696"/>
            <a:ext cx="165324" cy="223024"/>
          </a:xfrm>
          <a:prstGeom prst="rect">
            <a:avLst/>
          </a:prstGeom>
          <a:solidFill>
            <a:srgbClr val="4E7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Rectangle 256"/>
          <p:cNvSpPr/>
          <p:nvPr/>
        </p:nvSpPr>
        <p:spPr>
          <a:xfrm>
            <a:off x="9658441" y="4422574"/>
            <a:ext cx="165324" cy="1115122"/>
          </a:xfrm>
          <a:prstGeom prst="rect">
            <a:avLst/>
          </a:prstGeom>
          <a:solidFill>
            <a:srgbClr val="59A1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Rectangle 257"/>
          <p:cNvSpPr/>
          <p:nvPr/>
        </p:nvSpPr>
        <p:spPr>
          <a:xfrm>
            <a:off x="9658441" y="2638379"/>
            <a:ext cx="165324" cy="1784195"/>
          </a:xfrm>
          <a:prstGeom prst="rect">
            <a:avLst/>
          </a:prstGeom>
          <a:solidFill>
            <a:srgbClr val="EDC9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Rectangle 258"/>
          <p:cNvSpPr/>
          <p:nvPr/>
        </p:nvSpPr>
        <p:spPr>
          <a:xfrm>
            <a:off x="9658441" y="1188720"/>
            <a:ext cx="165324" cy="1449659"/>
          </a:xfrm>
          <a:prstGeom prst="rect">
            <a:avLst/>
          </a:prstGeom>
          <a:solidFill>
            <a:srgbClr val="4C72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TextBox 259"/>
          <p:cNvSpPr txBox="1"/>
          <p:nvPr/>
        </p:nvSpPr>
        <p:spPr>
          <a:xfrm>
            <a:off x="9637776" y="5788152"/>
            <a:ext cx="206654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00" b="0" i="0">
                <a:solidFill>
                  <a:srgbClr val="222222"/>
                </a:solidFill>
                <a:latin typeface="Arial"/>
              </a:rPr>
              <a:t>20·PR</a:t>
            </a:r>
          </a:p>
        </p:txBody>
      </p:sp>
      <p:sp>
        <p:nvSpPr>
          <p:cNvPr id="261" name="Rectangle 260"/>
          <p:cNvSpPr/>
          <p:nvPr/>
        </p:nvSpPr>
        <p:spPr>
          <a:xfrm>
            <a:off x="9658441" y="6016752"/>
            <a:ext cx="165324" cy="91440"/>
          </a:xfrm>
          <a:prstGeom prst="rect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Rectangle 261"/>
          <p:cNvSpPr/>
          <p:nvPr/>
        </p:nvSpPr>
        <p:spPr>
          <a:xfrm>
            <a:off x="9865096" y="5511662"/>
            <a:ext cx="165324" cy="249058"/>
          </a:xfrm>
          <a:prstGeom prst="rect">
            <a:avLst/>
          </a:prstGeom>
          <a:solidFill>
            <a:srgbClr val="4E7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Rectangle 262"/>
          <p:cNvSpPr/>
          <p:nvPr/>
        </p:nvSpPr>
        <p:spPr>
          <a:xfrm>
            <a:off x="9865096" y="4106261"/>
            <a:ext cx="165324" cy="1405401"/>
          </a:xfrm>
          <a:prstGeom prst="rect">
            <a:avLst/>
          </a:prstGeom>
          <a:solidFill>
            <a:srgbClr val="59A1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Rectangle 263"/>
          <p:cNvSpPr/>
          <p:nvPr/>
        </p:nvSpPr>
        <p:spPr>
          <a:xfrm>
            <a:off x="9865096" y="2736440"/>
            <a:ext cx="165324" cy="1369821"/>
          </a:xfrm>
          <a:prstGeom prst="rect">
            <a:avLst/>
          </a:prstGeom>
          <a:solidFill>
            <a:srgbClr val="EDC9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Rectangle 264"/>
          <p:cNvSpPr/>
          <p:nvPr/>
        </p:nvSpPr>
        <p:spPr>
          <a:xfrm>
            <a:off x="9865096" y="1188720"/>
            <a:ext cx="165324" cy="1547720"/>
          </a:xfrm>
          <a:prstGeom prst="rect">
            <a:avLst/>
          </a:prstGeom>
          <a:solidFill>
            <a:srgbClr val="4C72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TextBox 265"/>
          <p:cNvSpPr txBox="1"/>
          <p:nvPr/>
        </p:nvSpPr>
        <p:spPr>
          <a:xfrm>
            <a:off x="9844430" y="5788152"/>
            <a:ext cx="206654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00" b="0" i="0">
                <a:solidFill>
                  <a:srgbClr val="222222"/>
                </a:solidFill>
                <a:latin typeface="Arial"/>
              </a:rPr>
              <a:t>23·PR</a:t>
            </a:r>
          </a:p>
        </p:txBody>
      </p:sp>
      <p:sp>
        <p:nvSpPr>
          <p:cNvPr id="267" name="Rectangle 266"/>
          <p:cNvSpPr/>
          <p:nvPr/>
        </p:nvSpPr>
        <p:spPr>
          <a:xfrm>
            <a:off x="9865096" y="6016752"/>
            <a:ext cx="165324" cy="91440"/>
          </a:xfrm>
          <a:prstGeom prst="rect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" name="Rectangle 267"/>
          <p:cNvSpPr/>
          <p:nvPr/>
        </p:nvSpPr>
        <p:spPr>
          <a:xfrm>
            <a:off x="10071750" y="4375265"/>
            <a:ext cx="165324" cy="1385455"/>
          </a:xfrm>
          <a:prstGeom prst="rect">
            <a:avLst/>
          </a:prstGeom>
          <a:solidFill>
            <a:srgbClr val="4E7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" name="Rectangle 268"/>
          <p:cNvSpPr/>
          <p:nvPr/>
        </p:nvSpPr>
        <p:spPr>
          <a:xfrm>
            <a:off x="10071750" y="2705793"/>
            <a:ext cx="165324" cy="1669473"/>
          </a:xfrm>
          <a:prstGeom prst="rect">
            <a:avLst/>
          </a:prstGeom>
          <a:solidFill>
            <a:srgbClr val="59A1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Rectangle 269"/>
          <p:cNvSpPr/>
          <p:nvPr/>
        </p:nvSpPr>
        <p:spPr>
          <a:xfrm>
            <a:off x="10071750" y="2241665"/>
            <a:ext cx="165324" cy="464127"/>
          </a:xfrm>
          <a:prstGeom prst="rect">
            <a:avLst/>
          </a:prstGeom>
          <a:solidFill>
            <a:srgbClr val="FF9D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" name="Rectangle 270"/>
          <p:cNvSpPr/>
          <p:nvPr/>
        </p:nvSpPr>
        <p:spPr>
          <a:xfrm>
            <a:off x="10071750" y="1188720"/>
            <a:ext cx="165324" cy="1052945"/>
          </a:xfrm>
          <a:prstGeom prst="rect">
            <a:avLst/>
          </a:prstGeom>
          <a:solidFill>
            <a:srgbClr val="4E7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" name="TextBox 271"/>
          <p:cNvSpPr txBox="1"/>
          <p:nvPr/>
        </p:nvSpPr>
        <p:spPr>
          <a:xfrm>
            <a:off x="10051085" y="5788152"/>
            <a:ext cx="206654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00" b="0" i="0">
                <a:solidFill>
                  <a:srgbClr val="222222"/>
                </a:solidFill>
                <a:latin typeface="Arial"/>
              </a:rPr>
              <a:t>24·PR</a:t>
            </a:r>
          </a:p>
        </p:txBody>
      </p:sp>
      <p:sp>
        <p:nvSpPr>
          <p:cNvPr id="273" name="Rectangle 272"/>
          <p:cNvSpPr/>
          <p:nvPr/>
        </p:nvSpPr>
        <p:spPr>
          <a:xfrm>
            <a:off x="10071750" y="6016752"/>
            <a:ext cx="165324" cy="91440"/>
          </a:xfrm>
          <a:prstGeom prst="rect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Rectangle 273"/>
          <p:cNvSpPr/>
          <p:nvPr/>
        </p:nvSpPr>
        <p:spPr>
          <a:xfrm>
            <a:off x="10278405" y="3928558"/>
            <a:ext cx="165324" cy="1832162"/>
          </a:xfrm>
          <a:prstGeom prst="rect">
            <a:avLst/>
          </a:prstGeom>
          <a:solidFill>
            <a:srgbClr val="4E7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Rectangle 274"/>
          <p:cNvSpPr/>
          <p:nvPr/>
        </p:nvSpPr>
        <p:spPr>
          <a:xfrm>
            <a:off x="10278405" y="2096396"/>
            <a:ext cx="165324" cy="1832162"/>
          </a:xfrm>
          <a:prstGeom prst="rect">
            <a:avLst/>
          </a:prstGeom>
          <a:solidFill>
            <a:srgbClr val="59A1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" name="Rectangle 275"/>
          <p:cNvSpPr/>
          <p:nvPr/>
        </p:nvSpPr>
        <p:spPr>
          <a:xfrm>
            <a:off x="10278405" y="1188720"/>
            <a:ext cx="165324" cy="907676"/>
          </a:xfrm>
          <a:prstGeom prst="rect">
            <a:avLst/>
          </a:prstGeom>
          <a:solidFill>
            <a:srgbClr val="FF9D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" name="TextBox 276"/>
          <p:cNvSpPr txBox="1"/>
          <p:nvPr/>
        </p:nvSpPr>
        <p:spPr>
          <a:xfrm>
            <a:off x="10257739" y="5788152"/>
            <a:ext cx="206654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00" b="0" i="0">
                <a:solidFill>
                  <a:srgbClr val="222222"/>
                </a:solidFill>
                <a:latin typeface="Arial"/>
              </a:rPr>
              <a:t>25·PR</a:t>
            </a:r>
          </a:p>
        </p:txBody>
      </p:sp>
      <p:sp>
        <p:nvSpPr>
          <p:cNvPr id="278" name="Rectangle 277"/>
          <p:cNvSpPr/>
          <p:nvPr/>
        </p:nvSpPr>
        <p:spPr>
          <a:xfrm>
            <a:off x="10278405" y="6016752"/>
            <a:ext cx="165324" cy="91440"/>
          </a:xfrm>
          <a:prstGeom prst="rect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" name="Rectangle 278"/>
          <p:cNvSpPr/>
          <p:nvPr/>
        </p:nvSpPr>
        <p:spPr>
          <a:xfrm>
            <a:off x="10485059" y="5409028"/>
            <a:ext cx="165324" cy="351692"/>
          </a:xfrm>
          <a:prstGeom prst="rect">
            <a:avLst/>
          </a:prstGeom>
          <a:solidFill>
            <a:srgbClr val="4E7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" name="Rectangle 279"/>
          <p:cNvSpPr/>
          <p:nvPr/>
        </p:nvSpPr>
        <p:spPr>
          <a:xfrm>
            <a:off x="10485059" y="4002258"/>
            <a:ext cx="165324" cy="1406769"/>
          </a:xfrm>
          <a:prstGeom prst="rect">
            <a:avLst/>
          </a:prstGeom>
          <a:solidFill>
            <a:srgbClr val="FF9D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" name="Rectangle 280"/>
          <p:cNvSpPr/>
          <p:nvPr/>
        </p:nvSpPr>
        <p:spPr>
          <a:xfrm>
            <a:off x="10485059" y="1188720"/>
            <a:ext cx="165324" cy="2813538"/>
          </a:xfrm>
          <a:prstGeom prst="rect">
            <a:avLst/>
          </a:prstGeom>
          <a:solidFill>
            <a:srgbClr val="EDC9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" name="TextBox 281"/>
          <p:cNvSpPr txBox="1"/>
          <p:nvPr/>
        </p:nvSpPr>
        <p:spPr>
          <a:xfrm>
            <a:off x="10464394" y="5788152"/>
            <a:ext cx="206654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00" b="0" i="0">
                <a:solidFill>
                  <a:srgbClr val="222222"/>
                </a:solidFill>
                <a:latin typeface="Arial"/>
              </a:rPr>
              <a:t>27·PR</a:t>
            </a:r>
          </a:p>
        </p:txBody>
      </p:sp>
      <p:sp>
        <p:nvSpPr>
          <p:cNvPr id="283" name="Rectangle 282"/>
          <p:cNvSpPr/>
          <p:nvPr/>
        </p:nvSpPr>
        <p:spPr>
          <a:xfrm>
            <a:off x="10485059" y="6016752"/>
            <a:ext cx="165324" cy="91440"/>
          </a:xfrm>
          <a:prstGeom prst="rect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" name="Rectangle 283"/>
          <p:cNvSpPr/>
          <p:nvPr/>
        </p:nvSpPr>
        <p:spPr>
          <a:xfrm>
            <a:off x="10691713" y="4437246"/>
            <a:ext cx="165324" cy="1323474"/>
          </a:xfrm>
          <a:prstGeom prst="rect">
            <a:avLst/>
          </a:prstGeom>
          <a:solidFill>
            <a:srgbClr val="4E7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" name="Rectangle 284"/>
          <p:cNvSpPr/>
          <p:nvPr/>
        </p:nvSpPr>
        <p:spPr>
          <a:xfrm>
            <a:off x="10691713" y="2030931"/>
            <a:ext cx="165324" cy="2406316"/>
          </a:xfrm>
          <a:prstGeom prst="rect">
            <a:avLst/>
          </a:prstGeom>
          <a:solidFill>
            <a:srgbClr val="59A1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Rectangle 285"/>
          <p:cNvSpPr/>
          <p:nvPr/>
        </p:nvSpPr>
        <p:spPr>
          <a:xfrm>
            <a:off x="10691713" y="1188720"/>
            <a:ext cx="165324" cy="842211"/>
          </a:xfrm>
          <a:prstGeom prst="rect">
            <a:avLst/>
          </a:prstGeom>
          <a:solidFill>
            <a:srgbClr val="EDC9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" name="TextBox 286"/>
          <p:cNvSpPr txBox="1"/>
          <p:nvPr/>
        </p:nvSpPr>
        <p:spPr>
          <a:xfrm>
            <a:off x="10671048" y="5788152"/>
            <a:ext cx="206654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00" b="0" i="0">
                <a:solidFill>
                  <a:srgbClr val="222222"/>
                </a:solidFill>
                <a:latin typeface="Arial"/>
              </a:rPr>
              <a:t>28·PR</a:t>
            </a:r>
          </a:p>
        </p:txBody>
      </p:sp>
      <p:sp>
        <p:nvSpPr>
          <p:cNvPr id="288" name="Rectangle 287"/>
          <p:cNvSpPr/>
          <p:nvPr/>
        </p:nvSpPr>
        <p:spPr>
          <a:xfrm>
            <a:off x="10691713" y="6016752"/>
            <a:ext cx="165324" cy="91440"/>
          </a:xfrm>
          <a:prstGeom prst="rect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" name="Rectangle 288"/>
          <p:cNvSpPr/>
          <p:nvPr/>
        </p:nvSpPr>
        <p:spPr>
          <a:xfrm>
            <a:off x="10898368" y="4759661"/>
            <a:ext cx="165324" cy="1001059"/>
          </a:xfrm>
          <a:prstGeom prst="rect">
            <a:avLst/>
          </a:prstGeom>
          <a:solidFill>
            <a:srgbClr val="4E7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" name="Rectangle 289"/>
          <p:cNvSpPr/>
          <p:nvPr/>
        </p:nvSpPr>
        <p:spPr>
          <a:xfrm>
            <a:off x="10898368" y="3071308"/>
            <a:ext cx="165324" cy="1688353"/>
          </a:xfrm>
          <a:prstGeom prst="rect">
            <a:avLst/>
          </a:prstGeom>
          <a:solidFill>
            <a:srgbClr val="59A1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" name="Rectangle 290"/>
          <p:cNvSpPr/>
          <p:nvPr/>
        </p:nvSpPr>
        <p:spPr>
          <a:xfrm>
            <a:off x="10898368" y="1980602"/>
            <a:ext cx="165324" cy="1090706"/>
          </a:xfrm>
          <a:prstGeom prst="rect">
            <a:avLst/>
          </a:prstGeom>
          <a:solidFill>
            <a:srgbClr val="EDC9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" name="Rectangle 291"/>
          <p:cNvSpPr/>
          <p:nvPr/>
        </p:nvSpPr>
        <p:spPr>
          <a:xfrm>
            <a:off x="10898368" y="1188720"/>
            <a:ext cx="165324" cy="791882"/>
          </a:xfrm>
          <a:prstGeom prst="rect">
            <a:avLst/>
          </a:prstGeom>
          <a:solidFill>
            <a:srgbClr val="4C72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" name="TextBox 292"/>
          <p:cNvSpPr txBox="1"/>
          <p:nvPr/>
        </p:nvSpPr>
        <p:spPr>
          <a:xfrm>
            <a:off x="10877702" y="5788152"/>
            <a:ext cx="206654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00" b="0" i="0">
                <a:solidFill>
                  <a:srgbClr val="222222"/>
                </a:solidFill>
                <a:latin typeface="Arial"/>
              </a:rPr>
              <a:t>29·PR</a:t>
            </a:r>
          </a:p>
        </p:txBody>
      </p:sp>
      <p:sp>
        <p:nvSpPr>
          <p:cNvPr id="294" name="Rectangle 293"/>
          <p:cNvSpPr/>
          <p:nvPr/>
        </p:nvSpPr>
        <p:spPr>
          <a:xfrm>
            <a:off x="10898368" y="6016752"/>
            <a:ext cx="165324" cy="91440"/>
          </a:xfrm>
          <a:prstGeom prst="rect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5" name="Rectangle 294"/>
          <p:cNvSpPr/>
          <p:nvPr/>
        </p:nvSpPr>
        <p:spPr>
          <a:xfrm>
            <a:off x="11105022" y="3632871"/>
            <a:ext cx="165324" cy="2127849"/>
          </a:xfrm>
          <a:prstGeom prst="rect">
            <a:avLst/>
          </a:prstGeom>
          <a:solidFill>
            <a:srgbClr val="4E7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6" name="Rectangle 295"/>
          <p:cNvSpPr/>
          <p:nvPr/>
        </p:nvSpPr>
        <p:spPr>
          <a:xfrm>
            <a:off x="11105022" y="1188720"/>
            <a:ext cx="165324" cy="2444151"/>
          </a:xfrm>
          <a:prstGeom prst="rect">
            <a:avLst/>
          </a:prstGeom>
          <a:solidFill>
            <a:srgbClr val="59A1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7" name="TextBox 296"/>
          <p:cNvSpPr txBox="1"/>
          <p:nvPr/>
        </p:nvSpPr>
        <p:spPr>
          <a:xfrm>
            <a:off x="11084357" y="5788152"/>
            <a:ext cx="206654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00" b="0" i="0">
                <a:solidFill>
                  <a:srgbClr val="222222"/>
                </a:solidFill>
                <a:latin typeface="Arial"/>
              </a:rPr>
              <a:t>30·PR</a:t>
            </a:r>
          </a:p>
        </p:txBody>
      </p:sp>
      <p:sp>
        <p:nvSpPr>
          <p:cNvPr id="298" name="Rectangle 297"/>
          <p:cNvSpPr/>
          <p:nvPr/>
        </p:nvSpPr>
        <p:spPr>
          <a:xfrm>
            <a:off x="11105022" y="6016752"/>
            <a:ext cx="165324" cy="91440"/>
          </a:xfrm>
          <a:prstGeom prst="rect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9" name="Rectangle 298"/>
          <p:cNvSpPr/>
          <p:nvPr/>
        </p:nvSpPr>
        <p:spPr>
          <a:xfrm>
            <a:off x="11311677" y="4113152"/>
            <a:ext cx="165324" cy="1647568"/>
          </a:xfrm>
          <a:prstGeom prst="rect">
            <a:avLst/>
          </a:prstGeom>
          <a:solidFill>
            <a:srgbClr val="4E7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" name="Rectangle 299"/>
          <p:cNvSpPr/>
          <p:nvPr/>
        </p:nvSpPr>
        <p:spPr>
          <a:xfrm>
            <a:off x="11311677" y="3289369"/>
            <a:ext cx="165324" cy="823784"/>
          </a:xfrm>
          <a:prstGeom prst="rect">
            <a:avLst/>
          </a:prstGeom>
          <a:solidFill>
            <a:srgbClr val="76B7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" name="Rectangle 300"/>
          <p:cNvSpPr/>
          <p:nvPr/>
        </p:nvSpPr>
        <p:spPr>
          <a:xfrm>
            <a:off x="11311677" y="1641801"/>
            <a:ext cx="165324" cy="1647568"/>
          </a:xfrm>
          <a:prstGeom prst="rect">
            <a:avLst/>
          </a:prstGeom>
          <a:solidFill>
            <a:srgbClr val="59A1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2" name="Rectangle 301"/>
          <p:cNvSpPr/>
          <p:nvPr/>
        </p:nvSpPr>
        <p:spPr>
          <a:xfrm>
            <a:off x="11311677" y="1188720"/>
            <a:ext cx="165324" cy="453081"/>
          </a:xfrm>
          <a:prstGeom prst="rect">
            <a:avLst/>
          </a:prstGeom>
          <a:solidFill>
            <a:srgbClr val="C44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TextBox 302"/>
          <p:cNvSpPr txBox="1"/>
          <p:nvPr/>
        </p:nvSpPr>
        <p:spPr>
          <a:xfrm>
            <a:off x="11291011" y="5788152"/>
            <a:ext cx="206654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00" b="0" i="0">
                <a:solidFill>
                  <a:srgbClr val="222222"/>
                </a:solidFill>
                <a:latin typeface="Arial"/>
              </a:rPr>
              <a:t>31·PR</a:t>
            </a:r>
          </a:p>
        </p:txBody>
      </p:sp>
      <p:sp>
        <p:nvSpPr>
          <p:cNvPr id="304" name="Rectangle 303"/>
          <p:cNvSpPr/>
          <p:nvPr/>
        </p:nvSpPr>
        <p:spPr>
          <a:xfrm>
            <a:off x="11311677" y="6016752"/>
            <a:ext cx="165324" cy="91440"/>
          </a:xfrm>
          <a:prstGeom prst="rect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5" name="Rectangle 304"/>
          <p:cNvSpPr/>
          <p:nvPr/>
        </p:nvSpPr>
        <p:spPr>
          <a:xfrm>
            <a:off x="11795760" y="1188720"/>
            <a:ext cx="164592" cy="128016"/>
          </a:xfrm>
          <a:prstGeom prst="rect">
            <a:avLst/>
          </a:prstGeom>
          <a:solidFill>
            <a:srgbClr val="4E7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" name="TextBox 305"/>
          <p:cNvSpPr txBox="1"/>
          <p:nvPr/>
        </p:nvSpPr>
        <p:spPr>
          <a:xfrm>
            <a:off x="11996928" y="1170432"/>
            <a:ext cx="54864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0" i="0">
                <a:solidFill>
                  <a:srgbClr val="222222"/>
                </a:solidFill>
                <a:latin typeface="Arial"/>
              </a:rPr>
              <a:t>SBS1</a:t>
            </a:r>
          </a:p>
        </p:txBody>
      </p:sp>
      <p:sp>
        <p:nvSpPr>
          <p:cNvPr id="307" name="Rectangle 306"/>
          <p:cNvSpPr/>
          <p:nvPr/>
        </p:nvSpPr>
        <p:spPr>
          <a:xfrm>
            <a:off x="11795760" y="1417320"/>
            <a:ext cx="164592" cy="128016"/>
          </a:xfrm>
          <a:prstGeom prst="rect">
            <a:avLst/>
          </a:prstGeom>
          <a:solidFill>
            <a:srgbClr val="F28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8" name="TextBox 307"/>
          <p:cNvSpPr txBox="1"/>
          <p:nvPr/>
        </p:nvSpPr>
        <p:spPr>
          <a:xfrm>
            <a:off x="11996928" y="1399032"/>
            <a:ext cx="54864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0" i="0">
                <a:solidFill>
                  <a:srgbClr val="222222"/>
                </a:solidFill>
                <a:latin typeface="Arial"/>
              </a:rPr>
              <a:t>SBS2</a:t>
            </a:r>
          </a:p>
        </p:txBody>
      </p:sp>
      <p:sp>
        <p:nvSpPr>
          <p:cNvPr id="309" name="Rectangle 308"/>
          <p:cNvSpPr/>
          <p:nvPr/>
        </p:nvSpPr>
        <p:spPr>
          <a:xfrm>
            <a:off x="11795760" y="1645920"/>
            <a:ext cx="164592" cy="128016"/>
          </a:xfrm>
          <a:prstGeom prst="rect">
            <a:avLst/>
          </a:prstGeom>
          <a:solidFill>
            <a:srgbClr val="E157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0" name="TextBox 309"/>
          <p:cNvSpPr txBox="1"/>
          <p:nvPr/>
        </p:nvSpPr>
        <p:spPr>
          <a:xfrm>
            <a:off x="11996928" y="1627632"/>
            <a:ext cx="54864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0" i="0">
                <a:solidFill>
                  <a:srgbClr val="222222"/>
                </a:solidFill>
                <a:latin typeface="Arial"/>
              </a:rPr>
              <a:t>SBS3</a:t>
            </a:r>
          </a:p>
        </p:txBody>
      </p:sp>
      <p:sp>
        <p:nvSpPr>
          <p:cNvPr id="311" name="Rectangle 310"/>
          <p:cNvSpPr/>
          <p:nvPr/>
        </p:nvSpPr>
        <p:spPr>
          <a:xfrm>
            <a:off x="11795760" y="1874520"/>
            <a:ext cx="164592" cy="128016"/>
          </a:xfrm>
          <a:prstGeom prst="rect">
            <a:avLst/>
          </a:prstGeom>
          <a:solidFill>
            <a:srgbClr val="76B7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" name="TextBox 311"/>
          <p:cNvSpPr txBox="1"/>
          <p:nvPr/>
        </p:nvSpPr>
        <p:spPr>
          <a:xfrm>
            <a:off x="11996928" y="1856232"/>
            <a:ext cx="54864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0" i="0">
                <a:solidFill>
                  <a:srgbClr val="222222"/>
                </a:solidFill>
                <a:latin typeface="Arial"/>
              </a:rPr>
              <a:t>SBS4</a:t>
            </a:r>
          </a:p>
        </p:txBody>
      </p:sp>
      <p:sp>
        <p:nvSpPr>
          <p:cNvPr id="313" name="Rectangle 312"/>
          <p:cNvSpPr/>
          <p:nvPr/>
        </p:nvSpPr>
        <p:spPr>
          <a:xfrm>
            <a:off x="11795760" y="2103120"/>
            <a:ext cx="164592" cy="128016"/>
          </a:xfrm>
          <a:prstGeom prst="rect">
            <a:avLst/>
          </a:prstGeom>
          <a:solidFill>
            <a:srgbClr val="59A1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4" name="TextBox 313"/>
          <p:cNvSpPr txBox="1"/>
          <p:nvPr/>
        </p:nvSpPr>
        <p:spPr>
          <a:xfrm>
            <a:off x="11996928" y="2084832"/>
            <a:ext cx="54864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0" i="0">
                <a:solidFill>
                  <a:srgbClr val="222222"/>
                </a:solidFill>
                <a:latin typeface="Arial"/>
              </a:rPr>
              <a:t>SBS5</a:t>
            </a:r>
          </a:p>
        </p:txBody>
      </p:sp>
      <p:sp>
        <p:nvSpPr>
          <p:cNvPr id="315" name="Rectangle 314"/>
          <p:cNvSpPr/>
          <p:nvPr/>
        </p:nvSpPr>
        <p:spPr>
          <a:xfrm>
            <a:off x="11795760" y="2331720"/>
            <a:ext cx="164592" cy="128016"/>
          </a:xfrm>
          <a:prstGeom prst="rect">
            <a:avLst/>
          </a:prstGeom>
          <a:solidFill>
            <a:srgbClr val="EDC9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6" name="TextBox 315"/>
          <p:cNvSpPr txBox="1"/>
          <p:nvPr/>
        </p:nvSpPr>
        <p:spPr>
          <a:xfrm>
            <a:off x="11996928" y="2313432"/>
            <a:ext cx="54864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0" i="0">
                <a:solidFill>
                  <a:srgbClr val="222222"/>
                </a:solidFill>
                <a:latin typeface="Arial"/>
              </a:rPr>
              <a:t>SBS6</a:t>
            </a:r>
          </a:p>
        </p:txBody>
      </p:sp>
      <p:sp>
        <p:nvSpPr>
          <p:cNvPr id="317" name="Rectangle 316"/>
          <p:cNvSpPr/>
          <p:nvPr/>
        </p:nvSpPr>
        <p:spPr>
          <a:xfrm>
            <a:off x="11795760" y="2560320"/>
            <a:ext cx="164592" cy="128016"/>
          </a:xfrm>
          <a:prstGeom prst="rect">
            <a:avLst/>
          </a:prstGeom>
          <a:solidFill>
            <a:srgbClr val="B07A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8" name="TextBox 317"/>
          <p:cNvSpPr txBox="1"/>
          <p:nvPr/>
        </p:nvSpPr>
        <p:spPr>
          <a:xfrm>
            <a:off x="11996928" y="2542032"/>
            <a:ext cx="54864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0" i="0">
                <a:solidFill>
                  <a:srgbClr val="222222"/>
                </a:solidFill>
                <a:latin typeface="Arial"/>
              </a:rPr>
              <a:t>SBS7a</a:t>
            </a:r>
          </a:p>
        </p:txBody>
      </p:sp>
      <p:sp>
        <p:nvSpPr>
          <p:cNvPr id="319" name="Rectangle 318"/>
          <p:cNvSpPr/>
          <p:nvPr/>
        </p:nvSpPr>
        <p:spPr>
          <a:xfrm>
            <a:off x="11795760" y="2788920"/>
            <a:ext cx="164592" cy="128016"/>
          </a:xfrm>
          <a:prstGeom prst="rect">
            <a:avLst/>
          </a:prstGeom>
          <a:solidFill>
            <a:srgbClr val="FF9D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0" name="TextBox 319"/>
          <p:cNvSpPr txBox="1"/>
          <p:nvPr/>
        </p:nvSpPr>
        <p:spPr>
          <a:xfrm>
            <a:off x="11996928" y="2770632"/>
            <a:ext cx="54864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0" i="0">
                <a:solidFill>
                  <a:srgbClr val="222222"/>
                </a:solidFill>
                <a:latin typeface="Arial"/>
              </a:rPr>
              <a:t>SBS7b</a:t>
            </a:r>
          </a:p>
        </p:txBody>
      </p:sp>
      <p:sp>
        <p:nvSpPr>
          <p:cNvPr id="321" name="Rectangle 320"/>
          <p:cNvSpPr/>
          <p:nvPr/>
        </p:nvSpPr>
        <p:spPr>
          <a:xfrm>
            <a:off x="11795760" y="3017520"/>
            <a:ext cx="164592" cy="128016"/>
          </a:xfrm>
          <a:prstGeom prst="rect">
            <a:avLst/>
          </a:prstGeom>
          <a:solidFill>
            <a:srgbClr val="9C75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2" name="TextBox 321"/>
          <p:cNvSpPr txBox="1"/>
          <p:nvPr/>
        </p:nvSpPr>
        <p:spPr>
          <a:xfrm>
            <a:off x="11996928" y="2999232"/>
            <a:ext cx="54864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0" i="0">
                <a:solidFill>
                  <a:srgbClr val="222222"/>
                </a:solidFill>
                <a:latin typeface="Arial"/>
              </a:rPr>
              <a:t>SBS7c</a:t>
            </a:r>
          </a:p>
        </p:txBody>
      </p:sp>
      <p:sp>
        <p:nvSpPr>
          <p:cNvPr id="323" name="Rectangle 322"/>
          <p:cNvSpPr/>
          <p:nvPr/>
        </p:nvSpPr>
        <p:spPr>
          <a:xfrm>
            <a:off x="11795760" y="3246120"/>
            <a:ext cx="164592" cy="128016"/>
          </a:xfrm>
          <a:prstGeom prst="rect">
            <a:avLst/>
          </a:prstGeom>
          <a:solidFill>
            <a:srgbClr val="BAB0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4" name="TextBox 323"/>
          <p:cNvSpPr txBox="1"/>
          <p:nvPr/>
        </p:nvSpPr>
        <p:spPr>
          <a:xfrm>
            <a:off x="11996928" y="3227832"/>
            <a:ext cx="54864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0" i="0">
                <a:solidFill>
                  <a:srgbClr val="222222"/>
                </a:solidFill>
                <a:latin typeface="Arial"/>
              </a:rPr>
              <a:t>SBS7d</a:t>
            </a:r>
          </a:p>
        </p:txBody>
      </p:sp>
      <p:sp>
        <p:nvSpPr>
          <p:cNvPr id="325" name="Rectangle 324"/>
          <p:cNvSpPr/>
          <p:nvPr/>
        </p:nvSpPr>
        <p:spPr>
          <a:xfrm>
            <a:off x="11795760" y="3474720"/>
            <a:ext cx="164592" cy="128016"/>
          </a:xfrm>
          <a:prstGeom prst="rect">
            <a:avLst/>
          </a:prstGeom>
          <a:solidFill>
            <a:srgbClr val="4C72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6" name="TextBox 325"/>
          <p:cNvSpPr txBox="1"/>
          <p:nvPr/>
        </p:nvSpPr>
        <p:spPr>
          <a:xfrm>
            <a:off x="11996928" y="3456432"/>
            <a:ext cx="54864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0" i="0">
                <a:solidFill>
                  <a:srgbClr val="222222"/>
                </a:solidFill>
                <a:latin typeface="Arial"/>
              </a:rPr>
              <a:t>SBS8</a:t>
            </a:r>
          </a:p>
        </p:txBody>
      </p:sp>
      <p:sp>
        <p:nvSpPr>
          <p:cNvPr id="327" name="Rectangle 326"/>
          <p:cNvSpPr/>
          <p:nvPr/>
        </p:nvSpPr>
        <p:spPr>
          <a:xfrm>
            <a:off x="11795760" y="3703320"/>
            <a:ext cx="164592" cy="128016"/>
          </a:xfrm>
          <a:prstGeom prst="rect">
            <a:avLst/>
          </a:prstGeom>
          <a:solidFill>
            <a:srgbClr val="DD85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8" name="TextBox 327"/>
          <p:cNvSpPr txBox="1"/>
          <p:nvPr/>
        </p:nvSpPr>
        <p:spPr>
          <a:xfrm>
            <a:off x="11996928" y="3685032"/>
            <a:ext cx="54864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0" i="0">
                <a:solidFill>
                  <a:srgbClr val="222222"/>
                </a:solidFill>
                <a:latin typeface="Arial"/>
              </a:rPr>
              <a:t>SBS9</a:t>
            </a:r>
          </a:p>
        </p:txBody>
      </p:sp>
      <p:sp>
        <p:nvSpPr>
          <p:cNvPr id="329" name="Rectangle 328"/>
          <p:cNvSpPr/>
          <p:nvPr/>
        </p:nvSpPr>
        <p:spPr>
          <a:xfrm>
            <a:off x="11795760" y="3931920"/>
            <a:ext cx="164592" cy="128016"/>
          </a:xfrm>
          <a:prstGeom prst="rect">
            <a:avLst/>
          </a:prstGeom>
          <a:solidFill>
            <a:srgbClr val="55A8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0" name="TextBox 329"/>
          <p:cNvSpPr txBox="1"/>
          <p:nvPr/>
        </p:nvSpPr>
        <p:spPr>
          <a:xfrm>
            <a:off x="11996928" y="3913632"/>
            <a:ext cx="54864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0" i="0">
                <a:solidFill>
                  <a:srgbClr val="222222"/>
                </a:solidFill>
                <a:latin typeface="Arial"/>
              </a:rPr>
              <a:t>SBS10a</a:t>
            </a:r>
          </a:p>
        </p:txBody>
      </p:sp>
      <p:sp>
        <p:nvSpPr>
          <p:cNvPr id="331" name="Rectangle 330"/>
          <p:cNvSpPr/>
          <p:nvPr/>
        </p:nvSpPr>
        <p:spPr>
          <a:xfrm>
            <a:off x="11795760" y="4160520"/>
            <a:ext cx="164592" cy="128016"/>
          </a:xfrm>
          <a:prstGeom prst="rect">
            <a:avLst/>
          </a:prstGeom>
          <a:solidFill>
            <a:srgbClr val="C44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2" name="TextBox 331"/>
          <p:cNvSpPr txBox="1"/>
          <p:nvPr/>
        </p:nvSpPr>
        <p:spPr>
          <a:xfrm>
            <a:off x="11996928" y="4142232"/>
            <a:ext cx="54864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0" i="0">
                <a:solidFill>
                  <a:srgbClr val="222222"/>
                </a:solidFill>
                <a:latin typeface="Arial"/>
              </a:rPr>
              <a:t>SBS10b</a:t>
            </a:r>
          </a:p>
        </p:txBody>
      </p:sp>
      <p:sp>
        <p:nvSpPr>
          <p:cNvPr id="333" name="Rectangle 332"/>
          <p:cNvSpPr/>
          <p:nvPr/>
        </p:nvSpPr>
        <p:spPr>
          <a:xfrm>
            <a:off x="11795760" y="4389120"/>
            <a:ext cx="164592" cy="128016"/>
          </a:xfrm>
          <a:prstGeom prst="rect">
            <a:avLst/>
          </a:prstGeom>
          <a:solidFill>
            <a:srgbClr val="8C61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4" name="TextBox 333"/>
          <p:cNvSpPr txBox="1"/>
          <p:nvPr/>
        </p:nvSpPr>
        <p:spPr>
          <a:xfrm>
            <a:off x="11996928" y="4370832"/>
            <a:ext cx="54864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0" i="0">
                <a:solidFill>
                  <a:srgbClr val="222222"/>
                </a:solidFill>
                <a:latin typeface="Arial"/>
              </a:rPr>
              <a:t>SBS10c</a:t>
            </a:r>
          </a:p>
        </p:txBody>
      </p:sp>
      <p:sp>
        <p:nvSpPr>
          <p:cNvPr id="335" name="TextBox 334"/>
          <p:cNvSpPr txBox="1"/>
          <p:nvPr/>
        </p:nvSpPr>
        <p:spPr>
          <a:xfrm>
            <a:off x="1371600" y="6263640"/>
            <a:ext cx="10332720" cy="32004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1">
                <a:solidFill>
                  <a:srgbClr val="222222"/>
                </a:solidFill>
                <a:latin typeface="Arial"/>
              </a:rPr>
              <a:t>SBS5 (clock-like) + SBS1 (CpG deamination) dominate &gt; 60 % of mutations across all samples. SBS3 (HRD) absent. Signature data: SigProfiler SBS96 refit.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