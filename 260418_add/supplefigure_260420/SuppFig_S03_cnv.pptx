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CNV + HRD detail per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CNVkit genome-wide copy-number log₂ ratio heatmap (35 pre-CRT subjects × chromosomes 1–22/X).
Rows ordered good-then-bad; gold sidebar marks response; cT stripe annotated.
Data source: 04_wes_cnv_clonal/cnvkit/{subj}-PR_DNA.cnr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CNV + HRD detail per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Myriad-style HRD-LST score by response (N = 35 pre-CRT).
Good 6.2 vs bad 8.4 (MW P = 0.037); strict canonical HRD (SBS3) absent.
Consistent with low-level chromosomal rearrangement in mesenchymal / EMT-high tumors.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CNV + HRD detail per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CIN (copy-number aberration count) by response — not distinguishing (P = 0.66).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