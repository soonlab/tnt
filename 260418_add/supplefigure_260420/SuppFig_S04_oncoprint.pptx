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50292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Oncoprint + VAF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Per-sample mutation oncoprint (35 pre-CRT samples × top 30 CRC driver genes).
Row-sorted by gene prevalence; column-sorted by response then subject.
Variant type colored: missense / stop_gain / frameshift / splice.
Data: 02_wes_tmb_msi/variant_master.tsv.gz.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50292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Oncoprint + VAF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Per-sample VAF distribution (boxplot of variant-allele frequencies).
Purity-corrected VAF across all PASS variants.
No systematic shift by response; TMB-low confirmed at low-VAF 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