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CRC driver-gene oncoprint (pre-CRT; cBioPortal-style top count + left frequency + bottom tracks)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4560" y="1554480"/>
            <a:ext cx="91440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005840"/>
            <a:ext cx="0" cy="5486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38560" y="1005840"/>
            <a:ext cx="0" cy="54864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94560" y="1005840"/>
            <a:ext cx="91440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0552" y="15544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91640" y="14721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30552" y="1280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91640" y="1197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187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30552" y="10058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9235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374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432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n muts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0686" y="1415120"/>
            <a:ext cx="209006" cy="139360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1943" y="1542744"/>
            <a:ext cx="209006" cy="11736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489934"/>
            <a:ext cx="209006" cy="64546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04457" y="1407785"/>
            <a:ext cx="209006" cy="146695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5714" y="1077721"/>
            <a:ext cx="209006" cy="476759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6971" y="1055716"/>
            <a:ext cx="209006" cy="498764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88229" y="1146667"/>
            <a:ext cx="209006" cy="407813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49486" y="1459128"/>
            <a:ext cx="209006" cy="95352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0743" y="1479665"/>
            <a:ext cx="209006" cy="74815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1394582"/>
            <a:ext cx="209006" cy="159898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3257" y="1288962"/>
            <a:ext cx="209006" cy="265518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4514" y="1547145"/>
            <a:ext cx="209006" cy="7335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55771" y="1444459"/>
            <a:ext cx="209006" cy="110021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17029" y="1441525"/>
            <a:ext cx="209006" cy="112955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78286" y="1130531"/>
            <a:ext cx="209006" cy="423949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39543" y="1420987"/>
            <a:ext cx="209006" cy="133493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506071"/>
            <a:ext cx="209006" cy="48409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62057" y="1409252"/>
            <a:ext cx="209006" cy="145228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23314" y="1506071"/>
            <a:ext cx="209006" cy="48409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84571" y="1457661"/>
            <a:ext cx="209006" cy="96819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45829" y="1435657"/>
            <a:ext cx="209006" cy="118823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07086" y="1404851"/>
            <a:ext cx="209006" cy="149629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68343" y="1375512"/>
            <a:ext cx="209006" cy="178968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165738"/>
            <a:ext cx="209006" cy="388742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90857" y="1126130"/>
            <a:ext cx="209006" cy="428350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52114" y="1548612"/>
            <a:ext cx="209006" cy="5868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13371" y="1418053"/>
            <a:ext cx="209006" cy="136427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74629" y="1180407"/>
            <a:ext cx="209006" cy="374073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35886" y="1398983"/>
            <a:ext cx="209006" cy="155497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97143" y="1547145"/>
            <a:ext cx="209006" cy="7335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58400" y="1453260"/>
            <a:ext cx="209006" cy="101220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19657" y="1488467"/>
            <a:ext cx="209006" cy="66013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580914" y="1371111"/>
            <a:ext cx="209006" cy="183369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42171" y="1419520"/>
            <a:ext cx="209006" cy="134960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103429" y="1385781"/>
            <a:ext cx="209006" cy="168699"/>
          </a:xfrm>
          <a:prstGeom prst="rect">
            <a:avLst/>
          </a:prstGeom>
          <a:solidFill>
            <a:srgbClr val="444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54480" y="1683149"/>
            <a:ext cx="366805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1645920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APC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18488" y="1683149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Arial"/>
              </a:rPr>
              <a:t>24/35 (69%)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94560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55817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17074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78331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39589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00846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62103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23360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84617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45874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807131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68389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29646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0903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52160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13417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4674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35931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97189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58446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19703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680960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42217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03474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464731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25989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987246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48503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0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771017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32274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293531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54789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16046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1077303" y="164592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207623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730137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91394" y="1670739"/>
            <a:ext cx="235131" cy="198555"/>
          </a:xfrm>
          <a:prstGeom prst="rect">
            <a:avLst/>
          </a:prstGeom>
          <a:solidFill>
            <a:srgbClr val="6B4A9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036423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97680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558937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820194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342709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603966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26480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387737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10251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171509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694023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955280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77794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00309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61566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522823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45337" y="1670739"/>
            <a:ext cx="235131" cy="198555"/>
          </a:xfrm>
          <a:prstGeom prst="rect">
            <a:avLst/>
          </a:prstGeom>
          <a:solidFill>
            <a:srgbClr val="6B4A9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306594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567851" y="167073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29109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90366" y="1670739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554480" y="1931343"/>
            <a:ext cx="229253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7240" y="1894114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TP53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18488" y="1931343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Arial"/>
              </a:rPr>
              <a:t>15/35 (43%)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94560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455817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717074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78331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239589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00846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62103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023360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284617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545874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807131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068389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329646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590903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852160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113417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374674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635931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897189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158446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419703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680960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942217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203474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464731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25989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987246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248503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509760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771017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032274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293531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54789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816046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077303" y="189411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730137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991394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513909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036423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558937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342709" y="1918934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603966" y="1918934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648994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432766" y="1918934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955280" y="1918934"/>
            <a:ext cx="235131" cy="198555"/>
          </a:xfrm>
          <a:prstGeom prst="rect">
            <a:avLst/>
          </a:prstGeom>
          <a:solidFill>
            <a:srgbClr val="6B4A9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522823" y="1918934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045337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567851" y="1918934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829109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1090366" y="1918934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554480" y="2179538"/>
            <a:ext cx="152835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77240" y="2142309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KRAS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618488" y="2179538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10/35 (29%)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194560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455817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717074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978331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239589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500846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762103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023360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284617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545874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807131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068389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5329646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590903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5852160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113417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374674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635931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897189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158446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419703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680960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942217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203474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464731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725989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987246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248503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509760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771017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032274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293531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554789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0816046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1077303" y="214230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207623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036423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297680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342709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603966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694023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955280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261566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0045337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1090366" y="216712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554480" y="2427732"/>
            <a:ext cx="30567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77240" y="2390503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PIK3CA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618488" y="2427732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2/35 (6%)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194560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455817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2717074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978331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3239589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500846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762103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4023360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4284617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545874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807131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068389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5329646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590903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852160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113417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374674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6635931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897189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158446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419703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680960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942217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8203474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464731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725989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987246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248503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09760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771017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0032274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293531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554789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816046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1077303" y="239050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694023" y="2415322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261566" y="2415322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554480" y="2675926"/>
            <a:ext cx="30567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777240" y="2638697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SMAD4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618488" y="2675926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2/35 (6%)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2194560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455817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717074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2978331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3239589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3500846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3762103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023360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4284617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4545874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4807131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5068389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5329646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5590903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5852160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113417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374674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635931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897189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158446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7419703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7680960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942217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8203474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8464731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725989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8987246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248503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509760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771017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032274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0293531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554789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0816046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1077303" y="263869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2991394" y="2663517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522823" y="2663517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554480" y="2924121"/>
            <a:ext cx="76418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777240" y="2886891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FBXW7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618488" y="2924121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5/35 (14%)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2194560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455817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717074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2978331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239589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500846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762103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023360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284617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545874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807131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5068389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5329646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5590903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5852160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113417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374674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635931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6897189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158446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419703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680960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942217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203474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8464731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725989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8987246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248503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9509760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9771017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032274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93531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554789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816046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1077303" y="288689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4036423" y="2911711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6910251" y="2911711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7955280" y="2911711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9522823" y="2911711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1090366" y="2911711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554480" y="3172315"/>
            <a:ext cx="45851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777240" y="3135086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KMT2D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618488" y="3172315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3/35 (9%)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2194560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2455817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2717074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2978331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239589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500846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3762103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4023360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284617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4545874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4807131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5068389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5329646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5590903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5852160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6113417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6374674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6635931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6897189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7158446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7419703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7680960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7942217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203474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464731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8725989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8987246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248503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509760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771017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032274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293531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4789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816046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1077303" y="313508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3513909" y="3159905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3775166" y="3159905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5603966" y="3159905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554480" y="3420509"/>
            <a:ext cx="45851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777240" y="3383280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SOX9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618488" y="3420509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3/35 (9%)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2194560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455817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2717074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978331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3239589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3500846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3762103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023360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4284617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4545874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4807131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5068389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5329646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5590903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5852160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6113417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6374674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6635931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6897189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7158446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7419703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7680960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942217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8203474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8464731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8725989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8987246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9248503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9509760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9771017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032274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293531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554789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16046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1077303" y="3383280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6387737" y="340809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7694023" y="340809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9522823" y="3408099"/>
            <a:ext cx="235131" cy="198555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554480" y="3668703"/>
            <a:ext cx="30567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777240" y="3631474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ARID1A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618488" y="3668703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2/35 (6%)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2194560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2455817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2717074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2978331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3239589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3500846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3762103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4023360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4284617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4545874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4807131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5068389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5329646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5590903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5852160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6113417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6374674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6635931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6897189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7158446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7419703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7680960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7942217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8203474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8464731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8725989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8987246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9248503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9509760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9771017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0032274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0293531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0554789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0816046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077303" y="3631474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3252651" y="3656294"/>
            <a:ext cx="235131" cy="198555"/>
          </a:xfrm>
          <a:prstGeom prst="rect">
            <a:avLst/>
          </a:prstGeom>
          <a:solidFill>
            <a:srgbClr val="6B4A9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9261566" y="3656294"/>
            <a:ext cx="235131" cy="198555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554480" y="3916898"/>
            <a:ext cx="30567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777240" y="3879669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TCF7L2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618488" y="3916898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2/35 (6%)</a:t>
            </a:r>
          </a:p>
        </p:txBody>
      </p:sp>
      <p:sp>
        <p:nvSpPr>
          <p:cNvPr id="461" name="Rectangle 460"/>
          <p:cNvSpPr/>
          <p:nvPr/>
        </p:nvSpPr>
        <p:spPr>
          <a:xfrm>
            <a:off x="2194560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2455817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2717074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2978331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3239589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3500846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3762103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4023360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4284617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4545874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4807131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5068389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5329646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5590903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5852160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6113417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6374674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6635931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6897189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7158446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7419703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7680960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7942217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8203474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8464731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8725989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8987246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9248503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9509760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9771017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032274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10293531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10554789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10816046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11077303" y="3879669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10045337" y="3904488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10306594" y="3904488"/>
            <a:ext cx="235131" cy="198555"/>
          </a:xfrm>
          <a:prstGeom prst="rect">
            <a:avLst/>
          </a:prstGeom>
          <a:solidFill>
            <a:srgbClr val="6B4A9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1554480" y="4165092"/>
            <a:ext cx="15284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TextBox 498"/>
          <p:cNvSpPr txBox="1"/>
          <p:nvPr/>
        </p:nvSpPr>
        <p:spPr>
          <a:xfrm>
            <a:off x="777240" y="4127863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NRAS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618488" y="4165092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1/35 (3%)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2194560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2455817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2717074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2978331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3239589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3500846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3762103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4023360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4284617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4545874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4807131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5068389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5329646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5590903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5852160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6113417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6374674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6635931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6897189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7158446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7419703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7680960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7942217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8203474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8464731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8725989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8987246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9248503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9509760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9771017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10032274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10293531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10554789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10816046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11077303" y="4127863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6126480" y="4152682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1554480" y="4413286"/>
            <a:ext cx="30567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TextBox 537"/>
          <p:cNvSpPr txBox="1"/>
          <p:nvPr/>
        </p:nvSpPr>
        <p:spPr>
          <a:xfrm>
            <a:off x="777240" y="4376057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BRCA2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618488" y="4413286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2/35 (6%)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2194560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2455817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2717074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2978331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3239589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3500846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3762103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4023360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4284617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4545874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4807131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5068389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5329646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5590903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5852160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6113417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6374674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6635931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6897189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7158446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7419703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7680960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7942217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8203474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464731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8725989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8987246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9248503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9509760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9771017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0032274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10293531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10554789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10816046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11077303" y="4376057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3775166" y="4400877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10567851" y="4400877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1554480" y="4661481"/>
            <a:ext cx="30567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TextBox 577"/>
          <p:cNvSpPr txBox="1"/>
          <p:nvPr/>
        </p:nvSpPr>
        <p:spPr>
          <a:xfrm>
            <a:off x="777240" y="4624251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ATM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1618488" y="4661481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2/35 (6%)</a:t>
            </a:r>
          </a:p>
        </p:txBody>
      </p:sp>
      <p:sp>
        <p:nvSpPr>
          <p:cNvPr id="580" name="Rectangle 579"/>
          <p:cNvSpPr/>
          <p:nvPr/>
        </p:nvSpPr>
        <p:spPr>
          <a:xfrm>
            <a:off x="2194560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2455817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2717074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2978331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3239589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3500846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3762103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4023360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4284617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4545874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4807131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5068389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5329646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5590903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5852160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6113417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6374674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6635931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6897189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7158446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7419703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7680960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7942217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8203474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8464731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8725989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8987246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9248503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9509760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9771017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10032274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10293531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10554789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10816046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11077303" y="4624251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6126480" y="4649071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9261566" y="4649071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1554480" y="4909675"/>
            <a:ext cx="45851" cy="173736"/>
          </a:xfrm>
          <a:prstGeom prst="rect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777240" y="4872446"/>
            <a:ext cx="731520" cy="2481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FAT4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1618488" y="4909675"/>
            <a:ext cx="564642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3/35 (9%)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2194560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2455817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2717074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2978331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3239589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3500846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3762103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4023360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4284617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4545874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4807131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5068389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5329646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5590903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5852160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6113417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6374674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6635931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6897189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7158446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7419703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7680960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7942217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8203474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8464731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8725989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8987246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9248503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9509760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9771017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10032274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0293531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10554789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10816046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11077303" y="4872446"/>
            <a:ext cx="261257" cy="248194"/>
          </a:xfrm>
          <a:prstGeom prst="rect">
            <a:avLst/>
          </a:prstGeom>
          <a:solidFill>
            <a:srgbClr val="F0F0F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2991394" y="4897265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4820194" y="4897265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5603966" y="4897265"/>
            <a:ext cx="235131" cy="198555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2207623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2207623" y="5440680"/>
            <a:ext cx="235131" cy="164592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2207623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2194560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2468880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2468880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2468880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2455817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666" name="Rectangle 665"/>
          <p:cNvSpPr/>
          <p:nvPr/>
        </p:nvSpPr>
        <p:spPr>
          <a:xfrm>
            <a:off x="2730137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2730137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2730137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717074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7</a:t>
            </a:r>
          </a:p>
        </p:txBody>
      </p:sp>
      <p:sp>
        <p:nvSpPr>
          <p:cNvPr id="670" name="Rectangle 669"/>
          <p:cNvSpPr/>
          <p:nvPr/>
        </p:nvSpPr>
        <p:spPr>
          <a:xfrm>
            <a:off x="2991394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2991394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2991394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2978331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12</a:t>
            </a:r>
          </a:p>
        </p:txBody>
      </p:sp>
      <p:sp>
        <p:nvSpPr>
          <p:cNvPr id="674" name="Rectangle 673"/>
          <p:cNvSpPr/>
          <p:nvPr/>
        </p:nvSpPr>
        <p:spPr>
          <a:xfrm>
            <a:off x="3252651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3252651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3252651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3239589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sp>
        <p:nvSpPr>
          <p:cNvPr id="678" name="Rectangle 677"/>
          <p:cNvSpPr/>
          <p:nvPr/>
        </p:nvSpPr>
        <p:spPr>
          <a:xfrm>
            <a:off x="3513909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3513909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3513909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3500846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18</a:t>
            </a:r>
          </a:p>
        </p:txBody>
      </p:sp>
      <p:sp>
        <p:nvSpPr>
          <p:cNvPr id="682" name="Rectangle 681"/>
          <p:cNvSpPr/>
          <p:nvPr/>
        </p:nvSpPr>
        <p:spPr>
          <a:xfrm>
            <a:off x="3775166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3775166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3775166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3762103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19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36423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4036423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4036423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4023360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21</a:t>
            </a:r>
          </a:p>
        </p:txBody>
      </p:sp>
      <p:sp>
        <p:nvSpPr>
          <p:cNvPr id="690" name="Rectangle 689"/>
          <p:cNvSpPr/>
          <p:nvPr/>
        </p:nvSpPr>
        <p:spPr>
          <a:xfrm>
            <a:off x="4297680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4297680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4297680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TextBox 692"/>
          <p:cNvSpPr txBox="1"/>
          <p:nvPr/>
        </p:nvSpPr>
        <p:spPr>
          <a:xfrm>
            <a:off x="4284617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22</a:t>
            </a:r>
          </a:p>
        </p:txBody>
      </p:sp>
      <p:sp>
        <p:nvSpPr>
          <p:cNvPr id="694" name="Rectangle 693"/>
          <p:cNvSpPr/>
          <p:nvPr/>
        </p:nvSpPr>
        <p:spPr>
          <a:xfrm>
            <a:off x="4558937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4558937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4558937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4545874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26</a:t>
            </a:r>
          </a:p>
        </p:txBody>
      </p:sp>
      <p:sp>
        <p:nvSpPr>
          <p:cNvPr id="698" name="Rectangle 697"/>
          <p:cNvSpPr/>
          <p:nvPr/>
        </p:nvSpPr>
        <p:spPr>
          <a:xfrm>
            <a:off x="4820194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4820194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4820194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4807131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33</a:t>
            </a:r>
          </a:p>
        </p:txBody>
      </p:sp>
      <p:sp>
        <p:nvSpPr>
          <p:cNvPr id="702" name="Rectangle 701"/>
          <p:cNvSpPr/>
          <p:nvPr/>
        </p:nvSpPr>
        <p:spPr>
          <a:xfrm>
            <a:off x="5081451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5081451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5081451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5068389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34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5342709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5342709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5342709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5329646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710" name="Rectangle 709"/>
          <p:cNvSpPr/>
          <p:nvPr/>
        </p:nvSpPr>
        <p:spPr>
          <a:xfrm>
            <a:off x="5603966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5603966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5603966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5590903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11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5865223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5865223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5865223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5852160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13</a:t>
            </a:r>
          </a:p>
        </p:txBody>
      </p:sp>
      <p:sp>
        <p:nvSpPr>
          <p:cNvPr id="718" name="Rectangle 717"/>
          <p:cNvSpPr/>
          <p:nvPr/>
        </p:nvSpPr>
        <p:spPr>
          <a:xfrm>
            <a:off x="6126480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6126480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6126480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6113417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32</a:t>
            </a:r>
          </a:p>
        </p:txBody>
      </p:sp>
      <p:sp>
        <p:nvSpPr>
          <p:cNvPr id="722" name="Rectangle 721"/>
          <p:cNvSpPr/>
          <p:nvPr/>
        </p:nvSpPr>
        <p:spPr>
          <a:xfrm>
            <a:off x="6387737" y="5257800"/>
            <a:ext cx="235131" cy="16459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6387737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6387737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6374674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35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6648994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6648994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6648994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TextBox 728"/>
          <p:cNvSpPr txBox="1"/>
          <p:nvPr/>
        </p:nvSpPr>
        <p:spPr>
          <a:xfrm>
            <a:off x="6635931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730" name="Rectangle 729"/>
          <p:cNvSpPr/>
          <p:nvPr/>
        </p:nvSpPr>
        <p:spPr>
          <a:xfrm>
            <a:off x="6910251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6910251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6910251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TextBox 732"/>
          <p:cNvSpPr txBox="1"/>
          <p:nvPr/>
        </p:nvSpPr>
        <p:spPr>
          <a:xfrm>
            <a:off x="6897189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7171509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7171509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7171509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7158446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738" name="Rectangle 737"/>
          <p:cNvSpPr/>
          <p:nvPr/>
        </p:nvSpPr>
        <p:spPr>
          <a:xfrm>
            <a:off x="7432766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7432766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7432766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TextBox 740"/>
          <p:cNvSpPr txBox="1"/>
          <p:nvPr/>
        </p:nvSpPr>
        <p:spPr>
          <a:xfrm>
            <a:off x="7419703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8</a:t>
            </a:r>
          </a:p>
        </p:txBody>
      </p:sp>
      <p:sp>
        <p:nvSpPr>
          <p:cNvPr id="742" name="Rectangle 741"/>
          <p:cNvSpPr/>
          <p:nvPr/>
        </p:nvSpPr>
        <p:spPr>
          <a:xfrm>
            <a:off x="7694023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7694023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7694023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TextBox 744"/>
          <p:cNvSpPr txBox="1"/>
          <p:nvPr/>
        </p:nvSpPr>
        <p:spPr>
          <a:xfrm>
            <a:off x="7680960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sp>
        <p:nvSpPr>
          <p:cNvPr id="746" name="Rectangle 745"/>
          <p:cNvSpPr/>
          <p:nvPr/>
        </p:nvSpPr>
        <p:spPr>
          <a:xfrm>
            <a:off x="7955280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7955280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7955280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7942217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14</a:t>
            </a:r>
          </a:p>
        </p:txBody>
      </p:sp>
      <p:sp>
        <p:nvSpPr>
          <p:cNvPr id="750" name="Rectangle 749"/>
          <p:cNvSpPr/>
          <p:nvPr/>
        </p:nvSpPr>
        <p:spPr>
          <a:xfrm>
            <a:off x="8216537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8216537" y="5440680"/>
            <a:ext cx="235131" cy="164592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8216537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8203474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16</a:t>
            </a:r>
          </a:p>
        </p:txBody>
      </p:sp>
      <p:sp>
        <p:nvSpPr>
          <p:cNvPr id="754" name="Rectangle 753"/>
          <p:cNvSpPr/>
          <p:nvPr/>
        </p:nvSpPr>
        <p:spPr>
          <a:xfrm>
            <a:off x="8477794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8477794" y="5440680"/>
            <a:ext cx="235131" cy="164592"/>
          </a:xfrm>
          <a:prstGeom prst="rect">
            <a:avLst/>
          </a:prstGeom>
          <a:solidFill>
            <a:srgbClr val="7D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8477794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464731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17</a:t>
            </a:r>
          </a:p>
        </p:txBody>
      </p:sp>
      <p:sp>
        <p:nvSpPr>
          <p:cNvPr id="758" name="Rectangle 757"/>
          <p:cNvSpPr/>
          <p:nvPr/>
        </p:nvSpPr>
        <p:spPr>
          <a:xfrm>
            <a:off x="8739051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8739051" y="5440680"/>
            <a:ext cx="235131" cy="164592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8739051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725989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sp>
        <p:nvSpPr>
          <p:cNvPr id="762" name="Rectangle 761"/>
          <p:cNvSpPr/>
          <p:nvPr/>
        </p:nvSpPr>
        <p:spPr>
          <a:xfrm>
            <a:off x="9000309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9000309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9000309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8987246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23</a:t>
            </a:r>
          </a:p>
        </p:txBody>
      </p:sp>
      <p:sp>
        <p:nvSpPr>
          <p:cNvPr id="766" name="Rectangle 765"/>
          <p:cNvSpPr/>
          <p:nvPr/>
        </p:nvSpPr>
        <p:spPr>
          <a:xfrm>
            <a:off x="9261566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9261566" y="5440680"/>
            <a:ext cx="235131" cy="164592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9261566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TextBox 768"/>
          <p:cNvSpPr txBox="1"/>
          <p:nvPr/>
        </p:nvSpPr>
        <p:spPr>
          <a:xfrm>
            <a:off x="9248503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24</a:t>
            </a:r>
          </a:p>
        </p:txBody>
      </p:sp>
      <p:sp>
        <p:nvSpPr>
          <p:cNvPr id="770" name="Rectangle 769"/>
          <p:cNvSpPr/>
          <p:nvPr/>
        </p:nvSpPr>
        <p:spPr>
          <a:xfrm>
            <a:off x="9522823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9522823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9522823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9509760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sp>
        <p:nvSpPr>
          <p:cNvPr id="774" name="Rectangle 773"/>
          <p:cNvSpPr/>
          <p:nvPr/>
        </p:nvSpPr>
        <p:spPr>
          <a:xfrm>
            <a:off x="9784080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9784080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9784080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TextBox 776"/>
          <p:cNvSpPr txBox="1"/>
          <p:nvPr/>
        </p:nvSpPr>
        <p:spPr>
          <a:xfrm>
            <a:off x="9771017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27</a:t>
            </a:r>
          </a:p>
        </p:txBody>
      </p:sp>
      <p:sp>
        <p:nvSpPr>
          <p:cNvPr id="778" name="Rectangle 777"/>
          <p:cNvSpPr/>
          <p:nvPr/>
        </p:nvSpPr>
        <p:spPr>
          <a:xfrm>
            <a:off x="10045337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10045337" y="5440680"/>
            <a:ext cx="235131" cy="164592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10045337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TextBox 780"/>
          <p:cNvSpPr txBox="1"/>
          <p:nvPr/>
        </p:nvSpPr>
        <p:spPr>
          <a:xfrm>
            <a:off x="10032274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782" name="Rectangle 781"/>
          <p:cNvSpPr/>
          <p:nvPr/>
        </p:nvSpPr>
        <p:spPr>
          <a:xfrm>
            <a:off x="10306594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10306594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10306594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10293531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31</a:t>
            </a:r>
          </a:p>
        </p:txBody>
      </p:sp>
      <p:sp>
        <p:nvSpPr>
          <p:cNvPr id="786" name="Rectangle 785"/>
          <p:cNvSpPr/>
          <p:nvPr/>
        </p:nvSpPr>
        <p:spPr>
          <a:xfrm>
            <a:off x="10567851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10567851" y="5440680"/>
            <a:ext cx="235131" cy="164592"/>
          </a:xfrm>
          <a:prstGeom prst="rect">
            <a:avLst/>
          </a:prstGeom>
          <a:solidFill>
            <a:srgbClr val="7D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0567851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10554789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790" name="Rectangle 789"/>
          <p:cNvSpPr/>
          <p:nvPr/>
        </p:nvSpPr>
        <p:spPr>
          <a:xfrm>
            <a:off x="10829109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10829109" y="5440680"/>
            <a:ext cx="235131" cy="164592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10829109" y="5623560"/>
            <a:ext cx="235131" cy="164592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TextBox 792"/>
          <p:cNvSpPr txBox="1"/>
          <p:nvPr/>
        </p:nvSpPr>
        <p:spPr>
          <a:xfrm>
            <a:off x="10816046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28</a:t>
            </a:r>
          </a:p>
        </p:txBody>
      </p:sp>
      <p:sp>
        <p:nvSpPr>
          <p:cNvPr id="794" name="Rectangle 793"/>
          <p:cNvSpPr/>
          <p:nvPr/>
        </p:nvSpPr>
        <p:spPr>
          <a:xfrm>
            <a:off x="11090366" y="5257800"/>
            <a:ext cx="235131" cy="16459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11090366" y="5440680"/>
            <a:ext cx="235131" cy="164592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11090366" y="5623560"/>
            <a:ext cx="235131" cy="164592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11077303" y="5806440"/>
            <a:ext cx="261257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29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1645920" y="525780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222222"/>
                </a:solidFill>
                <a:latin typeface="Arial"/>
              </a:rPr>
              <a:t>Response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1645920" y="544068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222222"/>
                </a:solidFill>
                <a:latin typeface="Arial"/>
              </a:rPr>
              <a:t>cT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645920" y="562356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222222"/>
                </a:solidFill>
                <a:latin typeface="Arial"/>
              </a:rPr>
              <a:t>Sex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365760" y="6126480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Effect:</a:t>
            </a:r>
          </a:p>
        </p:txBody>
      </p:sp>
      <p:sp>
        <p:nvSpPr>
          <p:cNvPr id="802" name="Rectangle 801"/>
          <p:cNvSpPr/>
          <p:nvPr/>
        </p:nvSpPr>
        <p:spPr>
          <a:xfrm>
            <a:off x="1051560" y="6153912"/>
            <a:ext cx="201168" cy="128016"/>
          </a:xfrm>
          <a:prstGeom prst="rect">
            <a:avLst/>
          </a:prstGeom>
          <a:solidFill>
            <a:srgbClr val="8C1A1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1307592" y="6144768"/>
            <a:ext cx="1417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stop</a:t>
            </a:r>
          </a:p>
        </p:txBody>
      </p:sp>
      <p:sp>
        <p:nvSpPr>
          <p:cNvPr id="804" name="Rectangle 803"/>
          <p:cNvSpPr/>
          <p:nvPr/>
        </p:nvSpPr>
        <p:spPr>
          <a:xfrm>
            <a:off x="2743200" y="6153912"/>
            <a:ext cx="201168" cy="128016"/>
          </a:xfrm>
          <a:prstGeom prst="rect">
            <a:avLst/>
          </a:prstGeom>
          <a:solidFill>
            <a:srgbClr val="CF5F0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2999232" y="6144768"/>
            <a:ext cx="1417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fs</a:t>
            </a:r>
          </a:p>
        </p:txBody>
      </p:sp>
      <p:sp>
        <p:nvSpPr>
          <p:cNvPr id="806" name="Rectangle 805"/>
          <p:cNvSpPr/>
          <p:nvPr/>
        </p:nvSpPr>
        <p:spPr>
          <a:xfrm>
            <a:off x="4434840" y="6153912"/>
            <a:ext cx="201168" cy="128016"/>
          </a:xfrm>
          <a:prstGeom prst="rect">
            <a:avLst/>
          </a:prstGeom>
          <a:solidFill>
            <a:srgbClr val="6B4A9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TextBox 806"/>
          <p:cNvSpPr txBox="1"/>
          <p:nvPr/>
        </p:nvSpPr>
        <p:spPr>
          <a:xfrm>
            <a:off x="4690872" y="6144768"/>
            <a:ext cx="1417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splice</a:t>
            </a:r>
          </a:p>
        </p:txBody>
      </p:sp>
      <p:sp>
        <p:nvSpPr>
          <p:cNvPr id="808" name="Rectangle 807"/>
          <p:cNvSpPr/>
          <p:nvPr/>
        </p:nvSpPr>
        <p:spPr>
          <a:xfrm>
            <a:off x="6126480" y="6153912"/>
            <a:ext cx="201168" cy="128016"/>
          </a:xfrm>
          <a:prstGeom prst="rect">
            <a:avLst/>
          </a:prstGeom>
          <a:solidFill>
            <a:srgbClr val="2E77A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6382512" y="6144768"/>
            <a:ext cx="1417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missense</a:t>
            </a:r>
          </a:p>
        </p:txBody>
      </p:sp>
      <p:sp>
        <p:nvSpPr>
          <p:cNvPr id="810" name="Rectangle 809"/>
          <p:cNvSpPr/>
          <p:nvPr/>
        </p:nvSpPr>
        <p:spPr>
          <a:xfrm>
            <a:off x="7818120" y="6153912"/>
            <a:ext cx="201168" cy="128016"/>
          </a:xfrm>
          <a:prstGeom prst="rect">
            <a:avLst/>
          </a:prstGeom>
          <a:solidFill>
            <a:srgbClr val="5A9B4A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8074152" y="6144768"/>
            <a:ext cx="1417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inframe</a:t>
            </a:r>
          </a:p>
        </p:txBody>
      </p:sp>
      <p:sp>
        <p:nvSpPr>
          <p:cNvPr id="812" name="TextBox 811"/>
          <p:cNvSpPr txBox="1"/>
          <p:nvPr/>
        </p:nvSpPr>
        <p:spPr>
          <a:xfrm>
            <a:off x="9326880" y="6126480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Tracks:</a:t>
            </a:r>
          </a:p>
        </p:txBody>
      </p:sp>
      <p:sp>
        <p:nvSpPr>
          <p:cNvPr id="813" name="Rectangle 812"/>
          <p:cNvSpPr/>
          <p:nvPr/>
        </p:nvSpPr>
        <p:spPr>
          <a:xfrm>
            <a:off x="9966960" y="6163056"/>
            <a:ext cx="146304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TextBox 813"/>
          <p:cNvSpPr txBox="1"/>
          <p:nvPr/>
        </p:nvSpPr>
        <p:spPr>
          <a:xfrm>
            <a:off x="10131552" y="6126480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A7D6E"/>
                </a:solidFill>
                <a:latin typeface="Arial"/>
              </a:rPr>
              <a:t>good</a:t>
            </a:r>
          </a:p>
        </p:txBody>
      </p:sp>
      <p:sp>
        <p:nvSpPr>
          <p:cNvPr id="815" name="Rectangle 814"/>
          <p:cNvSpPr/>
          <p:nvPr/>
        </p:nvSpPr>
        <p:spPr>
          <a:xfrm>
            <a:off x="10607040" y="6163056"/>
            <a:ext cx="146304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TextBox 815"/>
          <p:cNvSpPr txBox="1"/>
          <p:nvPr/>
        </p:nvSpPr>
        <p:spPr>
          <a:xfrm>
            <a:off x="10771632" y="6126480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53E1F"/>
                </a:solidFill>
                <a:latin typeface="Arial"/>
              </a:rPr>
              <a:t>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Per-subject VAF distribution (PASS nonsyn pre-CRT; clonal 0.5 / subclonal 0.25 reference bands)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035040"/>
            <a:ext cx="1069848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97280" y="1188720"/>
            <a:ext cx="0" cy="4846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795760" y="1188720"/>
            <a:ext cx="0" cy="48463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1188720"/>
            <a:ext cx="1069848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33272" y="60350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59527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2" y="5342709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260413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2" y="4650377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568081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2" y="3958046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875750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2" y="3265714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183418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2" y="2573383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491087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3272" y="1881051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1798755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327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260604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VAF (variant allele frequency)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2564239"/>
            <a:ext cx="10698480" cy="18288"/>
          </a:xfrm>
          <a:prstGeom prst="rect">
            <a:avLst/>
          </a:prstGeom>
          <a:solidFill>
            <a:srgbClr val="D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32336" y="2481943"/>
            <a:ext cx="10058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clonal (0.5)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97280" y="4304211"/>
            <a:ext cx="10698480" cy="0"/>
          </a:xfrm>
          <a:prstGeom prst="line">
            <a:avLst/>
          </a:prstGeom>
          <a:ln w="889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832336" y="4212771"/>
            <a:ext cx="10058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subclonal (0.25)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245870" y="5723491"/>
            <a:ext cx="0" cy="28376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05008" y="6007257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05008" y="5723491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164146" y="5985988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164146" y="5967060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227762" y="5705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14846" y="57605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05738" y="5781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502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62107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66468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00981" y="58228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60202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89794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33186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47465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33478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49823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54322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32306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88434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55793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260674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07034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68053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95356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24757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207240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1520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53959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227337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204143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89528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55300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90109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218835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09966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31945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32095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218818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24501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206330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248983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220393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23635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236744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227580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03062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215151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247283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96142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233878" y="59478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9155" y="59487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96768" y="59489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210763" y="59502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223685" y="59506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250913" y="59510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236968" y="59530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98123" y="59539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261357" y="59546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238661" y="59553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205523" y="59555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91509" y="59561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05327" y="59561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246983" y="59561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203413" y="59569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54544" y="59571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216312" y="59601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243015" y="59611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206340" y="5961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240251" y="59625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200009" y="59628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90290" y="59651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250069" y="59653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226871" y="59666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87283" y="59676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210813" y="59677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262105" y="59679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252512" y="59685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203850" y="59699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245214" y="59704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258127" y="59715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238907" y="5972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264292" y="59751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224176" y="59764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88683" y="59766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240342" y="59773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252867" y="59778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237859" y="59783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229135" y="59790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232441" y="59791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90693" y="59796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212979" y="59799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238215" y="59811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233717" y="59818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218950" y="59828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238127" y="59830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261341" y="59856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240717" y="598600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258672" y="59889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9728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cxnSp>
        <p:nvCxnSpPr>
          <p:cNvPr id="130" name="Connector 129"/>
          <p:cNvCxnSpPr/>
          <p:nvPr/>
        </p:nvCxnSpPr>
        <p:spPr>
          <a:xfrm flipV="1">
            <a:off x="1543050" y="5647334"/>
            <a:ext cx="0" cy="36896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502188" y="6016299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502188" y="5647334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1461326" y="6006699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1461326" y="5937162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1502681" y="56290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499743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555817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534346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505774" y="59525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502089" y="59866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546313" y="59936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62763" y="59980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9446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cxnSp>
        <p:nvCxnSpPr>
          <p:cNvPr id="144" name="Connector 143"/>
          <p:cNvCxnSpPr/>
          <p:nvPr/>
        </p:nvCxnSpPr>
        <p:spPr>
          <a:xfrm flipV="1">
            <a:off x="1840230" y="5481175"/>
            <a:ext cx="0" cy="53224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799368" y="6013418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799368" y="5481175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1758506" y="5972863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1758506" y="5948499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1817434" y="54628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825843" y="57259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826084" y="57328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822537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819087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859704" y="58021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850834" y="58228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828862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830145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806183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790390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784063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787986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832764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811122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788748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826441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822375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809245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807586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805765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844496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853610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781566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849433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3376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833419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795909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785119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802360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800231" y="59484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806672" y="59486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826394" y="59542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843246" y="59555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27339" y="59681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861259" y="59722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836482" y="59736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808682" y="59741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836405" y="59742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810903" y="59818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783322" y="59854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834888" y="59868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785509" y="59929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783284" y="59951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69164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cxnSp>
        <p:nvCxnSpPr>
          <p:cNvPr id="194" name="Connector 193"/>
          <p:cNvCxnSpPr/>
          <p:nvPr/>
        </p:nvCxnSpPr>
        <p:spPr>
          <a:xfrm flipV="1">
            <a:off x="2137410" y="5702721"/>
            <a:ext cx="0" cy="30568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2096548" y="6008406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2096548" y="5702721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Rectangle 196"/>
          <p:cNvSpPr/>
          <p:nvPr/>
        </p:nvSpPr>
        <p:spPr>
          <a:xfrm>
            <a:off x="2055686" y="5979638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 197"/>
          <p:cNvCxnSpPr/>
          <p:nvPr/>
        </p:nvCxnSpPr>
        <p:spPr>
          <a:xfrm>
            <a:off x="2055686" y="5958884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Oval 198"/>
          <p:cNvSpPr/>
          <p:nvPr/>
        </p:nvSpPr>
        <p:spPr>
          <a:xfrm>
            <a:off x="2142168" y="56844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2136586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2111868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2135965" y="58021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116580" y="58228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079481" y="58367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144526" y="58367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2106900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108772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2096891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2081269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2153514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092307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2116745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2149416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109711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080545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2095055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091327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2085765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2119139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2096039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2088441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2141095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2122104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2116334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2104643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080122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094578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2141367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122637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2107360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156801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097477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153809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2109624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2126599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2128624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2105309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2121901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2149902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089954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129102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2099432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209707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209530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212405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2110650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215087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2086738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208409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2157701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086393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2117942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2151290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2108686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135246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2084720" y="59482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2150408" y="59489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2148303" y="59495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155187" y="59504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152446" y="59508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2157389" y="59514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2089906" y="59518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2111355" y="59523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2130668" y="59527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2158977" y="59531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129480" y="59543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138679" y="5958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150853" y="59595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2126197" y="59600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2091641" y="59604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2082158" y="59605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2101755" y="59609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128605" y="59613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2080372" y="59613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2111969" y="59620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2089550" y="59627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104174" y="5963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2141698" y="59647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2156132" y="59661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2093912" y="59663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2145463" y="59667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2117222" y="59682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2137651" y="59688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2098459" y="59693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2107164" y="59722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2080710" y="59727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146189" y="59731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123899" y="59740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2094319" y="59741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135281" y="59757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132494" y="597682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114931" y="59769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109309" y="59769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108950" y="59784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131246" y="5978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124085" y="59807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107361" y="59832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98566" y="59901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198882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12</a:t>
            </a:r>
          </a:p>
        </p:txBody>
      </p:sp>
      <p:cxnSp>
        <p:nvCxnSpPr>
          <p:cNvPr id="300" name="Connector 299"/>
          <p:cNvCxnSpPr/>
          <p:nvPr/>
        </p:nvCxnSpPr>
        <p:spPr>
          <a:xfrm flipV="1">
            <a:off x="2434590" y="1188720"/>
            <a:ext cx="0" cy="465939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2393728" y="5848111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2393728" y="118872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ctangle 302"/>
          <p:cNvSpPr/>
          <p:nvPr/>
        </p:nvSpPr>
        <p:spPr>
          <a:xfrm>
            <a:off x="2352866" y="3238021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4" name="Connector 303"/>
          <p:cNvCxnSpPr/>
          <p:nvPr/>
        </p:nvCxnSpPr>
        <p:spPr>
          <a:xfrm>
            <a:off x="2352866" y="2753389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Oval 304"/>
          <p:cNvSpPr/>
          <p:nvPr/>
        </p:nvSpPr>
        <p:spPr>
          <a:xfrm>
            <a:off x="237564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45004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43344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42542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39054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42911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42093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44172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43416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38211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9004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37594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41975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43671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44521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42885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42522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43455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41654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45040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42270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45668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42309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40034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42762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39996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38770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39609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41512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38646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45565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43640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45064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8543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42882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44546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45286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40642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44977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7799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8081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8093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42709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42998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40321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41019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40580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42272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44516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37726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3730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5188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24284" y="13088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00430" y="13989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386524" y="13989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383488" y="15165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51610" y="15650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10076" y="16135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398967" y="16412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00215" y="16827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01823" y="17866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384620" y="18143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388456" y="18419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388163" y="18627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08956" y="18835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452243" y="18904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77378" y="19319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434258" y="19389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386494" y="19527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449017" y="19596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387900" y="19735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428956" y="19804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442859" y="20220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450006" y="20220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386514" y="20289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424863" y="20496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428878" y="20635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386259" y="20635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375818" y="20843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378888" y="21050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414477" y="21120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378384" y="21189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427492" y="21189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432384" y="21396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434091" y="21466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409516" y="21604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401228" y="21673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430341" y="21673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399712" y="21812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408933" y="21812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417763" y="21950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445795" y="22089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389153" y="22158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385725" y="22504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97964" y="22573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410697" y="22643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403090" y="22643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413728" y="22781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446524" y="22920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424085" y="22920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412073" y="23058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439436" y="23335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422187" y="23473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392183" y="23473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414493" y="23543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384091" y="23543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449285" y="236124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389840" y="23750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412755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431985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391214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407895" y="240278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446383" y="24166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407318" y="24304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382053" y="24373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385955" y="24443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447491" y="24443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455177" y="24443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451863" y="24581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428512" y="24581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445014" y="24720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430860" y="24789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414991" y="24858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452897" y="24927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454226" y="24927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429748" y="24997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422314" y="24997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410413" y="25135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397981" y="25135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2397361" y="25204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2391975" y="25274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2429161" y="253432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2433533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2412570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2378484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2415019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2378968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2426007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2391845" y="25620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2421441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2396657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2390604" y="25897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2399722" y="2603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2414943" y="26174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426723" y="26174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2375587" y="26174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2456942" y="262432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2412297" y="26312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2378652" y="26312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2416805" y="26381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2424406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454873" y="26589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409527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2400924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2413964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2389979" y="26797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2397263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2448989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2449296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2379356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2375713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2376833" y="27143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2456691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405444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2401423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2408433" y="27420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2418473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2423234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2402984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2426973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2434861" y="27558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2377055" y="27558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2441557" y="27627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2411637" y="27627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2403056" y="27697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2432600" y="27697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2387232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2415394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2397657" y="27904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2379518" y="2797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2443237" y="2797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2427391" y="2797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2422406" y="2797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2429418" y="2797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2431030" y="28112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2403787" y="28181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2443007" y="28181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2433004" y="28181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2391920" y="28251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2427509" y="28251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2395015" y="28320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2387382" y="28389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2452261" y="28389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2433139" y="28389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2423908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2390795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2436207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2435868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2442223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2391264" y="28666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2380780" y="28735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2429496" y="28735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2406312" y="28735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2394024" y="28943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2443036" y="28943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2409226" y="29012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2388786" y="29081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2437767" y="29151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2387574" y="29289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2451710" y="29358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2401351" y="29358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2419706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2425706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2435173" y="29566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2397989" y="29635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2455318" y="29704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2444842" y="29704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2388207" y="29774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2377433" y="29843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2426239" y="29912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2419992" y="29981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2390493" y="30051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2379601" y="30120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2422908" y="30120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2446247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2411481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2392788" y="30258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2452223" y="30328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2443536" y="30466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2379985" y="30466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2391621" y="30535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2402049" y="30535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2392538" y="30812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2413201" y="30951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2444153" y="31158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2442206" y="31228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2440270" y="3129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2449941" y="31366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2394372" y="31643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2399686" y="31851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439700" y="31920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2412333" y="31989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2416155" y="32128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2416307" y="32197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2386831" y="32335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2446571" y="32474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2427832" y="32612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2450260" y="32681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2414358" y="32958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2385071" y="333050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2390028" y="33443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2377777" y="33858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2454717" y="34066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2427510" y="34205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2455228" y="34205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2398649" y="34551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455484" y="348974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2396237" y="3524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2383563" y="3524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2443971" y="35451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2425906" y="35520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2432168" y="36420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2406725" y="3655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2406575" y="39397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2426513" y="42028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2409545" y="42443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2384764" y="47774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2421374" y="47844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2396078" y="49505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2415243" y="50474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2375720" y="5054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2426888" y="5275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2452705" y="52967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2445445" y="53174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2409254" y="53174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2413400" y="53313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2452703" y="53313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2392419" y="53382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2401868" y="53382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421165" y="53590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436249" y="5386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447603" y="5386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2442532" y="54005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2448378" y="54005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2418068" y="54075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2456341" y="54144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405665" y="54144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421703" y="54282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411944" y="54490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388653" y="54559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450117" y="54628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412893" y="54767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2411486" y="54767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2436717" y="54767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2412139" y="54836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2435761" y="54836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2427027" y="55044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2430448" y="55113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2387503" y="55113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2380484" y="55321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2379901" y="55390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2400276" y="55459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420351" y="55598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424995" y="55736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2413265" y="55944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2384022" y="56013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2429556" y="56013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2426902" y="56428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2439391" y="5649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2399306" y="5649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2393134" y="56567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2422791" y="56567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2451590" y="56636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2378098" y="56636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2425953" y="56705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2404323" y="56775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2376951" y="5705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407994" y="5705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437586" y="57259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448334" y="57605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435683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432519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429537" y="579520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446852" y="58021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422011" y="58298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228600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15</a:t>
            </a:r>
          </a:p>
        </p:txBody>
      </p:sp>
      <p:cxnSp>
        <p:nvCxnSpPr>
          <p:cNvPr id="631" name="Connector 630"/>
          <p:cNvCxnSpPr/>
          <p:nvPr/>
        </p:nvCxnSpPr>
        <p:spPr>
          <a:xfrm flipV="1">
            <a:off x="2731770" y="1188720"/>
            <a:ext cx="0" cy="469400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2690908" y="5882727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2690908" y="118872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Rectangle 633"/>
          <p:cNvSpPr/>
          <p:nvPr/>
        </p:nvSpPr>
        <p:spPr>
          <a:xfrm>
            <a:off x="2650046" y="3302062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5" name="Connector 634"/>
          <p:cNvCxnSpPr/>
          <p:nvPr/>
        </p:nvCxnSpPr>
        <p:spPr>
          <a:xfrm>
            <a:off x="2650046" y="2687618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6" name="Oval 635"/>
          <p:cNvSpPr/>
          <p:nvPr/>
        </p:nvSpPr>
        <p:spPr>
          <a:xfrm>
            <a:off x="274114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270520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269829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272367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270216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271804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275287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273848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267449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269422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274636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271023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268603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270736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272588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273710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271955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267411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268628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273777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269226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267835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273630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267837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267903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274828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268869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270314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271585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269353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270893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271438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272046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268108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272613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268736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70452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267356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270599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68223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70210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267394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271501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268323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268966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274084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267563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274702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275371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271890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273003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71814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70605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269061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271155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273765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268669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2741668" y="11912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2677583" y="13019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2692224" y="13504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2750447" y="13989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2739936" y="13989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2701412" y="14681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2673720" y="16342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2738501" y="17935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2674273" y="18004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2723507" y="18627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2689895" y="18973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2688450" y="18973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2708343" y="19112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2695196" y="20081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2748741" y="20220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2727330" y="20358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2735665" y="20427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2674163" y="20566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2729444" y="20704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2750948" y="21050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2701131" y="21466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2749251" y="21673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2716504" y="21881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2676080" y="21950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2734652" y="21950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2734796" y="22158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2723775" y="22158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2681297" y="22227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2704333" y="22296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2692729" y="22435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2708012" y="22504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2733643" y="22504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2682671" y="22573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2678528" y="22643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2699730" y="22712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2751917" y="22712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2716398" y="22712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2684916" y="22781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2735759" y="22850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2695518" y="22920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2746041" y="22920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2725020" y="23058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2694946" y="23127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2747664" y="23197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2673552" y="232662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2728405" y="23404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2703334" y="23473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2733742" y="23543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2697167" y="23543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2710298" y="236124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2720734" y="23681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2696482" y="23681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2732553" y="23681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2754206" y="23750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2682269" y="23750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2749218" y="2382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2728878" y="2382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2750484" y="23889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2677988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2674760" y="24235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2741982" y="24235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2716897" y="24235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2729733" y="24235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2683306" y="24373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2673207" y="24373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2747210" y="24443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2719579" y="24443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2709966" y="24443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2746441" y="24512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2684884" y="24512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2688592" y="24581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2733802" y="24650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2752917" y="24650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707771" y="24720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2721952" y="24858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2674379" y="24858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689151" y="24997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2716212" y="25135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2677051" y="25135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736030" y="25135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2738710" y="25204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2720198" y="25481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2698473" y="25481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2698956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2700420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735171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2704536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2692386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3111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2753399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2673914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719499" y="25689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2744234" y="25689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2692236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2697532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2693199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2714816" y="25827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2685928" y="25827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2727427" y="25897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2717303" y="2603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2680490" y="2603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2676344" y="26104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2689091" y="26174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2738909" y="26381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2745918" y="26381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2720590" y="26450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2719876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2722500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2730854" y="26589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2687491" y="26589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2718138" y="26589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2722992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2727840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2721251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2683742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2744881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2674935" y="26797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2689855" y="26797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2699036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2731260" y="26935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678666" y="26935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2718858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2694197" y="27143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682770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2736437" y="27281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2677044" y="27281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710313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2698671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2710353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745928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2679133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2691728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34527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2673064" y="27558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2746618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707443" y="27904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2747862" y="27904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2689844" y="2797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735523" y="28043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2753425" y="28389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2728971" y="28389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752753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2722150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2727709" y="28527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684516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2753370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2721614" y="28735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2736774" y="28804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2692487" y="28874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2711125" y="28874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2701282" y="28943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2717934" y="28943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2732330" y="29012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2745937" y="29081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2735244" y="29151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2675758" y="29358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2705897" y="29358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2689297" y="29358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2739098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2689422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2723819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2740730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2732441" y="29704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2730511" y="29704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2696619" y="29981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2704009" y="29981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2714782" y="30051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2687793" y="30120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2735018" y="30120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2691984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2741963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2704038" y="30604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2679727" y="30674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2704532" y="30674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2695994" y="30881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2677320" y="31020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2709790" y="31158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2714929" y="3129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2703060" y="3129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2686211" y="3129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2698301" y="31366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2690137" y="31435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2689848" y="31505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2751369" y="31505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2740344" y="31712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2706666" y="31712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2726471" y="31851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2725779" y="31851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2687871" y="32058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2706061" y="32128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2732793" y="32128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2692608" y="32128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2701126" y="32197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2715273" y="32543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2687209" y="32681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2702528" y="32751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2748908" y="32751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2747552" y="32820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2678353" y="32889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2712534" y="32958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2703811" y="33097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2702206" y="33097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2753304" y="33512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2704857" y="33512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2740857" y="33512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2750674" y="33789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2685517" y="33789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2753877" y="3392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2746842" y="3427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2736241" y="34551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2709427" y="353128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2672818" y="35382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2735043" y="35382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2693677" y="35382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2723050" y="36212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2689546" y="3628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2690709" y="3655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2740499" y="37112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2691374" y="37112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2688217" y="38151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2726074" y="38428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2716503" y="39189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2701411" y="40020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2753755" y="42443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2697158" y="44174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2686467" y="45143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2688726" y="46874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2704892" y="47774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2710277" y="50751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2687569" y="51097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2722609" y="51859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2711879" y="52136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2699409" y="52205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2713576" y="52205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2715142" y="52551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2722658" y="5275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2677239" y="52898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2728487" y="53313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2727858" y="53521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2722401" y="53521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2729415" y="54144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2737221" y="54351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2715066" y="54836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2707516" y="55528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2691446" y="55805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2682841" y="55944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2699473" y="56082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2745228" y="56221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2687547" y="56221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2687043" y="56221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2686033" y="56290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2674455" y="56359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2688225" y="56359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2737149" y="56428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2680088" y="5649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2688586" y="5649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2733066" y="56636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2715641" y="56705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2682704" y="56705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xfrm>
            <a:off x="2737724" y="56775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xfrm>
            <a:off x="2700283" y="56844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2752044" y="56913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2728049" y="5705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2730656" y="5705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xfrm>
            <a:off x="2717633" y="5705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xfrm>
            <a:off x="2725268" y="5705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2750395" y="5705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xfrm>
            <a:off x="2696921" y="57121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xfrm>
            <a:off x="2716777" y="57259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2742265" y="57328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2698293" y="57605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2741944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xfrm>
            <a:off x="2688645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xfrm>
            <a:off x="2733345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2705323" y="5781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2680165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2711590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2696100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2676351" y="579520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2717416" y="58159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xfrm>
            <a:off x="2719621" y="58159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xfrm>
            <a:off x="2706991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2739862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TextBox 975"/>
          <p:cNvSpPr txBox="1"/>
          <p:nvPr/>
        </p:nvSpPr>
        <p:spPr>
          <a:xfrm>
            <a:off x="258318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18</a:t>
            </a:r>
          </a:p>
        </p:txBody>
      </p:sp>
      <p:cxnSp>
        <p:nvCxnSpPr>
          <p:cNvPr id="977" name="Connector 976"/>
          <p:cNvCxnSpPr/>
          <p:nvPr/>
        </p:nvCxnSpPr>
        <p:spPr>
          <a:xfrm flipV="1">
            <a:off x="3028950" y="1188720"/>
            <a:ext cx="0" cy="469400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>
            <a:off x="2988088" y="5882727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>
            <a:off x="2988088" y="118872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Rectangle 979"/>
          <p:cNvSpPr/>
          <p:nvPr/>
        </p:nvSpPr>
        <p:spPr>
          <a:xfrm>
            <a:off x="2947226" y="2976666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1" name="Connector 980"/>
          <p:cNvCxnSpPr/>
          <p:nvPr/>
        </p:nvCxnSpPr>
        <p:spPr>
          <a:xfrm>
            <a:off x="2947226" y="2618384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2" name="Oval 981"/>
          <p:cNvSpPr/>
          <p:nvPr/>
        </p:nvSpPr>
        <p:spPr>
          <a:xfrm>
            <a:off x="299122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301387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303202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xfrm>
            <a:off x="298211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300554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xfrm>
            <a:off x="302631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xfrm>
            <a:off x="303779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298479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xfrm>
            <a:off x="303860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302043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298504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297714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298092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297285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298275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298504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302895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302400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301249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300916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304356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xfrm>
            <a:off x="298360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300867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303799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xfrm>
            <a:off x="300925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304027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302746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299656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301163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299490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298986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304621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303290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302006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302095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297506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300955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304812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xfrm>
            <a:off x="300434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xfrm>
            <a:off x="303389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298755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301999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299525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303041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303495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xfrm>
            <a:off x="300276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301084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xfrm>
            <a:off x="299889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xfrm>
            <a:off x="300665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304828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xfrm>
            <a:off x="298485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304270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299529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301735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3031851" y="12812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3040119" y="12950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2998323" y="13989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3007756" y="14612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2985236" y="14750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xfrm>
            <a:off x="3024287" y="15027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2996603" y="15373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xfrm>
            <a:off x="3034365" y="15996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xfrm>
            <a:off x="3040313" y="16550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xfrm>
            <a:off x="3028710" y="17104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xfrm>
            <a:off x="3023110" y="17381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xfrm>
            <a:off x="3043999" y="17658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2988220" y="17727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xfrm>
            <a:off x="3001407" y="17866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xfrm>
            <a:off x="3023138" y="18281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xfrm>
            <a:off x="3038332" y="18419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3050691" y="19112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3016611" y="19458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2977897" y="19458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3030059" y="19596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2999232" y="20150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xfrm>
            <a:off x="3029760" y="20427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xfrm>
            <a:off x="2990124" y="20566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xfrm>
            <a:off x="3011187" y="20912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3025319" y="20981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2982704" y="21050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2983304" y="21258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xfrm>
            <a:off x="3017284" y="21258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xfrm>
            <a:off x="3020948" y="21327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xfrm>
            <a:off x="3043218" y="21327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3026651" y="21327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2998140" y="21535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2977428" y="21535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3046186" y="21604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3006822" y="21673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3007350" y="21881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3015016" y="21881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3012492" y="21950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xfrm>
            <a:off x="3005439" y="21950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2975823" y="22296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3030299" y="22435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2998471" y="22504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2999095" y="22920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2975048" y="23058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xfrm>
            <a:off x="3000760" y="23058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xfrm>
            <a:off x="2970386" y="23058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xfrm>
            <a:off x="3006854" y="23058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2989195" y="23335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3033284" y="23335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3000137" y="23473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3024088" y="23473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xfrm>
            <a:off x="2978203" y="2382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3041627" y="2382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3037750" y="24304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3022161" y="24373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3002209" y="24373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3002363" y="24373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xfrm>
            <a:off x="3004156" y="24512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xfrm>
            <a:off x="3019182" y="24512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3040595" y="24650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2975042" y="24720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2995967" y="24720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3040514" y="24858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xfrm>
            <a:off x="3019656" y="24858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xfrm>
            <a:off x="3022820" y="24927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3022278" y="24927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xfrm>
            <a:off x="3008073" y="24927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xfrm>
            <a:off x="2994322" y="24997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2998230" y="24997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xfrm>
            <a:off x="2979266" y="25135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2974334" y="25204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3006737" y="25204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2974348" y="253432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3007934" y="253432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2970047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xfrm>
            <a:off x="3040053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xfrm>
            <a:off x="3040982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3037600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3009273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xfrm>
            <a:off x="3000967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2991013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2982749" y="25897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2986172" y="25897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2999525" y="25966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xfrm>
            <a:off x="3047302" y="25966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xfrm>
            <a:off x="2999948" y="2603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3013789" y="2603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xfrm>
            <a:off x="3038963" y="2603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xfrm>
            <a:off x="3000416" y="26104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2991991" y="26104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xfrm>
            <a:off x="3003408" y="26174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xfrm>
            <a:off x="3043147" y="262432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2996466" y="262432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xfrm>
            <a:off x="3014363" y="26312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xfrm>
            <a:off x="3008798" y="26381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2989671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xfrm>
            <a:off x="2993779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xfrm>
            <a:off x="2972770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3020419" y="26589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xfrm>
            <a:off x="2971378" y="26589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xfrm>
            <a:off x="3005604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2994965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3033625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3004441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3038929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xfrm>
            <a:off x="2979282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xfrm>
            <a:off x="3038096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xfrm>
            <a:off x="2988648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xfrm>
            <a:off x="3026125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xfrm>
            <a:off x="3025484" y="27143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xfrm>
            <a:off x="3027064" y="27143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xfrm>
            <a:off x="2977750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xfrm>
            <a:off x="2988529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xfrm>
            <a:off x="3046907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3012237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xfrm>
            <a:off x="3023601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xfrm>
            <a:off x="3041561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2984629" y="27281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xfrm>
            <a:off x="3039069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xfrm>
            <a:off x="2976640" y="27420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xfrm>
            <a:off x="2974879" y="27420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xfrm>
            <a:off x="3030951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3023649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xfrm>
            <a:off x="3014440" y="27558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xfrm>
            <a:off x="2996676" y="27558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2984625" y="27627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xfrm>
            <a:off x="3007833" y="27697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xfrm>
            <a:off x="3051479" y="27766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xfrm>
            <a:off x="2995657" y="27766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xfrm>
            <a:off x="2997963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2990291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xfrm>
            <a:off x="3023033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xfrm>
            <a:off x="3030544" y="2797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3021199" y="28112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xfrm>
            <a:off x="2971472" y="28112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3023444" y="28181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xfrm>
            <a:off x="2990970" y="28181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xfrm>
            <a:off x="3002892" y="28251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3010456" y="28251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xfrm>
            <a:off x="2976434" y="28320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xfrm>
            <a:off x="2971150" y="28389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3028136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xfrm>
            <a:off x="3015324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xfrm>
            <a:off x="3035090" y="28527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2996906" y="28527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xfrm>
            <a:off x="2978143" y="28666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3047675" y="28804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3002563" y="28874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xfrm>
            <a:off x="3019708" y="28943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3029842" y="28943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3041511" y="29012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xfrm>
            <a:off x="2976751" y="29220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xfrm>
            <a:off x="3028125" y="29358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3013022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3032332" y="29635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xfrm>
            <a:off x="3044611" y="29912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3011890" y="29981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3031145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xfrm>
            <a:off x="2972873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3035492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xfrm>
            <a:off x="3036178" y="30535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xfrm>
            <a:off x="2996742" y="30812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3005652" y="30881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xfrm>
            <a:off x="3048194" y="30881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xfrm>
            <a:off x="3031190" y="31020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3011886" y="31020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xfrm>
            <a:off x="3048211" y="31089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xfrm>
            <a:off x="2984447" y="31158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3009407" y="31158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xfrm>
            <a:off x="2994967" y="31228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xfrm>
            <a:off x="3005792" y="31435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3032624" y="31505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xfrm>
            <a:off x="3047566" y="31574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xfrm>
            <a:off x="3025042" y="31643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3021868" y="31712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xfrm>
            <a:off x="3011801" y="31781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xfrm>
            <a:off x="3035126" y="31851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3011927" y="31920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xfrm>
            <a:off x="2971090" y="32058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xfrm>
            <a:off x="2996277" y="32058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3019066" y="32058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xfrm>
            <a:off x="3007632" y="32266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xfrm>
            <a:off x="3027440" y="32405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3010003" y="32474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xfrm>
            <a:off x="2984743" y="32543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xfrm>
            <a:off x="3030448" y="32681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3010259" y="32820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xfrm>
            <a:off x="3025929" y="33512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xfrm>
            <a:off x="3005809" y="33651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3013542" y="33720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xfrm>
            <a:off x="2997766" y="33997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xfrm>
            <a:off x="3022276" y="33997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2995387" y="3586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xfrm>
            <a:off x="2982847" y="3648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xfrm>
            <a:off x="3034331" y="38012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xfrm>
            <a:off x="3024713" y="39259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xfrm>
            <a:off x="2996235" y="41128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xfrm>
            <a:off x="3023755" y="44174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xfrm>
            <a:off x="3007461" y="44520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xfrm>
            <a:off x="3012567" y="48397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xfrm>
            <a:off x="3046711" y="51374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xfrm>
            <a:off x="3048661" y="54836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xfrm>
            <a:off x="3002224" y="55182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3016236" y="55736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xfrm>
            <a:off x="2987046" y="56082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xfrm>
            <a:off x="2972916" y="56152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xfrm>
            <a:off x="3011769" y="56359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xfrm>
            <a:off x="3004720" y="56359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xfrm>
            <a:off x="2980114" y="56705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xfrm>
            <a:off x="2982386" y="57190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3012730" y="57328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xfrm>
            <a:off x="2981732" y="57398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xfrm>
            <a:off x="2971890" y="57398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xfrm>
            <a:off x="2982275" y="57467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xfrm>
            <a:off x="2980527" y="57605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xfrm>
            <a:off x="3029984" y="57605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xfrm>
            <a:off x="3025141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3029750" y="57744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xfrm>
            <a:off x="3047335" y="5781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xfrm>
            <a:off x="3031018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xfrm>
            <a:off x="3021744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xfrm>
            <a:off x="3018875" y="58228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xfrm>
            <a:off x="3050361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xfrm>
            <a:off x="3004698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TextBox 1259"/>
          <p:cNvSpPr txBox="1"/>
          <p:nvPr/>
        </p:nvSpPr>
        <p:spPr>
          <a:xfrm>
            <a:off x="288036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19</a:t>
            </a:r>
          </a:p>
        </p:txBody>
      </p:sp>
      <p:cxnSp>
        <p:nvCxnSpPr>
          <p:cNvPr id="1261" name="Connector 1260"/>
          <p:cNvCxnSpPr/>
          <p:nvPr/>
        </p:nvCxnSpPr>
        <p:spPr>
          <a:xfrm flipV="1">
            <a:off x="3326130" y="5571178"/>
            <a:ext cx="0" cy="44732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>
            <a:off x="3285268" y="601850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Connector 1262"/>
          <p:cNvCxnSpPr/>
          <p:nvPr/>
        </p:nvCxnSpPr>
        <p:spPr>
          <a:xfrm>
            <a:off x="3285268" y="5571178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4" name="Rectangle 1263"/>
          <p:cNvSpPr/>
          <p:nvPr/>
        </p:nvSpPr>
        <p:spPr>
          <a:xfrm>
            <a:off x="3244406" y="5984894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5" name="Connector 1264"/>
          <p:cNvCxnSpPr/>
          <p:nvPr/>
        </p:nvCxnSpPr>
        <p:spPr>
          <a:xfrm>
            <a:off x="3244406" y="5958884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6" name="Oval 1265"/>
          <p:cNvSpPr/>
          <p:nvPr/>
        </p:nvSpPr>
        <p:spPr>
          <a:xfrm>
            <a:off x="3312048" y="55528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3314620" y="57467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xfrm>
            <a:off x="3308309" y="57536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3291315" y="57605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3340842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xfrm>
            <a:off x="3297808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xfrm>
            <a:off x="3304684" y="57744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3286964" y="5781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3313897" y="5781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xfrm>
            <a:off x="3343705" y="58298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3294628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xfrm>
            <a:off x="3299516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xfrm>
            <a:off x="3334579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3276721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xfrm>
            <a:off x="3277866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xfrm>
            <a:off x="3287492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3301688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xfrm>
            <a:off x="3326541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3287843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3336827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xfrm>
            <a:off x="3272292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xfrm>
            <a:off x="3336906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333777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xfrm>
            <a:off x="3305424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xfrm>
            <a:off x="3291052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3294788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3330166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xfrm>
            <a:off x="328513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3305120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330469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3292828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328778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xfrm>
            <a:off x="3335704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xfrm>
            <a:off x="3273101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326814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xfrm>
            <a:off x="3321422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3282455" y="59495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3294703" y="59501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xfrm>
            <a:off x="3307130" y="59512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3335640" y="59539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3342637" y="59562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3326379" y="59563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xfrm>
            <a:off x="3285773" y="59584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3290106" y="59592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xfrm>
            <a:off x="3272676" y="59605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xfrm>
            <a:off x="3342933" y="59627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3268420" y="59657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xfrm>
            <a:off x="3318011" y="59658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xfrm>
            <a:off x="3299064" y="596660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3316456" y="59692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xfrm>
            <a:off x="3318140" y="59704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xfrm>
            <a:off x="3308953" y="59737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3313366" y="59765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xfrm>
            <a:off x="3279523" y="59770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xfrm>
            <a:off x="3290183" y="59784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3323423" y="59789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xfrm>
            <a:off x="3275789" y="59796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xfrm>
            <a:off x="3327837" y="597998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3324708" y="598608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xfrm>
            <a:off x="3267403" y="59862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xfrm>
            <a:off x="3331708" y="59886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xfrm>
            <a:off x="3333223" y="59903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xfrm>
            <a:off x="3288830" y="59931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xfrm>
            <a:off x="3325761" y="59969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xfrm>
            <a:off x="3345022" y="60002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TextBox 1330"/>
          <p:cNvSpPr txBox="1"/>
          <p:nvPr/>
        </p:nvSpPr>
        <p:spPr>
          <a:xfrm>
            <a:off x="317754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21</a:t>
            </a:r>
          </a:p>
        </p:txBody>
      </p:sp>
      <p:cxnSp>
        <p:nvCxnSpPr>
          <p:cNvPr id="1332" name="Connector 1331"/>
          <p:cNvCxnSpPr/>
          <p:nvPr/>
        </p:nvCxnSpPr>
        <p:spPr>
          <a:xfrm flipV="1">
            <a:off x="3623310" y="5834264"/>
            <a:ext cx="0" cy="17510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3" name="Connector 1332"/>
          <p:cNvCxnSpPr/>
          <p:nvPr/>
        </p:nvCxnSpPr>
        <p:spPr>
          <a:xfrm>
            <a:off x="3582448" y="6009368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4" name="Connector 1333"/>
          <p:cNvCxnSpPr/>
          <p:nvPr/>
        </p:nvCxnSpPr>
        <p:spPr>
          <a:xfrm>
            <a:off x="3582448" y="5834264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5" name="Rectangle 1334"/>
          <p:cNvSpPr/>
          <p:nvPr/>
        </p:nvSpPr>
        <p:spPr>
          <a:xfrm>
            <a:off x="3541586" y="5955422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6" name="Connector 1335"/>
          <p:cNvCxnSpPr/>
          <p:nvPr/>
        </p:nvCxnSpPr>
        <p:spPr>
          <a:xfrm>
            <a:off x="3541586" y="5938114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7" name="Oval 1336"/>
          <p:cNvSpPr/>
          <p:nvPr/>
        </p:nvSpPr>
        <p:spPr>
          <a:xfrm>
            <a:off x="3641660" y="58159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xfrm>
            <a:off x="3627320" y="58367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xfrm>
            <a:off x="3616120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xfrm>
            <a:off x="3602173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xfrm>
            <a:off x="3609957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xfrm>
            <a:off x="3617262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xfrm>
            <a:off x="3596393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xfrm>
            <a:off x="3610287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xfrm>
            <a:off x="3618081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xfrm>
            <a:off x="3619674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xfrm>
            <a:off x="3595207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xfrm>
            <a:off x="3602610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xfrm>
            <a:off x="3600351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xfrm>
            <a:off x="3629215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xfrm>
            <a:off x="3570933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xfrm>
            <a:off x="3616761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xfrm>
            <a:off x="3603559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xfrm>
            <a:off x="3610132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xfrm>
            <a:off x="3625993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xfrm>
            <a:off x="3615319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xfrm>
            <a:off x="3593387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xfrm>
            <a:off x="3593772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xfrm>
            <a:off x="3615520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xfrm>
            <a:off x="3596255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xfrm>
            <a:off x="3617046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xfrm>
            <a:off x="3631696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xfrm>
            <a:off x="3640688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xfrm>
            <a:off x="3567234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xfrm>
            <a:off x="3620402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xfrm>
            <a:off x="3613634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3622281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xfrm>
            <a:off x="3592842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xfrm>
            <a:off x="3625009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3574779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xfrm>
            <a:off x="3577185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xfrm>
            <a:off x="363453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358597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xfrm>
            <a:off x="3614086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xfrm>
            <a:off x="3595189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3576085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xfrm>
            <a:off x="3628201" y="59505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3614270" y="59565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3605367" y="59566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xfrm>
            <a:off x="3606501" y="59567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xfrm>
            <a:off x="3603185" y="59579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3643596" y="5958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xfrm>
            <a:off x="3599311" y="59589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xfrm>
            <a:off x="3580055" y="59704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3576728" y="59718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3616202" y="59821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xfrm>
            <a:off x="3602516" y="59910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347472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22</a:t>
            </a:r>
          </a:p>
        </p:txBody>
      </p:sp>
      <p:cxnSp>
        <p:nvCxnSpPr>
          <p:cNvPr id="1389" name="Connector 1388"/>
          <p:cNvCxnSpPr/>
          <p:nvPr/>
        </p:nvCxnSpPr>
        <p:spPr>
          <a:xfrm flipV="1">
            <a:off x="3920490" y="5474252"/>
            <a:ext cx="0" cy="52817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0" name="Connector 1389"/>
          <p:cNvCxnSpPr/>
          <p:nvPr/>
        </p:nvCxnSpPr>
        <p:spPr>
          <a:xfrm>
            <a:off x="3879628" y="6002431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1" name="Connector 1390"/>
          <p:cNvCxnSpPr/>
          <p:nvPr/>
        </p:nvCxnSpPr>
        <p:spPr>
          <a:xfrm>
            <a:off x="3879628" y="5474252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2" name="Rectangle 1391"/>
          <p:cNvSpPr/>
          <p:nvPr/>
        </p:nvSpPr>
        <p:spPr>
          <a:xfrm>
            <a:off x="3838766" y="5975451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3" name="Connector 1392"/>
          <p:cNvCxnSpPr/>
          <p:nvPr/>
        </p:nvCxnSpPr>
        <p:spPr>
          <a:xfrm>
            <a:off x="3838766" y="5951960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4" name="Oval 1393"/>
          <p:cNvSpPr/>
          <p:nvPr/>
        </p:nvSpPr>
        <p:spPr>
          <a:xfrm>
            <a:off x="3913540" y="54559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xfrm>
            <a:off x="3865421" y="55251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xfrm>
            <a:off x="3908266" y="56428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3903039" y="57259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xfrm>
            <a:off x="3904181" y="57328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xfrm>
            <a:off x="3890037" y="57398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3891493" y="57605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xfrm>
            <a:off x="3902021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xfrm>
            <a:off x="3906080" y="57744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3934203" y="57744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xfrm>
            <a:off x="3915923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xfrm>
            <a:off x="3902916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3911715" y="58228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xfrm>
            <a:off x="3940715" y="58228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xfrm>
            <a:off x="3934364" y="58298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3895405" y="58367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xfrm>
            <a:off x="3872333" y="58367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xfrm>
            <a:off x="3893910" y="58367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3939029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xfrm>
            <a:off x="3935522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xfrm>
            <a:off x="3911751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3882032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xfrm>
            <a:off x="3935943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xfrm>
            <a:off x="3867477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3905004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xfrm>
            <a:off x="3882108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xfrm>
            <a:off x="3908124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3921457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xfrm>
            <a:off x="3917502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xfrm>
            <a:off x="3903800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3887325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xfrm>
            <a:off x="3936271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xfrm>
            <a:off x="3919421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xfrm>
            <a:off x="3931144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xfrm>
            <a:off x="3934953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xfrm>
            <a:off x="3928138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3868841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xfrm>
            <a:off x="3913424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xfrm>
            <a:off x="3913602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xfrm>
            <a:off x="3928009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xfrm>
            <a:off x="3902653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3911565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xfrm>
            <a:off x="3919521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xfrm>
            <a:off x="3921606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xfrm>
            <a:off x="3865261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xfrm>
            <a:off x="3931632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3893640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xfrm>
            <a:off x="393212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xfrm>
            <a:off x="3913457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xfrm>
            <a:off x="3867787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xfrm>
            <a:off x="388879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3937517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xfrm>
            <a:off x="3874970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xfrm>
            <a:off x="3914924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xfrm>
            <a:off x="3881173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xfrm>
            <a:off x="3914999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390339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xfrm>
            <a:off x="391096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xfrm>
            <a:off x="3903563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xfrm>
            <a:off x="394276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xfrm>
            <a:off x="3926692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xfrm>
            <a:off x="3923493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xfrm>
            <a:off x="386302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xfrm>
            <a:off x="386484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xfrm>
            <a:off x="386838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3904036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xfrm>
            <a:off x="3926699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xfrm>
            <a:off x="3913865" y="59478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3892823" y="59486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xfrm>
            <a:off x="3894887" y="59487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xfrm>
            <a:off x="3935397" y="59515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3880783" y="59528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xfrm>
            <a:off x="3870628" y="59530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xfrm>
            <a:off x="3907108" y="59547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3880020" y="59549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xfrm>
            <a:off x="3905258" y="59552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xfrm>
            <a:off x="3885662" y="59553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3868724" y="59554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xfrm>
            <a:off x="3939662" y="59560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xfrm>
            <a:off x="3882983" y="59562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3862629" y="59566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xfrm>
            <a:off x="3874555" y="59571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xfrm>
            <a:off x="3937138" y="59594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3886084" y="59595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Oval 1477"/>
          <p:cNvSpPr/>
          <p:nvPr/>
        </p:nvSpPr>
        <p:spPr>
          <a:xfrm>
            <a:off x="3909615" y="59595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Oval 1478"/>
          <p:cNvSpPr/>
          <p:nvPr/>
        </p:nvSpPr>
        <p:spPr>
          <a:xfrm>
            <a:off x="3906314" y="59605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3902756" y="59615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Oval 1480"/>
          <p:cNvSpPr/>
          <p:nvPr/>
        </p:nvSpPr>
        <p:spPr>
          <a:xfrm>
            <a:off x="3934758" y="59640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Oval 1481"/>
          <p:cNvSpPr/>
          <p:nvPr/>
        </p:nvSpPr>
        <p:spPr>
          <a:xfrm>
            <a:off x="3920405" y="596512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3901557" y="59651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Oval 1483"/>
          <p:cNvSpPr/>
          <p:nvPr/>
        </p:nvSpPr>
        <p:spPr>
          <a:xfrm>
            <a:off x="3901044" y="59656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Oval 1484"/>
          <p:cNvSpPr/>
          <p:nvPr/>
        </p:nvSpPr>
        <p:spPr>
          <a:xfrm>
            <a:off x="3919170" y="59666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3906048" y="59670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Oval 1486"/>
          <p:cNvSpPr/>
          <p:nvPr/>
        </p:nvSpPr>
        <p:spPr>
          <a:xfrm>
            <a:off x="3917460" y="596840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Oval 1487"/>
          <p:cNvSpPr/>
          <p:nvPr/>
        </p:nvSpPr>
        <p:spPr>
          <a:xfrm>
            <a:off x="3872201" y="59688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3899565" y="59692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Oval 1489"/>
          <p:cNvSpPr/>
          <p:nvPr/>
        </p:nvSpPr>
        <p:spPr>
          <a:xfrm>
            <a:off x="3885715" y="59696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Oval 1490"/>
          <p:cNvSpPr/>
          <p:nvPr/>
        </p:nvSpPr>
        <p:spPr>
          <a:xfrm>
            <a:off x="3896626" y="59698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3862851" y="59703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Oval 1492"/>
          <p:cNvSpPr/>
          <p:nvPr/>
        </p:nvSpPr>
        <p:spPr>
          <a:xfrm>
            <a:off x="3938525" y="59708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Oval 1493"/>
          <p:cNvSpPr/>
          <p:nvPr/>
        </p:nvSpPr>
        <p:spPr>
          <a:xfrm>
            <a:off x="3915373" y="59716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3897996" y="59725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Oval 1495"/>
          <p:cNvSpPr/>
          <p:nvPr/>
        </p:nvSpPr>
        <p:spPr>
          <a:xfrm>
            <a:off x="3937636" y="59740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Oval 1496"/>
          <p:cNvSpPr/>
          <p:nvPr/>
        </p:nvSpPr>
        <p:spPr>
          <a:xfrm>
            <a:off x="3927938" y="59751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3938505" y="59768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Oval 1498"/>
          <p:cNvSpPr/>
          <p:nvPr/>
        </p:nvSpPr>
        <p:spPr>
          <a:xfrm>
            <a:off x="3864544" y="59783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Oval 1499"/>
          <p:cNvSpPr/>
          <p:nvPr/>
        </p:nvSpPr>
        <p:spPr>
          <a:xfrm>
            <a:off x="3921492" y="59797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3914262" y="59803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Oval 1501"/>
          <p:cNvSpPr/>
          <p:nvPr/>
        </p:nvSpPr>
        <p:spPr>
          <a:xfrm>
            <a:off x="3918043" y="59841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377190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26</a:t>
            </a:r>
          </a:p>
        </p:txBody>
      </p:sp>
      <p:cxnSp>
        <p:nvCxnSpPr>
          <p:cNvPr id="1504" name="Connector 1503"/>
          <p:cNvCxnSpPr/>
          <p:nvPr/>
        </p:nvCxnSpPr>
        <p:spPr>
          <a:xfrm flipV="1">
            <a:off x="4217670" y="1188720"/>
            <a:ext cx="0" cy="472170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5" name="Connector 1504"/>
          <p:cNvCxnSpPr/>
          <p:nvPr/>
        </p:nvCxnSpPr>
        <p:spPr>
          <a:xfrm>
            <a:off x="4176808" y="591042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6" name="Connector 1505"/>
          <p:cNvCxnSpPr/>
          <p:nvPr/>
        </p:nvCxnSpPr>
        <p:spPr>
          <a:xfrm>
            <a:off x="4176808" y="118872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7" name="Rectangle 1506"/>
          <p:cNvSpPr/>
          <p:nvPr/>
        </p:nvSpPr>
        <p:spPr>
          <a:xfrm>
            <a:off x="4135946" y="5425788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8" name="Connector 1507"/>
          <p:cNvCxnSpPr/>
          <p:nvPr/>
        </p:nvCxnSpPr>
        <p:spPr>
          <a:xfrm>
            <a:off x="4135946" y="2933395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9" name="Oval 1508"/>
          <p:cNvSpPr/>
          <p:nvPr/>
        </p:nvSpPr>
        <p:spPr>
          <a:xfrm>
            <a:off x="416571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416252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Oval 1510"/>
          <p:cNvSpPr/>
          <p:nvPr/>
        </p:nvSpPr>
        <p:spPr>
          <a:xfrm>
            <a:off x="423111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Oval 1511"/>
          <p:cNvSpPr/>
          <p:nvPr/>
        </p:nvSpPr>
        <p:spPr>
          <a:xfrm>
            <a:off x="416965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416957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Oval 1513"/>
          <p:cNvSpPr/>
          <p:nvPr/>
        </p:nvSpPr>
        <p:spPr>
          <a:xfrm>
            <a:off x="422622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Oval 1514"/>
          <p:cNvSpPr/>
          <p:nvPr/>
        </p:nvSpPr>
        <p:spPr>
          <a:xfrm>
            <a:off x="419293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416878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Oval 1516"/>
          <p:cNvSpPr/>
          <p:nvPr/>
        </p:nvSpPr>
        <p:spPr>
          <a:xfrm>
            <a:off x="419604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Oval 1517"/>
          <p:cNvSpPr/>
          <p:nvPr/>
        </p:nvSpPr>
        <p:spPr>
          <a:xfrm>
            <a:off x="419446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Oval 1518"/>
          <p:cNvSpPr/>
          <p:nvPr/>
        </p:nvSpPr>
        <p:spPr>
          <a:xfrm>
            <a:off x="423160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Oval 1519"/>
          <p:cNvSpPr/>
          <p:nvPr/>
        </p:nvSpPr>
        <p:spPr>
          <a:xfrm>
            <a:off x="419780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Oval 1520"/>
          <p:cNvSpPr/>
          <p:nvPr/>
        </p:nvSpPr>
        <p:spPr>
          <a:xfrm>
            <a:off x="417099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Oval 1521"/>
          <p:cNvSpPr/>
          <p:nvPr/>
        </p:nvSpPr>
        <p:spPr>
          <a:xfrm>
            <a:off x="417544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Oval 1522"/>
          <p:cNvSpPr/>
          <p:nvPr/>
        </p:nvSpPr>
        <p:spPr>
          <a:xfrm>
            <a:off x="423056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Oval 1523"/>
          <p:cNvSpPr/>
          <p:nvPr/>
        </p:nvSpPr>
        <p:spPr>
          <a:xfrm>
            <a:off x="421337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Oval 1524"/>
          <p:cNvSpPr/>
          <p:nvPr/>
        </p:nvSpPr>
        <p:spPr>
          <a:xfrm>
            <a:off x="423596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Oval 1525"/>
          <p:cNvSpPr/>
          <p:nvPr/>
        </p:nvSpPr>
        <p:spPr>
          <a:xfrm>
            <a:off x="4209364" y="13919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Oval 1526"/>
          <p:cNvSpPr/>
          <p:nvPr/>
        </p:nvSpPr>
        <p:spPr>
          <a:xfrm>
            <a:off x="4234864" y="15996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Oval 1527"/>
          <p:cNvSpPr/>
          <p:nvPr/>
        </p:nvSpPr>
        <p:spPr>
          <a:xfrm>
            <a:off x="4184769" y="15996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Oval 1528"/>
          <p:cNvSpPr/>
          <p:nvPr/>
        </p:nvSpPr>
        <p:spPr>
          <a:xfrm>
            <a:off x="4190834" y="16412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Oval 1529"/>
          <p:cNvSpPr/>
          <p:nvPr/>
        </p:nvSpPr>
        <p:spPr>
          <a:xfrm>
            <a:off x="4226699" y="17381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Oval 1530"/>
          <p:cNvSpPr/>
          <p:nvPr/>
        </p:nvSpPr>
        <p:spPr>
          <a:xfrm>
            <a:off x="4238833" y="18281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Oval 1531"/>
          <p:cNvSpPr/>
          <p:nvPr/>
        </p:nvSpPr>
        <p:spPr>
          <a:xfrm>
            <a:off x="4176525" y="18489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Oval 1532"/>
          <p:cNvSpPr/>
          <p:nvPr/>
        </p:nvSpPr>
        <p:spPr>
          <a:xfrm>
            <a:off x="4213022" y="18627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Oval 1533"/>
          <p:cNvSpPr/>
          <p:nvPr/>
        </p:nvSpPr>
        <p:spPr>
          <a:xfrm>
            <a:off x="4190469" y="21258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Oval 1534"/>
          <p:cNvSpPr/>
          <p:nvPr/>
        </p:nvSpPr>
        <p:spPr>
          <a:xfrm>
            <a:off x="4169562" y="21604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Oval 1535"/>
          <p:cNvSpPr/>
          <p:nvPr/>
        </p:nvSpPr>
        <p:spPr>
          <a:xfrm>
            <a:off x="4212718" y="21673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Oval 1536"/>
          <p:cNvSpPr/>
          <p:nvPr/>
        </p:nvSpPr>
        <p:spPr>
          <a:xfrm>
            <a:off x="4237940" y="220200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Oval 1537"/>
          <p:cNvSpPr/>
          <p:nvPr/>
        </p:nvSpPr>
        <p:spPr>
          <a:xfrm>
            <a:off x="4222598" y="22435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Oval 1538"/>
          <p:cNvSpPr/>
          <p:nvPr/>
        </p:nvSpPr>
        <p:spPr>
          <a:xfrm>
            <a:off x="4207852" y="22504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Oval 1539"/>
          <p:cNvSpPr/>
          <p:nvPr/>
        </p:nvSpPr>
        <p:spPr>
          <a:xfrm>
            <a:off x="4237515" y="23197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Oval 1540"/>
          <p:cNvSpPr/>
          <p:nvPr/>
        </p:nvSpPr>
        <p:spPr>
          <a:xfrm>
            <a:off x="4235473" y="23335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Oval 1541"/>
          <p:cNvSpPr/>
          <p:nvPr/>
        </p:nvSpPr>
        <p:spPr>
          <a:xfrm>
            <a:off x="4169201" y="23473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Oval 1542"/>
          <p:cNvSpPr/>
          <p:nvPr/>
        </p:nvSpPr>
        <p:spPr>
          <a:xfrm>
            <a:off x="4206335" y="23473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Oval 1543"/>
          <p:cNvSpPr/>
          <p:nvPr/>
        </p:nvSpPr>
        <p:spPr>
          <a:xfrm>
            <a:off x="4171857" y="23543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Oval 1544"/>
          <p:cNvSpPr/>
          <p:nvPr/>
        </p:nvSpPr>
        <p:spPr>
          <a:xfrm>
            <a:off x="4199876" y="23543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Oval 1545"/>
          <p:cNvSpPr/>
          <p:nvPr/>
        </p:nvSpPr>
        <p:spPr>
          <a:xfrm>
            <a:off x="4228486" y="236124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Oval 1546"/>
          <p:cNvSpPr/>
          <p:nvPr/>
        </p:nvSpPr>
        <p:spPr>
          <a:xfrm>
            <a:off x="4176782" y="23750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Oval 1547"/>
          <p:cNvSpPr/>
          <p:nvPr/>
        </p:nvSpPr>
        <p:spPr>
          <a:xfrm>
            <a:off x="4230977" y="2382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Oval 1548"/>
          <p:cNvSpPr/>
          <p:nvPr/>
        </p:nvSpPr>
        <p:spPr>
          <a:xfrm>
            <a:off x="4220576" y="2382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Oval 1549"/>
          <p:cNvSpPr/>
          <p:nvPr/>
        </p:nvSpPr>
        <p:spPr>
          <a:xfrm>
            <a:off x="4203497" y="240278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4228087" y="240278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Oval 1551"/>
          <p:cNvSpPr/>
          <p:nvPr/>
        </p:nvSpPr>
        <p:spPr>
          <a:xfrm>
            <a:off x="4190591" y="24166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Oval 1552"/>
          <p:cNvSpPr/>
          <p:nvPr/>
        </p:nvSpPr>
        <p:spPr>
          <a:xfrm>
            <a:off x="4209505" y="24373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4221866" y="24443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Oval 1554"/>
          <p:cNvSpPr/>
          <p:nvPr/>
        </p:nvSpPr>
        <p:spPr>
          <a:xfrm>
            <a:off x="4226797" y="24581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Oval 1555"/>
          <p:cNvSpPr/>
          <p:nvPr/>
        </p:nvSpPr>
        <p:spPr>
          <a:xfrm>
            <a:off x="4199202" y="24789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4159214" y="25066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Oval 1557"/>
          <p:cNvSpPr/>
          <p:nvPr/>
        </p:nvSpPr>
        <p:spPr>
          <a:xfrm>
            <a:off x="4194876" y="25274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Oval 1558"/>
          <p:cNvSpPr/>
          <p:nvPr/>
        </p:nvSpPr>
        <p:spPr>
          <a:xfrm>
            <a:off x="4176972" y="25274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4178440" y="25412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Oval 1560"/>
          <p:cNvSpPr/>
          <p:nvPr/>
        </p:nvSpPr>
        <p:spPr>
          <a:xfrm>
            <a:off x="4209953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Oval 1561"/>
          <p:cNvSpPr/>
          <p:nvPr/>
        </p:nvSpPr>
        <p:spPr>
          <a:xfrm>
            <a:off x="4199661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4198497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Oval 1563"/>
          <p:cNvSpPr/>
          <p:nvPr/>
        </p:nvSpPr>
        <p:spPr>
          <a:xfrm>
            <a:off x="4172165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Oval 1564"/>
          <p:cNvSpPr/>
          <p:nvPr/>
        </p:nvSpPr>
        <p:spPr>
          <a:xfrm>
            <a:off x="4170591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4207477" y="25827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Oval 1566"/>
          <p:cNvSpPr/>
          <p:nvPr/>
        </p:nvSpPr>
        <p:spPr>
          <a:xfrm>
            <a:off x="4239325" y="25966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Oval 1567"/>
          <p:cNvSpPr/>
          <p:nvPr/>
        </p:nvSpPr>
        <p:spPr>
          <a:xfrm>
            <a:off x="4189772" y="26104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4217581" y="26312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Oval 1569"/>
          <p:cNvSpPr/>
          <p:nvPr/>
        </p:nvSpPr>
        <p:spPr>
          <a:xfrm>
            <a:off x="4236475" y="26381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Oval 1570"/>
          <p:cNvSpPr/>
          <p:nvPr/>
        </p:nvSpPr>
        <p:spPr>
          <a:xfrm>
            <a:off x="4179220" y="26450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4233021" y="26450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xfrm>
            <a:off x="4191015" y="26797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xfrm>
            <a:off x="4215914" y="27004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4184416" y="27004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Oval 1575"/>
          <p:cNvSpPr/>
          <p:nvPr/>
        </p:nvSpPr>
        <p:spPr>
          <a:xfrm>
            <a:off x="4182273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Oval 1576"/>
          <p:cNvSpPr/>
          <p:nvPr/>
        </p:nvSpPr>
        <p:spPr>
          <a:xfrm>
            <a:off x="4216375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4158694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Oval 1578"/>
          <p:cNvSpPr/>
          <p:nvPr/>
        </p:nvSpPr>
        <p:spPr>
          <a:xfrm>
            <a:off x="4212430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Oval 1579"/>
          <p:cNvSpPr/>
          <p:nvPr/>
        </p:nvSpPr>
        <p:spPr>
          <a:xfrm>
            <a:off x="4190956" y="27627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4158864" y="276971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Oval 1581"/>
          <p:cNvSpPr/>
          <p:nvPr/>
        </p:nvSpPr>
        <p:spPr>
          <a:xfrm>
            <a:off x="4161347" y="27766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Oval 1582"/>
          <p:cNvSpPr/>
          <p:nvPr/>
        </p:nvSpPr>
        <p:spPr>
          <a:xfrm>
            <a:off x="4233500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xfrm>
            <a:off x="4183769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Oval 1584"/>
          <p:cNvSpPr/>
          <p:nvPr/>
        </p:nvSpPr>
        <p:spPr>
          <a:xfrm>
            <a:off x="4167312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Oval 1585"/>
          <p:cNvSpPr/>
          <p:nvPr/>
        </p:nvSpPr>
        <p:spPr>
          <a:xfrm>
            <a:off x="4168314" y="28043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xfrm>
            <a:off x="4168648" y="28251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Oval 1587"/>
          <p:cNvSpPr/>
          <p:nvPr/>
        </p:nvSpPr>
        <p:spPr>
          <a:xfrm>
            <a:off x="4192884" y="28251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Oval 1588"/>
          <p:cNvSpPr/>
          <p:nvPr/>
        </p:nvSpPr>
        <p:spPr>
          <a:xfrm>
            <a:off x="4167593" y="28389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4190414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Oval 1590"/>
          <p:cNvSpPr/>
          <p:nvPr/>
        </p:nvSpPr>
        <p:spPr>
          <a:xfrm>
            <a:off x="4184369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Oval 1591"/>
          <p:cNvSpPr/>
          <p:nvPr/>
        </p:nvSpPr>
        <p:spPr>
          <a:xfrm>
            <a:off x="4183927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xfrm>
            <a:off x="4208821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Oval 1593"/>
          <p:cNvSpPr/>
          <p:nvPr/>
        </p:nvSpPr>
        <p:spPr>
          <a:xfrm>
            <a:off x="4181409" y="28527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Oval 1594"/>
          <p:cNvSpPr/>
          <p:nvPr/>
        </p:nvSpPr>
        <p:spPr>
          <a:xfrm>
            <a:off x="4231967" y="28666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xfrm>
            <a:off x="4224359" y="28735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Oval 1596"/>
          <p:cNvSpPr/>
          <p:nvPr/>
        </p:nvSpPr>
        <p:spPr>
          <a:xfrm>
            <a:off x="4211041" y="28804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Oval 1597"/>
          <p:cNvSpPr/>
          <p:nvPr/>
        </p:nvSpPr>
        <p:spPr>
          <a:xfrm>
            <a:off x="4163258" y="28874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xfrm>
            <a:off x="4223016" y="29151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Oval 1599"/>
          <p:cNvSpPr/>
          <p:nvPr/>
        </p:nvSpPr>
        <p:spPr>
          <a:xfrm>
            <a:off x="4184599" y="29220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Oval 1600"/>
          <p:cNvSpPr/>
          <p:nvPr/>
        </p:nvSpPr>
        <p:spPr>
          <a:xfrm>
            <a:off x="4158932" y="29289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xfrm>
            <a:off x="4229779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Oval 1602"/>
          <p:cNvSpPr/>
          <p:nvPr/>
        </p:nvSpPr>
        <p:spPr>
          <a:xfrm>
            <a:off x="4171871" y="29566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Oval 1603"/>
          <p:cNvSpPr/>
          <p:nvPr/>
        </p:nvSpPr>
        <p:spPr>
          <a:xfrm>
            <a:off x="4160435" y="29774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xfrm>
            <a:off x="4167535" y="30051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Oval 1605"/>
          <p:cNvSpPr/>
          <p:nvPr/>
        </p:nvSpPr>
        <p:spPr>
          <a:xfrm>
            <a:off x="4229827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Oval 1606"/>
          <p:cNvSpPr/>
          <p:nvPr/>
        </p:nvSpPr>
        <p:spPr>
          <a:xfrm>
            <a:off x="4166583" y="30258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xfrm>
            <a:off x="4159611" y="30397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Oval 1608"/>
          <p:cNvSpPr/>
          <p:nvPr/>
        </p:nvSpPr>
        <p:spPr>
          <a:xfrm>
            <a:off x="4172353" y="31089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Oval 1609"/>
          <p:cNvSpPr/>
          <p:nvPr/>
        </p:nvSpPr>
        <p:spPr>
          <a:xfrm>
            <a:off x="4187269" y="31158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Oval 1610"/>
          <p:cNvSpPr/>
          <p:nvPr/>
        </p:nvSpPr>
        <p:spPr>
          <a:xfrm>
            <a:off x="4222858" y="3129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Oval 1611"/>
          <p:cNvSpPr/>
          <p:nvPr/>
        </p:nvSpPr>
        <p:spPr>
          <a:xfrm>
            <a:off x="4176066" y="3129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Oval 1612"/>
          <p:cNvSpPr/>
          <p:nvPr/>
        </p:nvSpPr>
        <p:spPr>
          <a:xfrm>
            <a:off x="4172101" y="31574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Oval 1613"/>
          <p:cNvSpPr/>
          <p:nvPr/>
        </p:nvSpPr>
        <p:spPr>
          <a:xfrm>
            <a:off x="4203465" y="31920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Oval 1614"/>
          <p:cNvSpPr/>
          <p:nvPr/>
        </p:nvSpPr>
        <p:spPr>
          <a:xfrm>
            <a:off x="4160856" y="32197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Oval 1615"/>
          <p:cNvSpPr/>
          <p:nvPr/>
        </p:nvSpPr>
        <p:spPr>
          <a:xfrm>
            <a:off x="4186927" y="32266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Oval 1616"/>
          <p:cNvSpPr/>
          <p:nvPr/>
        </p:nvSpPr>
        <p:spPr>
          <a:xfrm>
            <a:off x="4225271" y="32889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Oval 1617"/>
          <p:cNvSpPr/>
          <p:nvPr/>
        </p:nvSpPr>
        <p:spPr>
          <a:xfrm>
            <a:off x="4203078" y="32958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Oval 1618"/>
          <p:cNvSpPr/>
          <p:nvPr/>
        </p:nvSpPr>
        <p:spPr>
          <a:xfrm>
            <a:off x="4215520" y="34412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Oval 1619"/>
          <p:cNvSpPr/>
          <p:nvPr/>
        </p:nvSpPr>
        <p:spPr>
          <a:xfrm>
            <a:off x="4187394" y="35728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Oval 1620"/>
          <p:cNvSpPr/>
          <p:nvPr/>
        </p:nvSpPr>
        <p:spPr>
          <a:xfrm>
            <a:off x="4184640" y="36212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Oval 1621"/>
          <p:cNvSpPr/>
          <p:nvPr/>
        </p:nvSpPr>
        <p:spPr>
          <a:xfrm>
            <a:off x="4230225" y="39397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Oval 1622"/>
          <p:cNvSpPr/>
          <p:nvPr/>
        </p:nvSpPr>
        <p:spPr>
          <a:xfrm>
            <a:off x="4166578" y="46320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Oval 1623"/>
          <p:cNvSpPr/>
          <p:nvPr/>
        </p:nvSpPr>
        <p:spPr>
          <a:xfrm>
            <a:off x="4191303" y="46874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Oval 1624"/>
          <p:cNvSpPr/>
          <p:nvPr/>
        </p:nvSpPr>
        <p:spPr>
          <a:xfrm>
            <a:off x="4218054" y="47220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Oval 1625"/>
          <p:cNvSpPr/>
          <p:nvPr/>
        </p:nvSpPr>
        <p:spPr>
          <a:xfrm>
            <a:off x="4183150" y="48467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Oval 1626"/>
          <p:cNvSpPr/>
          <p:nvPr/>
        </p:nvSpPr>
        <p:spPr>
          <a:xfrm>
            <a:off x="4214027" y="49851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Oval 1627"/>
          <p:cNvSpPr/>
          <p:nvPr/>
        </p:nvSpPr>
        <p:spPr>
          <a:xfrm>
            <a:off x="4172621" y="50821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Oval 1628"/>
          <p:cNvSpPr/>
          <p:nvPr/>
        </p:nvSpPr>
        <p:spPr>
          <a:xfrm>
            <a:off x="4229598" y="51305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Oval 1629"/>
          <p:cNvSpPr/>
          <p:nvPr/>
        </p:nvSpPr>
        <p:spPr>
          <a:xfrm>
            <a:off x="4223116" y="51374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Oval 1630"/>
          <p:cNvSpPr/>
          <p:nvPr/>
        </p:nvSpPr>
        <p:spPr>
          <a:xfrm>
            <a:off x="4236213" y="51721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Oval 1631"/>
          <p:cNvSpPr/>
          <p:nvPr/>
        </p:nvSpPr>
        <p:spPr>
          <a:xfrm>
            <a:off x="4222783" y="51859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Oval 1632"/>
          <p:cNvSpPr/>
          <p:nvPr/>
        </p:nvSpPr>
        <p:spPr>
          <a:xfrm>
            <a:off x="4225078" y="51859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Oval 1633"/>
          <p:cNvSpPr/>
          <p:nvPr/>
        </p:nvSpPr>
        <p:spPr>
          <a:xfrm>
            <a:off x="4228255" y="52136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Oval 1634"/>
          <p:cNvSpPr/>
          <p:nvPr/>
        </p:nvSpPr>
        <p:spPr>
          <a:xfrm>
            <a:off x="4201435" y="52344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Oval 1635"/>
          <p:cNvSpPr/>
          <p:nvPr/>
        </p:nvSpPr>
        <p:spPr>
          <a:xfrm>
            <a:off x="4227866" y="52482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Oval 1636"/>
          <p:cNvSpPr/>
          <p:nvPr/>
        </p:nvSpPr>
        <p:spPr>
          <a:xfrm>
            <a:off x="4172528" y="5275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Oval 1637"/>
          <p:cNvSpPr/>
          <p:nvPr/>
        </p:nvSpPr>
        <p:spPr>
          <a:xfrm>
            <a:off x="4192806" y="52898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Oval 1638"/>
          <p:cNvSpPr/>
          <p:nvPr/>
        </p:nvSpPr>
        <p:spPr>
          <a:xfrm>
            <a:off x="4228145" y="53105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Oval 1639"/>
          <p:cNvSpPr/>
          <p:nvPr/>
        </p:nvSpPr>
        <p:spPr>
          <a:xfrm>
            <a:off x="4240183" y="53451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Oval 1640"/>
          <p:cNvSpPr/>
          <p:nvPr/>
        </p:nvSpPr>
        <p:spPr>
          <a:xfrm>
            <a:off x="4208485" y="53728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Oval 1641"/>
          <p:cNvSpPr/>
          <p:nvPr/>
        </p:nvSpPr>
        <p:spPr>
          <a:xfrm>
            <a:off x="4185700" y="53728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Oval 1642"/>
          <p:cNvSpPr/>
          <p:nvPr/>
        </p:nvSpPr>
        <p:spPr>
          <a:xfrm>
            <a:off x="4221936" y="53798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Oval 1643"/>
          <p:cNvSpPr/>
          <p:nvPr/>
        </p:nvSpPr>
        <p:spPr>
          <a:xfrm>
            <a:off x="4237797" y="54075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Oval 1644"/>
          <p:cNvSpPr/>
          <p:nvPr/>
        </p:nvSpPr>
        <p:spPr>
          <a:xfrm>
            <a:off x="4161567" y="54075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Oval 1645"/>
          <p:cNvSpPr/>
          <p:nvPr/>
        </p:nvSpPr>
        <p:spPr>
          <a:xfrm>
            <a:off x="4192540" y="54144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Oval 1646"/>
          <p:cNvSpPr/>
          <p:nvPr/>
        </p:nvSpPr>
        <p:spPr>
          <a:xfrm>
            <a:off x="4159839" y="54213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Oval 1647"/>
          <p:cNvSpPr/>
          <p:nvPr/>
        </p:nvSpPr>
        <p:spPr>
          <a:xfrm>
            <a:off x="4167624" y="54282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Oval 1648"/>
          <p:cNvSpPr/>
          <p:nvPr/>
        </p:nvSpPr>
        <p:spPr>
          <a:xfrm>
            <a:off x="4206450" y="54351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Oval 1649"/>
          <p:cNvSpPr/>
          <p:nvPr/>
        </p:nvSpPr>
        <p:spPr>
          <a:xfrm>
            <a:off x="4224678" y="54421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Oval 1650"/>
          <p:cNvSpPr/>
          <p:nvPr/>
        </p:nvSpPr>
        <p:spPr>
          <a:xfrm>
            <a:off x="4173633" y="54490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Oval 1651"/>
          <p:cNvSpPr/>
          <p:nvPr/>
        </p:nvSpPr>
        <p:spPr>
          <a:xfrm>
            <a:off x="4220893" y="54490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Oval 1652"/>
          <p:cNvSpPr/>
          <p:nvPr/>
        </p:nvSpPr>
        <p:spPr>
          <a:xfrm>
            <a:off x="4232672" y="54698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Oval 1653"/>
          <p:cNvSpPr/>
          <p:nvPr/>
        </p:nvSpPr>
        <p:spPr>
          <a:xfrm>
            <a:off x="4170980" y="54836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Oval 1654"/>
          <p:cNvSpPr/>
          <p:nvPr/>
        </p:nvSpPr>
        <p:spPr>
          <a:xfrm>
            <a:off x="4168370" y="54836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Oval 1655"/>
          <p:cNvSpPr/>
          <p:nvPr/>
        </p:nvSpPr>
        <p:spPr>
          <a:xfrm>
            <a:off x="4170989" y="54975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Oval 1656"/>
          <p:cNvSpPr/>
          <p:nvPr/>
        </p:nvSpPr>
        <p:spPr>
          <a:xfrm>
            <a:off x="4192030" y="55044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Oval 1657"/>
          <p:cNvSpPr/>
          <p:nvPr/>
        </p:nvSpPr>
        <p:spPr>
          <a:xfrm>
            <a:off x="4220744" y="55113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Oval 1658"/>
          <p:cNvSpPr/>
          <p:nvPr/>
        </p:nvSpPr>
        <p:spPr>
          <a:xfrm>
            <a:off x="4239397" y="55182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Oval 1659"/>
          <p:cNvSpPr/>
          <p:nvPr/>
        </p:nvSpPr>
        <p:spPr>
          <a:xfrm>
            <a:off x="4219443" y="55251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Oval 1660"/>
          <p:cNvSpPr/>
          <p:nvPr/>
        </p:nvSpPr>
        <p:spPr>
          <a:xfrm>
            <a:off x="4158894" y="55251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Oval 1661"/>
          <p:cNvSpPr/>
          <p:nvPr/>
        </p:nvSpPr>
        <p:spPr>
          <a:xfrm>
            <a:off x="4198968" y="55251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Oval 1662"/>
          <p:cNvSpPr/>
          <p:nvPr/>
        </p:nvSpPr>
        <p:spPr>
          <a:xfrm>
            <a:off x="4227632" y="55321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Oval 1663"/>
          <p:cNvSpPr/>
          <p:nvPr/>
        </p:nvSpPr>
        <p:spPr>
          <a:xfrm>
            <a:off x="4199772" y="553212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Oval 1664"/>
          <p:cNvSpPr/>
          <p:nvPr/>
        </p:nvSpPr>
        <p:spPr>
          <a:xfrm>
            <a:off x="4191662" y="55459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Oval 1665"/>
          <p:cNvSpPr/>
          <p:nvPr/>
        </p:nvSpPr>
        <p:spPr>
          <a:xfrm>
            <a:off x="4170064" y="55528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Oval 1666"/>
          <p:cNvSpPr/>
          <p:nvPr/>
        </p:nvSpPr>
        <p:spPr>
          <a:xfrm>
            <a:off x="4225606" y="55598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Oval 1667"/>
          <p:cNvSpPr/>
          <p:nvPr/>
        </p:nvSpPr>
        <p:spPr>
          <a:xfrm>
            <a:off x="4217911" y="55598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Oval 1668"/>
          <p:cNvSpPr/>
          <p:nvPr/>
        </p:nvSpPr>
        <p:spPr>
          <a:xfrm>
            <a:off x="4203870" y="55598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Oval 1669"/>
          <p:cNvSpPr/>
          <p:nvPr/>
        </p:nvSpPr>
        <p:spPr>
          <a:xfrm>
            <a:off x="4211061" y="55736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Oval 1670"/>
          <p:cNvSpPr/>
          <p:nvPr/>
        </p:nvSpPr>
        <p:spPr>
          <a:xfrm>
            <a:off x="4199429" y="55736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Oval 1671"/>
          <p:cNvSpPr/>
          <p:nvPr/>
        </p:nvSpPr>
        <p:spPr>
          <a:xfrm>
            <a:off x="4226668" y="55875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Oval 1672"/>
          <p:cNvSpPr/>
          <p:nvPr/>
        </p:nvSpPr>
        <p:spPr>
          <a:xfrm>
            <a:off x="4164206" y="56013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Oval 1673"/>
          <p:cNvSpPr/>
          <p:nvPr/>
        </p:nvSpPr>
        <p:spPr>
          <a:xfrm>
            <a:off x="4228330" y="56013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Oval 1674"/>
          <p:cNvSpPr/>
          <p:nvPr/>
        </p:nvSpPr>
        <p:spPr>
          <a:xfrm>
            <a:off x="4192429" y="56152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Oval 1675"/>
          <p:cNvSpPr/>
          <p:nvPr/>
        </p:nvSpPr>
        <p:spPr>
          <a:xfrm>
            <a:off x="4210490" y="56221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Oval 1676"/>
          <p:cNvSpPr/>
          <p:nvPr/>
        </p:nvSpPr>
        <p:spPr>
          <a:xfrm>
            <a:off x="4176201" y="56290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Oval 1677"/>
          <p:cNvSpPr/>
          <p:nvPr/>
        </p:nvSpPr>
        <p:spPr>
          <a:xfrm>
            <a:off x="4202707" y="56290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Oval 1678"/>
          <p:cNvSpPr/>
          <p:nvPr/>
        </p:nvSpPr>
        <p:spPr>
          <a:xfrm>
            <a:off x="4234159" y="56359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Oval 1679"/>
          <p:cNvSpPr/>
          <p:nvPr/>
        </p:nvSpPr>
        <p:spPr>
          <a:xfrm>
            <a:off x="4196029" y="56428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Oval 1680"/>
          <p:cNvSpPr/>
          <p:nvPr/>
        </p:nvSpPr>
        <p:spPr>
          <a:xfrm>
            <a:off x="4173228" y="5649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Oval 1681"/>
          <p:cNvSpPr/>
          <p:nvPr/>
        </p:nvSpPr>
        <p:spPr>
          <a:xfrm>
            <a:off x="4230982" y="56567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Oval 1682"/>
          <p:cNvSpPr/>
          <p:nvPr/>
        </p:nvSpPr>
        <p:spPr>
          <a:xfrm>
            <a:off x="4218503" y="56636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Oval 1683"/>
          <p:cNvSpPr/>
          <p:nvPr/>
        </p:nvSpPr>
        <p:spPr>
          <a:xfrm>
            <a:off x="4209089" y="56636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Oval 1684"/>
          <p:cNvSpPr/>
          <p:nvPr/>
        </p:nvSpPr>
        <p:spPr>
          <a:xfrm>
            <a:off x="4162420" y="57398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Oval 1685"/>
          <p:cNvSpPr/>
          <p:nvPr/>
        </p:nvSpPr>
        <p:spPr>
          <a:xfrm>
            <a:off x="4190032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Oval 1686"/>
          <p:cNvSpPr/>
          <p:nvPr/>
        </p:nvSpPr>
        <p:spPr>
          <a:xfrm>
            <a:off x="4231500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Oval 1687"/>
          <p:cNvSpPr/>
          <p:nvPr/>
        </p:nvSpPr>
        <p:spPr>
          <a:xfrm>
            <a:off x="4166218" y="57882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Oval 1688"/>
          <p:cNvSpPr/>
          <p:nvPr/>
        </p:nvSpPr>
        <p:spPr>
          <a:xfrm>
            <a:off x="4200363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TextBox 1689"/>
          <p:cNvSpPr txBox="1"/>
          <p:nvPr/>
        </p:nvSpPr>
        <p:spPr>
          <a:xfrm>
            <a:off x="406908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33</a:t>
            </a:r>
          </a:p>
        </p:txBody>
      </p:sp>
      <p:cxnSp>
        <p:nvCxnSpPr>
          <p:cNvPr id="1691" name="Connector 1690"/>
          <p:cNvCxnSpPr/>
          <p:nvPr/>
        </p:nvCxnSpPr>
        <p:spPr>
          <a:xfrm flipV="1">
            <a:off x="4514850" y="5647334"/>
            <a:ext cx="0" cy="34750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2" name="Connector 1691"/>
          <p:cNvCxnSpPr/>
          <p:nvPr/>
        </p:nvCxnSpPr>
        <p:spPr>
          <a:xfrm>
            <a:off x="4473988" y="5994836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3" name="Connector 1692"/>
          <p:cNvCxnSpPr/>
          <p:nvPr/>
        </p:nvCxnSpPr>
        <p:spPr>
          <a:xfrm>
            <a:off x="4473988" y="5647334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4" name="Rectangle 1693"/>
          <p:cNvSpPr/>
          <p:nvPr/>
        </p:nvSpPr>
        <p:spPr>
          <a:xfrm>
            <a:off x="4433126" y="5981862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5" name="Connector 1694"/>
          <p:cNvCxnSpPr/>
          <p:nvPr/>
        </p:nvCxnSpPr>
        <p:spPr>
          <a:xfrm>
            <a:off x="4433126" y="5910420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6" name="Oval 1695"/>
          <p:cNvSpPr/>
          <p:nvPr/>
        </p:nvSpPr>
        <p:spPr>
          <a:xfrm>
            <a:off x="4500577" y="56290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Oval 1696"/>
          <p:cNvSpPr/>
          <p:nvPr/>
        </p:nvSpPr>
        <p:spPr>
          <a:xfrm>
            <a:off x="4479126" y="57467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Oval 1697"/>
          <p:cNvSpPr/>
          <p:nvPr/>
        </p:nvSpPr>
        <p:spPr>
          <a:xfrm>
            <a:off x="4512864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Oval 1698"/>
          <p:cNvSpPr/>
          <p:nvPr/>
        </p:nvSpPr>
        <p:spPr>
          <a:xfrm>
            <a:off x="4523038" y="59635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Oval 1699"/>
          <p:cNvSpPr/>
          <p:nvPr/>
        </p:nvSpPr>
        <p:spPr>
          <a:xfrm>
            <a:off x="4516820" y="59765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436626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34</a:t>
            </a:r>
          </a:p>
        </p:txBody>
      </p:sp>
      <p:cxnSp>
        <p:nvCxnSpPr>
          <p:cNvPr id="1702" name="Connector 1701"/>
          <p:cNvCxnSpPr/>
          <p:nvPr/>
        </p:nvCxnSpPr>
        <p:spPr>
          <a:xfrm flipV="1">
            <a:off x="4812030" y="5598871"/>
            <a:ext cx="0" cy="40585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3" name="Connector 1702"/>
          <p:cNvCxnSpPr/>
          <p:nvPr/>
        </p:nvCxnSpPr>
        <p:spPr>
          <a:xfrm>
            <a:off x="4771168" y="600473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4" name="Connector 1703"/>
          <p:cNvCxnSpPr/>
          <p:nvPr/>
        </p:nvCxnSpPr>
        <p:spPr>
          <a:xfrm>
            <a:off x="4771168" y="5598871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5" name="Rectangle 1704"/>
          <p:cNvSpPr/>
          <p:nvPr/>
        </p:nvSpPr>
        <p:spPr>
          <a:xfrm>
            <a:off x="4730306" y="5972581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6" name="Connector 1705"/>
          <p:cNvCxnSpPr/>
          <p:nvPr/>
        </p:nvCxnSpPr>
        <p:spPr>
          <a:xfrm>
            <a:off x="4730306" y="5945037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7" name="Oval 1706"/>
          <p:cNvSpPr/>
          <p:nvPr/>
        </p:nvSpPr>
        <p:spPr>
          <a:xfrm>
            <a:off x="4767044" y="55805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Oval 1707"/>
          <p:cNvSpPr/>
          <p:nvPr/>
        </p:nvSpPr>
        <p:spPr>
          <a:xfrm>
            <a:off x="4791084" y="56082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Oval 1708"/>
          <p:cNvSpPr/>
          <p:nvPr/>
        </p:nvSpPr>
        <p:spPr>
          <a:xfrm>
            <a:off x="4764206" y="56428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Oval 1709"/>
          <p:cNvSpPr/>
          <p:nvPr/>
        </p:nvSpPr>
        <p:spPr>
          <a:xfrm>
            <a:off x="4780529" y="56844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Oval 1710"/>
          <p:cNvSpPr/>
          <p:nvPr/>
        </p:nvSpPr>
        <p:spPr>
          <a:xfrm>
            <a:off x="4767634" y="57190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Oval 1711"/>
          <p:cNvSpPr/>
          <p:nvPr/>
        </p:nvSpPr>
        <p:spPr>
          <a:xfrm>
            <a:off x="4831526" y="57467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Oval 1712"/>
          <p:cNvSpPr/>
          <p:nvPr/>
        </p:nvSpPr>
        <p:spPr>
          <a:xfrm>
            <a:off x="4828287" y="57536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Oval 1713"/>
          <p:cNvSpPr/>
          <p:nvPr/>
        </p:nvSpPr>
        <p:spPr>
          <a:xfrm>
            <a:off x="4769107" y="57605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Oval 1714"/>
          <p:cNvSpPr/>
          <p:nvPr/>
        </p:nvSpPr>
        <p:spPr>
          <a:xfrm>
            <a:off x="4775849" y="576751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Oval 1715"/>
          <p:cNvSpPr/>
          <p:nvPr/>
        </p:nvSpPr>
        <p:spPr>
          <a:xfrm>
            <a:off x="4759462" y="57744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Oval 1716"/>
          <p:cNvSpPr/>
          <p:nvPr/>
        </p:nvSpPr>
        <p:spPr>
          <a:xfrm>
            <a:off x="4807043" y="57744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Oval 1717"/>
          <p:cNvSpPr/>
          <p:nvPr/>
        </p:nvSpPr>
        <p:spPr>
          <a:xfrm>
            <a:off x="4814565" y="5781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Oval 1718"/>
          <p:cNvSpPr/>
          <p:nvPr/>
        </p:nvSpPr>
        <p:spPr>
          <a:xfrm>
            <a:off x="4781570" y="5781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Oval 1719"/>
          <p:cNvSpPr/>
          <p:nvPr/>
        </p:nvSpPr>
        <p:spPr>
          <a:xfrm>
            <a:off x="4789863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Oval 1720"/>
          <p:cNvSpPr/>
          <p:nvPr/>
        </p:nvSpPr>
        <p:spPr>
          <a:xfrm>
            <a:off x="4807127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Oval 1721"/>
          <p:cNvSpPr/>
          <p:nvPr/>
        </p:nvSpPr>
        <p:spPr>
          <a:xfrm>
            <a:off x="4825801" y="58159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Oval 1722"/>
          <p:cNvSpPr/>
          <p:nvPr/>
        </p:nvSpPr>
        <p:spPr>
          <a:xfrm>
            <a:off x="4757078" y="58298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Oval 1723"/>
          <p:cNvSpPr/>
          <p:nvPr/>
        </p:nvSpPr>
        <p:spPr>
          <a:xfrm>
            <a:off x="4813549" y="58367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Oval 1724"/>
          <p:cNvSpPr/>
          <p:nvPr/>
        </p:nvSpPr>
        <p:spPr>
          <a:xfrm>
            <a:off x="4822122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Oval 1725"/>
          <p:cNvSpPr/>
          <p:nvPr/>
        </p:nvSpPr>
        <p:spPr>
          <a:xfrm>
            <a:off x="4806384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Oval 1726"/>
          <p:cNvSpPr/>
          <p:nvPr/>
        </p:nvSpPr>
        <p:spPr>
          <a:xfrm>
            <a:off x="4784509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Oval 1727"/>
          <p:cNvSpPr/>
          <p:nvPr/>
        </p:nvSpPr>
        <p:spPr>
          <a:xfrm>
            <a:off x="4775771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Oval 1728"/>
          <p:cNvSpPr/>
          <p:nvPr/>
        </p:nvSpPr>
        <p:spPr>
          <a:xfrm>
            <a:off x="4803535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Oval 1729"/>
          <p:cNvSpPr/>
          <p:nvPr/>
        </p:nvSpPr>
        <p:spPr>
          <a:xfrm>
            <a:off x="4784912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Oval 1730"/>
          <p:cNvSpPr/>
          <p:nvPr/>
        </p:nvSpPr>
        <p:spPr>
          <a:xfrm>
            <a:off x="4788488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Oval 1731"/>
          <p:cNvSpPr/>
          <p:nvPr/>
        </p:nvSpPr>
        <p:spPr>
          <a:xfrm>
            <a:off x="4785902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Oval 1732"/>
          <p:cNvSpPr/>
          <p:nvPr/>
        </p:nvSpPr>
        <p:spPr>
          <a:xfrm>
            <a:off x="4778277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Oval 1733"/>
          <p:cNvSpPr/>
          <p:nvPr/>
        </p:nvSpPr>
        <p:spPr>
          <a:xfrm>
            <a:off x="4767024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Oval 1734"/>
          <p:cNvSpPr/>
          <p:nvPr/>
        </p:nvSpPr>
        <p:spPr>
          <a:xfrm>
            <a:off x="4795904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Oval 1735"/>
          <p:cNvSpPr/>
          <p:nvPr/>
        </p:nvSpPr>
        <p:spPr>
          <a:xfrm>
            <a:off x="4788860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Oval 1736"/>
          <p:cNvSpPr/>
          <p:nvPr/>
        </p:nvSpPr>
        <p:spPr>
          <a:xfrm>
            <a:off x="4798676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Oval 1737"/>
          <p:cNvSpPr/>
          <p:nvPr/>
        </p:nvSpPr>
        <p:spPr>
          <a:xfrm>
            <a:off x="4806425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Oval 1738"/>
          <p:cNvSpPr/>
          <p:nvPr/>
        </p:nvSpPr>
        <p:spPr>
          <a:xfrm>
            <a:off x="4770080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Oval 1739"/>
          <p:cNvSpPr/>
          <p:nvPr/>
        </p:nvSpPr>
        <p:spPr>
          <a:xfrm>
            <a:off x="4795878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Oval 1740"/>
          <p:cNvSpPr/>
          <p:nvPr/>
        </p:nvSpPr>
        <p:spPr>
          <a:xfrm>
            <a:off x="4816126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Oval 1741"/>
          <p:cNvSpPr/>
          <p:nvPr/>
        </p:nvSpPr>
        <p:spPr>
          <a:xfrm>
            <a:off x="4830597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Oval 1742"/>
          <p:cNvSpPr/>
          <p:nvPr/>
        </p:nvSpPr>
        <p:spPr>
          <a:xfrm>
            <a:off x="4828087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Oval 1743"/>
          <p:cNvSpPr/>
          <p:nvPr/>
        </p:nvSpPr>
        <p:spPr>
          <a:xfrm>
            <a:off x="4798995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Oval 1744"/>
          <p:cNvSpPr/>
          <p:nvPr/>
        </p:nvSpPr>
        <p:spPr>
          <a:xfrm>
            <a:off x="4803895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Oval 1745"/>
          <p:cNvSpPr/>
          <p:nvPr/>
        </p:nvSpPr>
        <p:spPr>
          <a:xfrm>
            <a:off x="4779927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Oval 1746"/>
          <p:cNvSpPr/>
          <p:nvPr/>
        </p:nvSpPr>
        <p:spPr>
          <a:xfrm>
            <a:off x="4767334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Oval 1747"/>
          <p:cNvSpPr/>
          <p:nvPr/>
        </p:nvSpPr>
        <p:spPr>
          <a:xfrm>
            <a:off x="4814106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Oval 1748"/>
          <p:cNvSpPr/>
          <p:nvPr/>
        </p:nvSpPr>
        <p:spPr>
          <a:xfrm>
            <a:off x="4832317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Oval 1749"/>
          <p:cNvSpPr/>
          <p:nvPr/>
        </p:nvSpPr>
        <p:spPr>
          <a:xfrm>
            <a:off x="476566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Oval 1750"/>
          <p:cNvSpPr/>
          <p:nvPr/>
        </p:nvSpPr>
        <p:spPr>
          <a:xfrm>
            <a:off x="477730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Oval 1751"/>
          <p:cNvSpPr/>
          <p:nvPr/>
        </p:nvSpPr>
        <p:spPr>
          <a:xfrm>
            <a:off x="4776808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Oval 1752"/>
          <p:cNvSpPr/>
          <p:nvPr/>
        </p:nvSpPr>
        <p:spPr>
          <a:xfrm>
            <a:off x="481301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Oval 1753"/>
          <p:cNvSpPr/>
          <p:nvPr/>
        </p:nvSpPr>
        <p:spPr>
          <a:xfrm>
            <a:off x="4819117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Oval 1754"/>
          <p:cNvSpPr/>
          <p:nvPr/>
        </p:nvSpPr>
        <p:spPr>
          <a:xfrm>
            <a:off x="4797656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Oval 1755"/>
          <p:cNvSpPr/>
          <p:nvPr/>
        </p:nvSpPr>
        <p:spPr>
          <a:xfrm>
            <a:off x="4814226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Oval 1756"/>
          <p:cNvSpPr/>
          <p:nvPr/>
        </p:nvSpPr>
        <p:spPr>
          <a:xfrm>
            <a:off x="4819536" y="59506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Oval 1757"/>
          <p:cNvSpPr/>
          <p:nvPr/>
        </p:nvSpPr>
        <p:spPr>
          <a:xfrm>
            <a:off x="4817043" y="59506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Oval 1758"/>
          <p:cNvSpPr/>
          <p:nvPr/>
        </p:nvSpPr>
        <p:spPr>
          <a:xfrm>
            <a:off x="4833553" y="59519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Oval 1759"/>
          <p:cNvSpPr/>
          <p:nvPr/>
        </p:nvSpPr>
        <p:spPr>
          <a:xfrm>
            <a:off x="4755195" y="59519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Oval 1760"/>
          <p:cNvSpPr/>
          <p:nvPr/>
        </p:nvSpPr>
        <p:spPr>
          <a:xfrm>
            <a:off x="4819563" y="59525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Oval 1761"/>
          <p:cNvSpPr/>
          <p:nvPr/>
        </p:nvSpPr>
        <p:spPr>
          <a:xfrm>
            <a:off x="4791117" y="59542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Oval 1762"/>
          <p:cNvSpPr/>
          <p:nvPr/>
        </p:nvSpPr>
        <p:spPr>
          <a:xfrm>
            <a:off x="4832728" y="59543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Oval 1763"/>
          <p:cNvSpPr/>
          <p:nvPr/>
        </p:nvSpPr>
        <p:spPr>
          <a:xfrm>
            <a:off x="4790915" y="59615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Oval 1764"/>
          <p:cNvSpPr/>
          <p:nvPr/>
        </p:nvSpPr>
        <p:spPr>
          <a:xfrm>
            <a:off x="4827340" y="59623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Oval 1765"/>
          <p:cNvSpPr/>
          <p:nvPr/>
        </p:nvSpPr>
        <p:spPr>
          <a:xfrm>
            <a:off x="4767188" y="59635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Oval 1766"/>
          <p:cNvSpPr/>
          <p:nvPr/>
        </p:nvSpPr>
        <p:spPr>
          <a:xfrm>
            <a:off x="4816685" y="596398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Oval 1767"/>
          <p:cNvSpPr/>
          <p:nvPr/>
        </p:nvSpPr>
        <p:spPr>
          <a:xfrm>
            <a:off x="4814484" y="59658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Oval 1768"/>
          <p:cNvSpPr/>
          <p:nvPr/>
        </p:nvSpPr>
        <p:spPr>
          <a:xfrm>
            <a:off x="4821841" y="596740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Oval 1769"/>
          <p:cNvSpPr/>
          <p:nvPr/>
        </p:nvSpPr>
        <p:spPr>
          <a:xfrm>
            <a:off x="4779986" y="59678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Oval 1770"/>
          <p:cNvSpPr/>
          <p:nvPr/>
        </p:nvSpPr>
        <p:spPr>
          <a:xfrm>
            <a:off x="4785699" y="59687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Oval 1771"/>
          <p:cNvSpPr/>
          <p:nvPr/>
        </p:nvSpPr>
        <p:spPr>
          <a:xfrm>
            <a:off x="4757826" y="59704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Oval 1772"/>
          <p:cNvSpPr/>
          <p:nvPr/>
        </p:nvSpPr>
        <p:spPr>
          <a:xfrm>
            <a:off x="4799249" y="59717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Oval 1773"/>
          <p:cNvSpPr/>
          <p:nvPr/>
        </p:nvSpPr>
        <p:spPr>
          <a:xfrm>
            <a:off x="4766676" y="59723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Oval 1774"/>
          <p:cNvSpPr/>
          <p:nvPr/>
        </p:nvSpPr>
        <p:spPr>
          <a:xfrm>
            <a:off x="4828829" y="59770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Oval 1775"/>
          <p:cNvSpPr/>
          <p:nvPr/>
        </p:nvSpPr>
        <p:spPr>
          <a:xfrm>
            <a:off x="4763005" y="59809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Oval 1776"/>
          <p:cNvSpPr/>
          <p:nvPr/>
        </p:nvSpPr>
        <p:spPr>
          <a:xfrm>
            <a:off x="4774979" y="59825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Oval 1777"/>
          <p:cNvSpPr/>
          <p:nvPr/>
        </p:nvSpPr>
        <p:spPr>
          <a:xfrm>
            <a:off x="4791293" y="598285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Oval 1778"/>
          <p:cNvSpPr/>
          <p:nvPr/>
        </p:nvSpPr>
        <p:spPr>
          <a:xfrm>
            <a:off x="4792716" y="59842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Oval 1779"/>
          <p:cNvSpPr/>
          <p:nvPr/>
        </p:nvSpPr>
        <p:spPr>
          <a:xfrm>
            <a:off x="4776853" y="59862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Oval 1780"/>
          <p:cNvSpPr/>
          <p:nvPr/>
        </p:nvSpPr>
        <p:spPr>
          <a:xfrm>
            <a:off x="4780831" y="598644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TextBox 1781"/>
          <p:cNvSpPr txBox="1"/>
          <p:nvPr/>
        </p:nvSpPr>
        <p:spPr>
          <a:xfrm>
            <a:off x="466344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cxnSp>
        <p:nvCxnSpPr>
          <p:cNvPr id="1783" name="Connector 1782"/>
          <p:cNvCxnSpPr/>
          <p:nvPr/>
        </p:nvCxnSpPr>
        <p:spPr>
          <a:xfrm flipV="1">
            <a:off x="5109210" y="5709644"/>
            <a:ext cx="0" cy="30564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4" name="Connector 1783"/>
          <p:cNvCxnSpPr/>
          <p:nvPr/>
        </p:nvCxnSpPr>
        <p:spPr>
          <a:xfrm>
            <a:off x="5068348" y="6015288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5" name="Connector 1784"/>
          <p:cNvCxnSpPr/>
          <p:nvPr/>
        </p:nvCxnSpPr>
        <p:spPr>
          <a:xfrm>
            <a:off x="5068348" y="5709644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Rectangle 1785"/>
          <p:cNvSpPr/>
          <p:nvPr/>
        </p:nvSpPr>
        <p:spPr>
          <a:xfrm>
            <a:off x="5027486" y="5973056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7" name="Connector 1786"/>
          <p:cNvCxnSpPr/>
          <p:nvPr/>
        </p:nvCxnSpPr>
        <p:spPr>
          <a:xfrm>
            <a:off x="5027486" y="5951960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8" name="Oval 1787"/>
          <p:cNvSpPr/>
          <p:nvPr/>
        </p:nvSpPr>
        <p:spPr>
          <a:xfrm>
            <a:off x="5061974" y="56913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Oval 1788"/>
          <p:cNvSpPr/>
          <p:nvPr/>
        </p:nvSpPr>
        <p:spPr>
          <a:xfrm>
            <a:off x="5121039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Oval 1789"/>
          <p:cNvSpPr/>
          <p:nvPr/>
        </p:nvSpPr>
        <p:spPr>
          <a:xfrm>
            <a:off x="5055352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Oval 1790"/>
          <p:cNvSpPr/>
          <p:nvPr/>
        </p:nvSpPr>
        <p:spPr>
          <a:xfrm>
            <a:off x="5117642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Oval 1791"/>
          <p:cNvSpPr/>
          <p:nvPr/>
        </p:nvSpPr>
        <p:spPr>
          <a:xfrm>
            <a:off x="5088880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Oval 1792"/>
          <p:cNvSpPr/>
          <p:nvPr/>
        </p:nvSpPr>
        <p:spPr>
          <a:xfrm>
            <a:off x="5111910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Oval 1793"/>
          <p:cNvSpPr/>
          <p:nvPr/>
        </p:nvSpPr>
        <p:spPr>
          <a:xfrm>
            <a:off x="5079866" y="58644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Oval 1794"/>
          <p:cNvSpPr/>
          <p:nvPr/>
        </p:nvSpPr>
        <p:spPr>
          <a:xfrm>
            <a:off x="5109156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Oval 1795"/>
          <p:cNvSpPr/>
          <p:nvPr/>
        </p:nvSpPr>
        <p:spPr>
          <a:xfrm>
            <a:off x="5054209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Oval 1796"/>
          <p:cNvSpPr/>
          <p:nvPr/>
        </p:nvSpPr>
        <p:spPr>
          <a:xfrm>
            <a:off x="5113322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Oval 1797"/>
          <p:cNvSpPr/>
          <p:nvPr/>
        </p:nvSpPr>
        <p:spPr>
          <a:xfrm>
            <a:off x="5121631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Oval 1798"/>
          <p:cNvSpPr/>
          <p:nvPr/>
        </p:nvSpPr>
        <p:spPr>
          <a:xfrm>
            <a:off x="5063978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Oval 1799"/>
          <p:cNvSpPr/>
          <p:nvPr/>
        </p:nvSpPr>
        <p:spPr>
          <a:xfrm>
            <a:off x="5090127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Oval 1800"/>
          <p:cNvSpPr/>
          <p:nvPr/>
        </p:nvSpPr>
        <p:spPr>
          <a:xfrm>
            <a:off x="5094776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Oval 1801"/>
          <p:cNvSpPr/>
          <p:nvPr/>
        </p:nvSpPr>
        <p:spPr>
          <a:xfrm>
            <a:off x="5127678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Oval 1802"/>
          <p:cNvSpPr/>
          <p:nvPr/>
        </p:nvSpPr>
        <p:spPr>
          <a:xfrm>
            <a:off x="5085990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Oval 1803"/>
          <p:cNvSpPr/>
          <p:nvPr/>
        </p:nvSpPr>
        <p:spPr>
          <a:xfrm>
            <a:off x="5113510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Oval 1804"/>
          <p:cNvSpPr/>
          <p:nvPr/>
        </p:nvSpPr>
        <p:spPr>
          <a:xfrm>
            <a:off x="5119773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Oval 1805"/>
          <p:cNvSpPr/>
          <p:nvPr/>
        </p:nvSpPr>
        <p:spPr>
          <a:xfrm>
            <a:off x="5101632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Oval 1806"/>
          <p:cNvSpPr/>
          <p:nvPr/>
        </p:nvSpPr>
        <p:spPr>
          <a:xfrm>
            <a:off x="5103983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Oval 1807"/>
          <p:cNvSpPr/>
          <p:nvPr/>
        </p:nvSpPr>
        <p:spPr>
          <a:xfrm>
            <a:off x="5107457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Oval 1808"/>
          <p:cNvSpPr/>
          <p:nvPr/>
        </p:nvSpPr>
        <p:spPr>
          <a:xfrm>
            <a:off x="5068039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Oval 1809"/>
          <p:cNvSpPr/>
          <p:nvPr/>
        </p:nvSpPr>
        <p:spPr>
          <a:xfrm>
            <a:off x="5052271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Oval 1810"/>
          <p:cNvSpPr/>
          <p:nvPr/>
        </p:nvSpPr>
        <p:spPr>
          <a:xfrm>
            <a:off x="5077283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Oval 1811"/>
          <p:cNvSpPr/>
          <p:nvPr/>
        </p:nvSpPr>
        <p:spPr>
          <a:xfrm>
            <a:off x="5057251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Oval 1812"/>
          <p:cNvSpPr/>
          <p:nvPr/>
        </p:nvSpPr>
        <p:spPr>
          <a:xfrm>
            <a:off x="5076566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Oval 1813"/>
          <p:cNvSpPr/>
          <p:nvPr/>
        </p:nvSpPr>
        <p:spPr>
          <a:xfrm>
            <a:off x="5106531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Oval 1814"/>
          <p:cNvSpPr/>
          <p:nvPr/>
        </p:nvSpPr>
        <p:spPr>
          <a:xfrm>
            <a:off x="5071125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Oval 1815"/>
          <p:cNvSpPr/>
          <p:nvPr/>
        </p:nvSpPr>
        <p:spPr>
          <a:xfrm>
            <a:off x="5084248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Oval 1816"/>
          <p:cNvSpPr/>
          <p:nvPr/>
        </p:nvSpPr>
        <p:spPr>
          <a:xfrm>
            <a:off x="5052300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Oval 1817"/>
          <p:cNvSpPr/>
          <p:nvPr/>
        </p:nvSpPr>
        <p:spPr>
          <a:xfrm>
            <a:off x="5089909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Oval 1818"/>
          <p:cNvSpPr/>
          <p:nvPr/>
        </p:nvSpPr>
        <p:spPr>
          <a:xfrm>
            <a:off x="5095678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Oval 1819"/>
          <p:cNvSpPr/>
          <p:nvPr/>
        </p:nvSpPr>
        <p:spPr>
          <a:xfrm>
            <a:off x="5102751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Oval 1820"/>
          <p:cNvSpPr/>
          <p:nvPr/>
        </p:nvSpPr>
        <p:spPr>
          <a:xfrm>
            <a:off x="5092002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Oval 1821"/>
          <p:cNvSpPr/>
          <p:nvPr/>
        </p:nvSpPr>
        <p:spPr>
          <a:xfrm>
            <a:off x="5052071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Oval 1822"/>
          <p:cNvSpPr/>
          <p:nvPr/>
        </p:nvSpPr>
        <p:spPr>
          <a:xfrm>
            <a:off x="5124803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Oval 1823"/>
          <p:cNvSpPr/>
          <p:nvPr/>
        </p:nvSpPr>
        <p:spPr>
          <a:xfrm>
            <a:off x="5086796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Oval 1824"/>
          <p:cNvSpPr/>
          <p:nvPr/>
        </p:nvSpPr>
        <p:spPr>
          <a:xfrm>
            <a:off x="5121797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Oval 1825"/>
          <p:cNvSpPr/>
          <p:nvPr/>
        </p:nvSpPr>
        <p:spPr>
          <a:xfrm>
            <a:off x="5118670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Oval 1826"/>
          <p:cNvSpPr/>
          <p:nvPr/>
        </p:nvSpPr>
        <p:spPr>
          <a:xfrm>
            <a:off x="5085657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Oval 1827"/>
          <p:cNvSpPr/>
          <p:nvPr/>
        </p:nvSpPr>
        <p:spPr>
          <a:xfrm>
            <a:off x="5102589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Oval 1828"/>
          <p:cNvSpPr/>
          <p:nvPr/>
        </p:nvSpPr>
        <p:spPr>
          <a:xfrm>
            <a:off x="5108870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Oval 1829"/>
          <p:cNvSpPr/>
          <p:nvPr/>
        </p:nvSpPr>
        <p:spPr>
          <a:xfrm>
            <a:off x="5059270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Oval 1830"/>
          <p:cNvSpPr/>
          <p:nvPr/>
        </p:nvSpPr>
        <p:spPr>
          <a:xfrm>
            <a:off x="506435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Oval 1831"/>
          <p:cNvSpPr/>
          <p:nvPr/>
        </p:nvSpPr>
        <p:spPr>
          <a:xfrm>
            <a:off x="5059773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Oval 1832"/>
          <p:cNvSpPr/>
          <p:nvPr/>
        </p:nvSpPr>
        <p:spPr>
          <a:xfrm>
            <a:off x="5109864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Oval 1833"/>
          <p:cNvSpPr/>
          <p:nvPr/>
        </p:nvSpPr>
        <p:spPr>
          <a:xfrm>
            <a:off x="5054138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Oval 1834"/>
          <p:cNvSpPr/>
          <p:nvPr/>
        </p:nvSpPr>
        <p:spPr>
          <a:xfrm>
            <a:off x="5116516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Oval 1835"/>
          <p:cNvSpPr/>
          <p:nvPr/>
        </p:nvSpPr>
        <p:spPr>
          <a:xfrm>
            <a:off x="5131620" y="59476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Oval 1836"/>
          <p:cNvSpPr/>
          <p:nvPr/>
        </p:nvSpPr>
        <p:spPr>
          <a:xfrm>
            <a:off x="5060159" y="59478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Oval 1837"/>
          <p:cNvSpPr/>
          <p:nvPr/>
        </p:nvSpPr>
        <p:spPr>
          <a:xfrm>
            <a:off x="5117844" y="59496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Oval 1838"/>
          <p:cNvSpPr/>
          <p:nvPr/>
        </p:nvSpPr>
        <p:spPr>
          <a:xfrm>
            <a:off x="5077471" y="59500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Oval 1839"/>
          <p:cNvSpPr/>
          <p:nvPr/>
        </p:nvSpPr>
        <p:spPr>
          <a:xfrm>
            <a:off x="5130948" y="59511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Oval 1840"/>
          <p:cNvSpPr/>
          <p:nvPr/>
        </p:nvSpPr>
        <p:spPr>
          <a:xfrm>
            <a:off x="5114462" y="59517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Oval 1841"/>
          <p:cNvSpPr/>
          <p:nvPr/>
        </p:nvSpPr>
        <p:spPr>
          <a:xfrm>
            <a:off x="5076139" y="59532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Oval 1842"/>
          <p:cNvSpPr/>
          <p:nvPr/>
        </p:nvSpPr>
        <p:spPr>
          <a:xfrm>
            <a:off x="5118299" y="59532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Oval 1843"/>
          <p:cNvSpPr/>
          <p:nvPr/>
        </p:nvSpPr>
        <p:spPr>
          <a:xfrm>
            <a:off x="5072394" y="595442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Oval 1844"/>
          <p:cNvSpPr/>
          <p:nvPr/>
        </p:nvSpPr>
        <p:spPr>
          <a:xfrm>
            <a:off x="5071346" y="59547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Oval 1845"/>
          <p:cNvSpPr/>
          <p:nvPr/>
        </p:nvSpPr>
        <p:spPr>
          <a:xfrm>
            <a:off x="5057689" y="59569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Oval 1846"/>
          <p:cNvSpPr/>
          <p:nvPr/>
        </p:nvSpPr>
        <p:spPr>
          <a:xfrm>
            <a:off x="5075780" y="5961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Oval 1847"/>
          <p:cNvSpPr/>
          <p:nvPr/>
        </p:nvSpPr>
        <p:spPr>
          <a:xfrm>
            <a:off x="5078372" y="59618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Oval 1848"/>
          <p:cNvSpPr/>
          <p:nvPr/>
        </p:nvSpPr>
        <p:spPr>
          <a:xfrm>
            <a:off x="5119571" y="59620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Oval 1849"/>
          <p:cNvSpPr/>
          <p:nvPr/>
        </p:nvSpPr>
        <p:spPr>
          <a:xfrm>
            <a:off x="5100978" y="5962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Oval 1850"/>
          <p:cNvSpPr/>
          <p:nvPr/>
        </p:nvSpPr>
        <p:spPr>
          <a:xfrm>
            <a:off x="5057169" y="59651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Oval 1851"/>
          <p:cNvSpPr/>
          <p:nvPr/>
        </p:nvSpPr>
        <p:spPr>
          <a:xfrm>
            <a:off x="5068663" y="59654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Oval 1852"/>
          <p:cNvSpPr/>
          <p:nvPr/>
        </p:nvSpPr>
        <p:spPr>
          <a:xfrm>
            <a:off x="5063969" y="59667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Oval 1853"/>
          <p:cNvSpPr/>
          <p:nvPr/>
        </p:nvSpPr>
        <p:spPr>
          <a:xfrm>
            <a:off x="5116403" y="59696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Oval 1854"/>
          <p:cNvSpPr/>
          <p:nvPr/>
        </p:nvSpPr>
        <p:spPr>
          <a:xfrm>
            <a:off x="5102455" y="59707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Oval 1855"/>
          <p:cNvSpPr/>
          <p:nvPr/>
        </p:nvSpPr>
        <p:spPr>
          <a:xfrm>
            <a:off x="5093979" y="59714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Oval 1856"/>
          <p:cNvSpPr/>
          <p:nvPr/>
        </p:nvSpPr>
        <p:spPr>
          <a:xfrm>
            <a:off x="5109707" y="59718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Oval 1857"/>
          <p:cNvSpPr/>
          <p:nvPr/>
        </p:nvSpPr>
        <p:spPr>
          <a:xfrm>
            <a:off x="5059253" y="59734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Oval 1858"/>
          <p:cNvSpPr/>
          <p:nvPr/>
        </p:nvSpPr>
        <p:spPr>
          <a:xfrm>
            <a:off x="5095298" y="59737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Oval 1859"/>
          <p:cNvSpPr/>
          <p:nvPr/>
        </p:nvSpPr>
        <p:spPr>
          <a:xfrm>
            <a:off x="5053949" y="5977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Oval 1860"/>
          <p:cNvSpPr/>
          <p:nvPr/>
        </p:nvSpPr>
        <p:spPr>
          <a:xfrm>
            <a:off x="5055836" y="59805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Oval 1861"/>
          <p:cNvSpPr/>
          <p:nvPr/>
        </p:nvSpPr>
        <p:spPr>
          <a:xfrm>
            <a:off x="5093124" y="59826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Oval 1862"/>
          <p:cNvSpPr/>
          <p:nvPr/>
        </p:nvSpPr>
        <p:spPr>
          <a:xfrm>
            <a:off x="5122329" y="59846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Oval 1863"/>
          <p:cNvSpPr/>
          <p:nvPr/>
        </p:nvSpPr>
        <p:spPr>
          <a:xfrm>
            <a:off x="5096840" y="59970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TextBox 1864"/>
          <p:cNvSpPr txBox="1"/>
          <p:nvPr/>
        </p:nvSpPr>
        <p:spPr>
          <a:xfrm>
            <a:off x="496062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11</a:t>
            </a:r>
          </a:p>
        </p:txBody>
      </p:sp>
      <p:cxnSp>
        <p:nvCxnSpPr>
          <p:cNvPr id="1866" name="Connector 1865"/>
          <p:cNvCxnSpPr/>
          <p:nvPr/>
        </p:nvCxnSpPr>
        <p:spPr>
          <a:xfrm flipV="1">
            <a:off x="5406390" y="1188720"/>
            <a:ext cx="0" cy="463862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7" name="Connector 1866"/>
          <p:cNvCxnSpPr/>
          <p:nvPr/>
        </p:nvCxnSpPr>
        <p:spPr>
          <a:xfrm>
            <a:off x="5365528" y="5827341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8" name="Connector 1867"/>
          <p:cNvCxnSpPr/>
          <p:nvPr/>
        </p:nvCxnSpPr>
        <p:spPr>
          <a:xfrm>
            <a:off x="5365528" y="118872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9" name="Rectangle 1868"/>
          <p:cNvSpPr/>
          <p:nvPr/>
        </p:nvSpPr>
        <p:spPr>
          <a:xfrm>
            <a:off x="5324666" y="2940319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0" name="Connector 1869"/>
          <p:cNvCxnSpPr/>
          <p:nvPr/>
        </p:nvCxnSpPr>
        <p:spPr>
          <a:xfrm>
            <a:off x="5324666" y="2621846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1" name="Oval 1870"/>
          <p:cNvSpPr/>
          <p:nvPr/>
        </p:nvSpPr>
        <p:spPr>
          <a:xfrm>
            <a:off x="536320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Oval 1871"/>
          <p:cNvSpPr/>
          <p:nvPr/>
        </p:nvSpPr>
        <p:spPr>
          <a:xfrm>
            <a:off x="542824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Oval 1872"/>
          <p:cNvSpPr/>
          <p:nvPr/>
        </p:nvSpPr>
        <p:spPr>
          <a:xfrm>
            <a:off x="540158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Oval 1873"/>
          <p:cNvSpPr/>
          <p:nvPr/>
        </p:nvSpPr>
        <p:spPr>
          <a:xfrm>
            <a:off x="539423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Oval 1874"/>
          <p:cNvSpPr/>
          <p:nvPr/>
        </p:nvSpPr>
        <p:spPr>
          <a:xfrm>
            <a:off x="542789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Oval 1875"/>
          <p:cNvSpPr/>
          <p:nvPr/>
        </p:nvSpPr>
        <p:spPr>
          <a:xfrm>
            <a:off x="539746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Oval 1876"/>
          <p:cNvSpPr/>
          <p:nvPr/>
        </p:nvSpPr>
        <p:spPr>
          <a:xfrm>
            <a:off x="535093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Oval 1877"/>
          <p:cNvSpPr/>
          <p:nvPr/>
        </p:nvSpPr>
        <p:spPr>
          <a:xfrm>
            <a:off x="535664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Oval 1878"/>
          <p:cNvSpPr/>
          <p:nvPr/>
        </p:nvSpPr>
        <p:spPr>
          <a:xfrm>
            <a:off x="536042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Oval 1879"/>
          <p:cNvSpPr/>
          <p:nvPr/>
        </p:nvSpPr>
        <p:spPr>
          <a:xfrm>
            <a:off x="542554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Oval 1880"/>
          <p:cNvSpPr/>
          <p:nvPr/>
        </p:nvSpPr>
        <p:spPr>
          <a:xfrm>
            <a:off x="5358823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Oval 1881"/>
          <p:cNvSpPr/>
          <p:nvPr/>
        </p:nvSpPr>
        <p:spPr>
          <a:xfrm>
            <a:off x="535607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Oval 1882"/>
          <p:cNvSpPr/>
          <p:nvPr/>
        </p:nvSpPr>
        <p:spPr>
          <a:xfrm>
            <a:off x="535931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Oval 1883"/>
          <p:cNvSpPr/>
          <p:nvPr/>
        </p:nvSpPr>
        <p:spPr>
          <a:xfrm>
            <a:off x="541768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Oval 1884"/>
          <p:cNvSpPr/>
          <p:nvPr/>
        </p:nvSpPr>
        <p:spPr>
          <a:xfrm>
            <a:off x="534951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Oval 1885"/>
          <p:cNvSpPr/>
          <p:nvPr/>
        </p:nvSpPr>
        <p:spPr>
          <a:xfrm>
            <a:off x="538832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Oval 1886"/>
          <p:cNvSpPr/>
          <p:nvPr/>
        </p:nvSpPr>
        <p:spPr>
          <a:xfrm>
            <a:off x="535758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Oval 1887"/>
          <p:cNvSpPr/>
          <p:nvPr/>
        </p:nvSpPr>
        <p:spPr>
          <a:xfrm>
            <a:off x="539110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Oval 1888"/>
          <p:cNvSpPr/>
          <p:nvPr/>
        </p:nvSpPr>
        <p:spPr>
          <a:xfrm>
            <a:off x="536716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Oval 1889"/>
          <p:cNvSpPr/>
          <p:nvPr/>
        </p:nvSpPr>
        <p:spPr>
          <a:xfrm>
            <a:off x="538555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Oval 1890"/>
          <p:cNvSpPr/>
          <p:nvPr/>
        </p:nvSpPr>
        <p:spPr>
          <a:xfrm>
            <a:off x="535046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Oval 1891"/>
          <p:cNvSpPr/>
          <p:nvPr/>
        </p:nvSpPr>
        <p:spPr>
          <a:xfrm>
            <a:off x="539461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Oval 1892"/>
          <p:cNvSpPr/>
          <p:nvPr/>
        </p:nvSpPr>
        <p:spPr>
          <a:xfrm>
            <a:off x="540739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Oval 1893"/>
          <p:cNvSpPr/>
          <p:nvPr/>
        </p:nvSpPr>
        <p:spPr>
          <a:xfrm>
            <a:off x="537589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Oval 1894"/>
          <p:cNvSpPr/>
          <p:nvPr/>
        </p:nvSpPr>
        <p:spPr>
          <a:xfrm>
            <a:off x="536678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Oval 1895"/>
          <p:cNvSpPr/>
          <p:nvPr/>
        </p:nvSpPr>
        <p:spPr>
          <a:xfrm>
            <a:off x="542406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Oval 1896"/>
          <p:cNvSpPr/>
          <p:nvPr/>
        </p:nvSpPr>
        <p:spPr>
          <a:xfrm>
            <a:off x="536636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Oval 1897"/>
          <p:cNvSpPr/>
          <p:nvPr/>
        </p:nvSpPr>
        <p:spPr>
          <a:xfrm>
            <a:off x="535393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Oval 1898"/>
          <p:cNvSpPr/>
          <p:nvPr/>
        </p:nvSpPr>
        <p:spPr>
          <a:xfrm>
            <a:off x="539918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Oval 1899"/>
          <p:cNvSpPr/>
          <p:nvPr/>
        </p:nvSpPr>
        <p:spPr>
          <a:xfrm>
            <a:off x="541034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Oval 1900"/>
          <p:cNvSpPr/>
          <p:nvPr/>
        </p:nvSpPr>
        <p:spPr>
          <a:xfrm>
            <a:off x="537032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Oval 1901"/>
          <p:cNvSpPr/>
          <p:nvPr/>
        </p:nvSpPr>
        <p:spPr>
          <a:xfrm>
            <a:off x="539745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Oval 1902"/>
          <p:cNvSpPr/>
          <p:nvPr/>
        </p:nvSpPr>
        <p:spPr>
          <a:xfrm>
            <a:off x="540909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Oval 1903"/>
          <p:cNvSpPr/>
          <p:nvPr/>
        </p:nvSpPr>
        <p:spPr>
          <a:xfrm>
            <a:off x="537405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Oval 1904"/>
          <p:cNvSpPr/>
          <p:nvPr/>
        </p:nvSpPr>
        <p:spPr>
          <a:xfrm>
            <a:off x="534890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Oval 1905"/>
          <p:cNvSpPr/>
          <p:nvPr/>
        </p:nvSpPr>
        <p:spPr>
          <a:xfrm>
            <a:off x="540934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Oval 1906"/>
          <p:cNvSpPr/>
          <p:nvPr/>
        </p:nvSpPr>
        <p:spPr>
          <a:xfrm>
            <a:off x="535312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Oval 1907"/>
          <p:cNvSpPr/>
          <p:nvPr/>
        </p:nvSpPr>
        <p:spPr>
          <a:xfrm>
            <a:off x="540388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Oval 1908"/>
          <p:cNvSpPr/>
          <p:nvPr/>
        </p:nvSpPr>
        <p:spPr>
          <a:xfrm>
            <a:off x="539183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Oval 1909"/>
          <p:cNvSpPr/>
          <p:nvPr/>
        </p:nvSpPr>
        <p:spPr>
          <a:xfrm>
            <a:off x="539857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Oval 1910"/>
          <p:cNvSpPr/>
          <p:nvPr/>
        </p:nvSpPr>
        <p:spPr>
          <a:xfrm>
            <a:off x="537601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Oval 1911"/>
          <p:cNvSpPr/>
          <p:nvPr/>
        </p:nvSpPr>
        <p:spPr>
          <a:xfrm>
            <a:off x="538060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Oval 1912"/>
          <p:cNvSpPr/>
          <p:nvPr/>
        </p:nvSpPr>
        <p:spPr>
          <a:xfrm>
            <a:off x="5414245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Oval 1913"/>
          <p:cNvSpPr/>
          <p:nvPr/>
        </p:nvSpPr>
        <p:spPr>
          <a:xfrm>
            <a:off x="5419117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Oval 1914"/>
          <p:cNvSpPr/>
          <p:nvPr/>
        </p:nvSpPr>
        <p:spPr>
          <a:xfrm>
            <a:off x="536077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Oval 1915"/>
          <p:cNvSpPr/>
          <p:nvPr/>
        </p:nvSpPr>
        <p:spPr>
          <a:xfrm>
            <a:off x="536484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Oval 1916"/>
          <p:cNvSpPr/>
          <p:nvPr/>
        </p:nvSpPr>
        <p:spPr>
          <a:xfrm>
            <a:off x="5407364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Oval 1917"/>
          <p:cNvSpPr/>
          <p:nvPr/>
        </p:nvSpPr>
        <p:spPr>
          <a:xfrm>
            <a:off x="537382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Oval 1918"/>
          <p:cNvSpPr/>
          <p:nvPr/>
        </p:nvSpPr>
        <p:spPr>
          <a:xfrm>
            <a:off x="535265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Oval 1919"/>
          <p:cNvSpPr/>
          <p:nvPr/>
        </p:nvSpPr>
        <p:spPr>
          <a:xfrm>
            <a:off x="539224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Oval 1920"/>
          <p:cNvSpPr/>
          <p:nvPr/>
        </p:nvSpPr>
        <p:spPr>
          <a:xfrm>
            <a:off x="540599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Oval 1921"/>
          <p:cNvSpPr/>
          <p:nvPr/>
        </p:nvSpPr>
        <p:spPr>
          <a:xfrm>
            <a:off x="541804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Oval 1922"/>
          <p:cNvSpPr/>
          <p:nvPr/>
        </p:nvSpPr>
        <p:spPr>
          <a:xfrm>
            <a:off x="5364086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Oval 1923"/>
          <p:cNvSpPr/>
          <p:nvPr/>
        </p:nvSpPr>
        <p:spPr>
          <a:xfrm>
            <a:off x="5365492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Oval 1924"/>
          <p:cNvSpPr/>
          <p:nvPr/>
        </p:nvSpPr>
        <p:spPr>
          <a:xfrm>
            <a:off x="5408108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Oval 1925"/>
          <p:cNvSpPr/>
          <p:nvPr/>
        </p:nvSpPr>
        <p:spPr>
          <a:xfrm>
            <a:off x="5396830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Oval 1926"/>
          <p:cNvSpPr/>
          <p:nvPr/>
        </p:nvSpPr>
        <p:spPr>
          <a:xfrm>
            <a:off x="5407789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Oval 1927"/>
          <p:cNvSpPr/>
          <p:nvPr/>
        </p:nvSpPr>
        <p:spPr>
          <a:xfrm>
            <a:off x="5358101" y="11704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Oval 1928"/>
          <p:cNvSpPr/>
          <p:nvPr/>
        </p:nvSpPr>
        <p:spPr>
          <a:xfrm>
            <a:off x="5354608" y="123274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Oval 1929"/>
          <p:cNvSpPr/>
          <p:nvPr/>
        </p:nvSpPr>
        <p:spPr>
          <a:xfrm>
            <a:off x="5383944" y="13989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Oval 1930"/>
          <p:cNvSpPr/>
          <p:nvPr/>
        </p:nvSpPr>
        <p:spPr>
          <a:xfrm>
            <a:off x="5397754" y="15719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Oval 1931"/>
          <p:cNvSpPr/>
          <p:nvPr/>
        </p:nvSpPr>
        <p:spPr>
          <a:xfrm>
            <a:off x="5368772" y="18004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Oval 1932"/>
          <p:cNvSpPr/>
          <p:nvPr/>
        </p:nvSpPr>
        <p:spPr>
          <a:xfrm>
            <a:off x="5355940" y="18212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Oval 1933"/>
          <p:cNvSpPr/>
          <p:nvPr/>
        </p:nvSpPr>
        <p:spPr>
          <a:xfrm>
            <a:off x="5366462" y="18973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Oval 1934"/>
          <p:cNvSpPr/>
          <p:nvPr/>
        </p:nvSpPr>
        <p:spPr>
          <a:xfrm>
            <a:off x="5372224" y="19319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Oval 1935"/>
          <p:cNvSpPr/>
          <p:nvPr/>
        </p:nvSpPr>
        <p:spPr>
          <a:xfrm>
            <a:off x="5375377" y="19527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Oval 1936"/>
          <p:cNvSpPr/>
          <p:nvPr/>
        </p:nvSpPr>
        <p:spPr>
          <a:xfrm>
            <a:off x="5357911" y="19735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Oval 1937"/>
          <p:cNvSpPr/>
          <p:nvPr/>
        </p:nvSpPr>
        <p:spPr>
          <a:xfrm>
            <a:off x="5362012" y="19804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Oval 1938"/>
          <p:cNvSpPr/>
          <p:nvPr/>
        </p:nvSpPr>
        <p:spPr>
          <a:xfrm>
            <a:off x="5419717" y="20081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Oval 1939"/>
          <p:cNvSpPr/>
          <p:nvPr/>
        </p:nvSpPr>
        <p:spPr>
          <a:xfrm>
            <a:off x="5388316" y="204969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Oval 1940"/>
          <p:cNvSpPr/>
          <p:nvPr/>
        </p:nvSpPr>
        <p:spPr>
          <a:xfrm>
            <a:off x="5427688" y="20566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Oval 1941"/>
          <p:cNvSpPr/>
          <p:nvPr/>
        </p:nvSpPr>
        <p:spPr>
          <a:xfrm>
            <a:off x="5371724" y="20566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Oval 1942"/>
          <p:cNvSpPr/>
          <p:nvPr/>
        </p:nvSpPr>
        <p:spPr>
          <a:xfrm>
            <a:off x="5424414" y="21050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Oval 1943"/>
          <p:cNvSpPr/>
          <p:nvPr/>
        </p:nvSpPr>
        <p:spPr>
          <a:xfrm>
            <a:off x="5356667" y="21189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Oval 1944"/>
          <p:cNvSpPr/>
          <p:nvPr/>
        </p:nvSpPr>
        <p:spPr>
          <a:xfrm>
            <a:off x="5428464" y="21258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Oval 1945"/>
          <p:cNvSpPr/>
          <p:nvPr/>
        </p:nvSpPr>
        <p:spPr>
          <a:xfrm>
            <a:off x="5351448" y="21258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Oval 1946"/>
          <p:cNvSpPr/>
          <p:nvPr/>
        </p:nvSpPr>
        <p:spPr>
          <a:xfrm>
            <a:off x="5426924" y="21327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Oval 1947"/>
          <p:cNvSpPr/>
          <p:nvPr/>
        </p:nvSpPr>
        <p:spPr>
          <a:xfrm>
            <a:off x="5413856" y="21535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Oval 1948"/>
          <p:cNvSpPr/>
          <p:nvPr/>
        </p:nvSpPr>
        <p:spPr>
          <a:xfrm>
            <a:off x="5416915" y="216046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Oval 1949"/>
          <p:cNvSpPr/>
          <p:nvPr/>
        </p:nvSpPr>
        <p:spPr>
          <a:xfrm>
            <a:off x="5354037" y="21673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Oval 1950"/>
          <p:cNvSpPr/>
          <p:nvPr/>
        </p:nvSpPr>
        <p:spPr>
          <a:xfrm>
            <a:off x="5423235" y="21881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Oval 1951"/>
          <p:cNvSpPr/>
          <p:nvPr/>
        </p:nvSpPr>
        <p:spPr>
          <a:xfrm>
            <a:off x="5388595" y="220200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Oval 1952"/>
          <p:cNvSpPr/>
          <p:nvPr/>
        </p:nvSpPr>
        <p:spPr>
          <a:xfrm>
            <a:off x="5426465" y="22089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Oval 1953"/>
          <p:cNvSpPr/>
          <p:nvPr/>
        </p:nvSpPr>
        <p:spPr>
          <a:xfrm>
            <a:off x="5352419" y="22089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Oval 1954"/>
          <p:cNvSpPr/>
          <p:nvPr/>
        </p:nvSpPr>
        <p:spPr>
          <a:xfrm>
            <a:off x="5424954" y="22227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Oval 1955"/>
          <p:cNvSpPr/>
          <p:nvPr/>
        </p:nvSpPr>
        <p:spPr>
          <a:xfrm>
            <a:off x="5401305" y="22296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Oval 1956"/>
          <p:cNvSpPr/>
          <p:nvPr/>
        </p:nvSpPr>
        <p:spPr>
          <a:xfrm>
            <a:off x="5369550" y="22435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Oval 1957"/>
          <p:cNvSpPr/>
          <p:nvPr/>
        </p:nvSpPr>
        <p:spPr>
          <a:xfrm>
            <a:off x="5408657" y="22435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Oval 1958"/>
          <p:cNvSpPr/>
          <p:nvPr/>
        </p:nvSpPr>
        <p:spPr>
          <a:xfrm>
            <a:off x="5383622" y="22643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Oval 1959"/>
          <p:cNvSpPr/>
          <p:nvPr/>
        </p:nvSpPr>
        <p:spPr>
          <a:xfrm>
            <a:off x="5386628" y="22643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Oval 1960"/>
          <p:cNvSpPr/>
          <p:nvPr/>
        </p:nvSpPr>
        <p:spPr>
          <a:xfrm>
            <a:off x="5349163" y="227123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Oval 1961"/>
          <p:cNvSpPr/>
          <p:nvPr/>
        </p:nvSpPr>
        <p:spPr>
          <a:xfrm>
            <a:off x="5372223" y="22781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Oval 1962"/>
          <p:cNvSpPr/>
          <p:nvPr/>
        </p:nvSpPr>
        <p:spPr>
          <a:xfrm>
            <a:off x="5363625" y="22850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Oval 1963"/>
          <p:cNvSpPr/>
          <p:nvPr/>
        </p:nvSpPr>
        <p:spPr>
          <a:xfrm>
            <a:off x="5365534" y="22920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Oval 1964"/>
          <p:cNvSpPr/>
          <p:nvPr/>
        </p:nvSpPr>
        <p:spPr>
          <a:xfrm>
            <a:off x="5409061" y="22989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Oval 1965"/>
          <p:cNvSpPr/>
          <p:nvPr/>
        </p:nvSpPr>
        <p:spPr>
          <a:xfrm>
            <a:off x="5423430" y="23058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Oval 1966"/>
          <p:cNvSpPr/>
          <p:nvPr/>
        </p:nvSpPr>
        <p:spPr>
          <a:xfrm>
            <a:off x="5424954" y="23197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Oval 1967"/>
          <p:cNvSpPr/>
          <p:nvPr/>
        </p:nvSpPr>
        <p:spPr>
          <a:xfrm>
            <a:off x="5400840" y="23335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Oval 1968"/>
          <p:cNvSpPr/>
          <p:nvPr/>
        </p:nvSpPr>
        <p:spPr>
          <a:xfrm>
            <a:off x="5428417" y="23404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Oval 1969"/>
          <p:cNvSpPr/>
          <p:nvPr/>
        </p:nvSpPr>
        <p:spPr>
          <a:xfrm>
            <a:off x="5421269" y="23543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Oval 1970"/>
          <p:cNvSpPr/>
          <p:nvPr/>
        </p:nvSpPr>
        <p:spPr>
          <a:xfrm>
            <a:off x="5401209" y="236124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Oval 1971"/>
          <p:cNvSpPr/>
          <p:nvPr/>
        </p:nvSpPr>
        <p:spPr>
          <a:xfrm>
            <a:off x="5381622" y="23750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Oval 1972"/>
          <p:cNvSpPr/>
          <p:nvPr/>
        </p:nvSpPr>
        <p:spPr>
          <a:xfrm>
            <a:off x="5369360" y="23750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Oval 1973"/>
          <p:cNvSpPr/>
          <p:nvPr/>
        </p:nvSpPr>
        <p:spPr>
          <a:xfrm>
            <a:off x="5349803" y="238201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Oval 1974"/>
          <p:cNvSpPr/>
          <p:nvPr/>
        </p:nvSpPr>
        <p:spPr>
          <a:xfrm>
            <a:off x="5401768" y="23889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Oval 1975"/>
          <p:cNvSpPr/>
          <p:nvPr/>
        </p:nvSpPr>
        <p:spPr>
          <a:xfrm>
            <a:off x="5421556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Oval 1976"/>
          <p:cNvSpPr/>
          <p:nvPr/>
        </p:nvSpPr>
        <p:spPr>
          <a:xfrm>
            <a:off x="5393666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Oval 1977"/>
          <p:cNvSpPr/>
          <p:nvPr/>
        </p:nvSpPr>
        <p:spPr>
          <a:xfrm>
            <a:off x="5382566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Oval 1978"/>
          <p:cNvSpPr/>
          <p:nvPr/>
        </p:nvSpPr>
        <p:spPr>
          <a:xfrm>
            <a:off x="5411648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Oval 1979"/>
          <p:cNvSpPr/>
          <p:nvPr/>
        </p:nvSpPr>
        <p:spPr>
          <a:xfrm>
            <a:off x="5351165" y="23958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Oval 1980"/>
          <p:cNvSpPr/>
          <p:nvPr/>
        </p:nvSpPr>
        <p:spPr>
          <a:xfrm>
            <a:off x="5428161" y="24097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Oval 1981"/>
          <p:cNvSpPr/>
          <p:nvPr/>
        </p:nvSpPr>
        <p:spPr>
          <a:xfrm>
            <a:off x="5426822" y="24166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Oval 1982"/>
          <p:cNvSpPr/>
          <p:nvPr/>
        </p:nvSpPr>
        <p:spPr>
          <a:xfrm>
            <a:off x="5413135" y="24166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Oval 1983"/>
          <p:cNvSpPr/>
          <p:nvPr/>
        </p:nvSpPr>
        <p:spPr>
          <a:xfrm>
            <a:off x="5412567" y="24235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Oval 1984"/>
          <p:cNvSpPr/>
          <p:nvPr/>
        </p:nvSpPr>
        <p:spPr>
          <a:xfrm>
            <a:off x="5426171" y="24512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Oval 1985"/>
          <p:cNvSpPr/>
          <p:nvPr/>
        </p:nvSpPr>
        <p:spPr>
          <a:xfrm>
            <a:off x="5384305" y="24581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Oval 1986"/>
          <p:cNvSpPr/>
          <p:nvPr/>
        </p:nvSpPr>
        <p:spPr>
          <a:xfrm>
            <a:off x="5397326" y="24858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Oval 1987"/>
          <p:cNvSpPr/>
          <p:nvPr/>
        </p:nvSpPr>
        <p:spPr>
          <a:xfrm>
            <a:off x="5358169" y="24997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Oval 1988"/>
          <p:cNvSpPr/>
          <p:nvPr/>
        </p:nvSpPr>
        <p:spPr>
          <a:xfrm>
            <a:off x="5380385" y="24997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Oval 1989"/>
          <p:cNvSpPr/>
          <p:nvPr/>
        </p:nvSpPr>
        <p:spPr>
          <a:xfrm>
            <a:off x="5415261" y="25066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Oval 1990"/>
          <p:cNvSpPr/>
          <p:nvPr/>
        </p:nvSpPr>
        <p:spPr>
          <a:xfrm>
            <a:off x="5371786" y="25066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Oval 1991"/>
          <p:cNvSpPr/>
          <p:nvPr/>
        </p:nvSpPr>
        <p:spPr>
          <a:xfrm>
            <a:off x="5413876" y="25204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Oval 1992"/>
          <p:cNvSpPr/>
          <p:nvPr/>
        </p:nvSpPr>
        <p:spPr>
          <a:xfrm>
            <a:off x="5351820" y="25204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Oval 1993"/>
          <p:cNvSpPr/>
          <p:nvPr/>
        </p:nvSpPr>
        <p:spPr>
          <a:xfrm>
            <a:off x="5347395" y="25204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Oval 1994"/>
          <p:cNvSpPr/>
          <p:nvPr/>
        </p:nvSpPr>
        <p:spPr>
          <a:xfrm>
            <a:off x="5355549" y="25274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Oval 1995"/>
          <p:cNvSpPr/>
          <p:nvPr/>
        </p:nvSpPr>
        <p:spPr>
          <a:xfrm>
            <a:off x="5404063" y="25274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Oval 1996"/>
          <p:cNvSpPr/>
          <p:nvPr/>
        </p:nvSpPr>
        <p:spPr>
          <a:xfrm>
            <a:off x="5424304" y="25481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Oval 1997"/>
          <p:cNvSpPr/>
          <p:nvPr/>
        </p:nvSpPr>
        <p:spPr>
          <a:xfrm>
            <a:off x="5410408" y="25481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Oval 1998"/>
          <p:cNvSpPr/>
          <p:nvPr/>
        </p:nvSpPr>
        <p:spPr>
          <a:xfrm>
            <a:off x="5383753" y="25481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Oval 1999"/>
          <p:cNvSpPr/>
          <p:nvPr/>
        </p:nvSpPr>
        <p:spPr>
          <a:xfrm>
            <a:off x="5395798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Oval 2000"/>
          <p:cNvSpPr/>
          <p:nvPr/>
        </p:nvSpPr>
        <p:spPr>
          <a:xfrm>
            <a:off x="5421870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Oval 2001"/>
          <p:cNvSpPr/>
          <p:nvPr/>
        </p:nvSpPr>
        <p:spPr>
          <a:xfrm>
            <a:off x="5366045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Oval 2002"/>
          <p:cNvSpPr/>
          <p:nvPr/>
        </p:nvSpPr>
        <p:spPr>
          <a:xfrm>
            <a:off x="5400043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Oval 2003"/>
          <p:cNvSpPr/>
          <p:nvPr/>
        </p:nvSpPr>
        <p:spPr>
          <a:xfrm>
            <a:off x="5420407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Oval 2004"/>
          <p:cNvSpPr/>
          <p:nvPr/>
        </p:nvSpPr>
        <p:spPr>
          <a:xfrm>
            <a:off x="5417939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Oval 2005"/>
          <p:cNvSpPr/>
          <p:nvPr/>
        </p:nvSpPr>
        <p:spPr>
          <a:xfrm>
            <a:off x="5349303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Oval 2006"/>
          <p:cNvSpPr/>
          <p:nvPr/>
        </p:nvSpPr>
        <p:spPr>
          <a:xfrm>
            <a:off x="5412690" y="25550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Oval 2007"/>
          <p:cNvSpPr/>
          <p:nvPr/>
        </p:nvSpPr>
        <p:spPr>
          <a:xfrm>
            <a:off x="5427448" y="25689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Oval 2008"/>
          <p:cNvSpPr/>
          <p:nvPr/>
        </p:nvSpPr>
        <p:spPr>
          <a:xfrm>
            <a:off x="5356362" y="25689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Oval 2009"/>
          <p:cNvSpPr/>
          <p:nvPr/>
        </p:nvSpPr>
        <p:spPr>
          <a:xfrm>
            <a:off x="5348189" y="25758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Oval 2010"/>
          <p:cNvSpPr/>
          <p:nvPr/>
        </p:nvSpPr>
        <p:spPr>
          <a:xfrm>
            <a:off x="5370240" y="25827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Oval 2011"/>
          <p:cNvSpPr/>
          <p:nvPr/>
        </p:nvSpPr>
        <p:spPr>
          <a:xfrm>
            <a:off x="5391753" y="25827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Oval 2012"/>
          <p:cNvSpPr/>
          <p:nvPr/>
        </p:nvSpPr>
        <p:spPr>
          <a:xfrm>
            <a:off x="5419721" y="25897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Oval 2013"/>
          <p:cNvSpPr/>
          <p:nvPr/>
        </p:nvSpPr>
        <p:spPr>
          <a:xfrm>
            <a:off x="5396419" y="2603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Oval 2014"/>
          <p:cNvSpPr/>
          <p:nvPr/>
        </p:nvSpPr>
        <p:spPr>
          <a:xfrm>
            <a:off x="5400880" y="2603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Oval 2015"/>
          <p:cNvSpPr/>
          <p:nvPr/>
        </p:nvSpPr>
        <p:spPr>
          <a:xfrm>
            <a:off x="5381921" y="26104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Oval 2016"/>
          <p:cNvSpPr/>
          <p:nvPr/>
        </p:nvSpPr>
        <p:spPr>
          <a:xfrm>
            <a:off x="5397114" y="26174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Oval 2017"/>
          <p:cNvSpPr/>
          <p:nvPr/>
        </p:nvSpPr>
        <p:spPr>
          <a:xfrm>
            <a:off x="5370700" y="261740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Oval 2018"/>
          <p:cNvSpPr/>
          <p:nvPr/>
        </p:nvSpPr>
        <p:spPr>
          <a:xfrm>
            <a:off x="5397377" y="26312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Oval 2019"/>
          <p:cNvSpPr/>
          <p:nvPr/>
        </p:nvSpPr>
        <p:spPr>
          <a:xfrm>
            <a:off x="5381595" y="26312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Oval 2020"/>
          <p:cNvSpPr/>
          <p:nvPr/>
        </p:nvSpPr>
        <p:spPr>
          <a:xfrm>
            <a:off x="5425536" y="26381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Oval 2021"/>
          <p:cNvSpPr/>
          <p:nvPr/>
        </p:nvSpPr>
        <p:spPr>
          <a:xfrm>
            <a:off x="5423383" y="26450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Oval 2022"/>
          <p:cNvSpPr/>
          <p:nvPr/>
        </p:nvSpPr>
        <p:spPr>
          <a:xfrm>
            <a:off x="5383271" y="26450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Oval 2023"/>
          <p:cNvSpPr/>
          <p:nvPr/>
        </p:nvSpPr>
        <p:spPr>
          <a:xfrm>
            <a:off x="5397162" y="26450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Oval 2024"/>
          <p:cNvSpPr/>
          <p:nvPr/>
        </p:nvSpPr>
        <p:spPr>
          <a:xfrm>
            <a:off x="5421154" y="26450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Oval 2025"/>
          <p:cNvSpPr/>
          <p:nvPr/>
        </p:nvSpPr>
        <p:spPr>
          <a:xfrm>
            <a:off x="5368813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Oval 2026"/>
          <p:cNvSpPr/>
          <p:nvPr/>
        </p:nvSpPr>
        <p:spPr>
          <a:xfrm>
            <a:off x="5366146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Oval 2027"/>
          <p:cNvSpPr/>
          <p:nvPr/>
        </p:nvSpPr>
        <p:spPr>
          <a:xfrm>
            <a:off x="5410314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Oval 2028"/>
          <p:cNvSpPr/>
          <p:nvPr/>
        </p:nvSpPr>
        <p:spPr>
          <a:xfrm>
            <a:off x="5398313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Oval 2029"/>
          <p:cNvSpPr/>
          <p:nvPr/>
        </p:nvSpPr>
        <p:spPr>
          <a:xfrm>
            <a:off x="5417569" y="26520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Oval 2030"/>
          <p:cNvSpPr/>
          <p:nvPr/>
        </p:nvSpPr>
        <p:spPr>
          <a:xfrm>
            <a:off x="5424409" y="26589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Oval 2031"/>
          <p:cNvSpPr/>
          <p:nvPr/>
        </p:nvSpPr>
        <p:spPr>
          <a:xfrm>
            <a:off x="5408937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Oval 2032"/>
          <p:cNvSpPr/>
          <p:nvPr/>
        </p:nvSpPr>
        <p:spPr>
          <a:xfrm>
            <a:off x="5379695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Oval 2033"/>
          <p:cNvSpPr/>
          <p:nvPr/>
        </p:nvSpPr>
        <p:spPr>
          <a:xfrm>
            <a:off x="5401554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Oval 2034"/>
          <p:cNvSpPr/>
          <p:nvPr/>
        </p:nvSpPr>
        <p:spPr>
          <a:xfrm>
            <a:off x="5377948" y="26658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Oval 2035"/>
          <p:cNvSpPr/>
          <p:nvPr/>
        </p:nvSpPr>
        <p:spPr>
          <a:xfrm>
            <a:off x="5410848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Oval 2036"/>
          <p:cNvSpPr/>
          <p:nvPr/>
        </p:nvSpPr>
        <p:spPr>
          <a:xfrm>
            <a:off x="5391771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Oval 2037"/>
          <p:cNvSpPr/>
          <p:nvPr/>
        </p:nvSpPr>
        <p:spPr>
          <a:xfrm>
            <a:off x="5402379" y="26727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Oval 2038"/>
          <p:cNvSpPr/>
          <p:nvPr/>
        </p:nvSpPr>
        <p:spPr>
          <a:xfrm>
            <a:off x="5409451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Oval 2039"/>
          <p:cNvSpPr/>
          <p:nvPr/>
        </p:nvSpPr>
        <p:spPr>
          <a:xfrm>
            <a:off x="5394002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Oval 2040"/>
          <p:cNvSpPr/>
          <p:nvPr/>
        </p:nvSpPr>
        <p:spPr>
          <a:xfrm>
            <a:off x="5418413" y="26866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Oval 2041"/>
          <p:cNvSpPr/>
          <p:nvPr/>
        </p:nvSpPr>
        <p:spPr>
          <a:xfrm>
            <a:off x="5404606" y="26935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Oval 2042"/>
          <p:cNvSpPr/>
          <p:nvPr/>
        </p:nvSpPr>
        <p:spPr>
          <a:xfrm>
            <a:off x="5363483" y="26935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Oval 2043"/>
          <p:cNvSpPr/>
          <p:nvPr/>
        </p:nvSpPr>
        <p:spPr>
          <a:xfrm>
            <a:off x="5359054" y="270740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Oval 2044"/>
          <p:cNvSpPr/>
          <p:nvPr/>
        </p:nvSpPr>
        <p:spPr>
          <a:xfrm>
            <a:off x="5422568" y="27143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Oval 2045"/>
          <p:cNvSpPr/>
          <p:nvPr/>
        </p:nvSpPr>
        <p:spPr>
          <a:xfrm>
            <a:off x="5404460" y="27212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Oval 2046"/>
          <p:cNvSpPr/>
          <p:nvPr/>
        </p:nvSpPr>
        <p:spPr>
          <a:xfrm>
            <a:off x="5403047" y="272817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Oval 2047"/>
          <p:cNvSpPr/>
          <p:nvPr/>
        </p:nvSpPr>
        <p:spPr>
          <a:xfrm>
            <a:off x="5389518" y="27351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Oval 2048"/>
          <p:cNvSpPr/>
          <p:nvPr/>
        </p:nvSpPr>
        <p:spPr>
          <a:xfrm>
            <a:off x="5384488" y="27420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Oval 2049"/>
          <p:cNvSpPr/>
          <p:nvPr/>
        </p:nvSpPr>
        <p:spPr>
          <a:xfrm>
            <a:off x="5404425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Oval 2050"/>
          <p:cNvSpPr/>
          <p:nvPr/>
        </p:nvSpPr>
        <p:spPr>
          <a:xfrm>
            <a:off x="5357391" y="27489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Oval 2051"/>
          <p:cNvSpPr/>
          <p:nvPr/>
        </p:nvSpPr>
        <p:spPr>
          <a:xfrm>
            <a:off x="5359587" y="27558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Oval 2052"/>
          <p:cNvSpPr/>
          <p:nvPr/>
        </p:nvSpPr>
        <p:spPr>
          <a:xfrm>
            <a:off x="5389910" y="27558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Oval 2053"/>
          <p:cNvSpPr/>
          <p:nvPr/>
        </p:nvSpPr>
        <p:spPr>
          <a:xfrm>
            <a:off x="5374335" y="277664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Oval 2054"/>
          <p:cNvSpPr/>
          <p:nvPr/>
        </p:nvSpPr>
        <p:spPr>
          <a:xfrm>
            <a:off x="5412912" y="27835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Oval 2055"/>
          <p:cNvSpPr/>
          <p:nvPr/>
        </p:nvSpPr>
        <p:spPr>
          <a:xfrm>
            <a:off x="5366686" y="27904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Oval 2056"/>
          <p:cNvSpPr/>
          <p:nvPr/>
        </p:nvSpPr>
        <p:spPr>
          <a:xfrm>
            <a:off x="5406717" y="279048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Oval 2057"/>
          <p:cNvSpPr/>
          <p:nvPr/>
        </p:nvSpPr>
        <p:spPr>
          <a:xfrm>
            <a:off x="5406577" y="279741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Oval 2058"/>
          <p:cNvSpPr/>
          <p:nvPr/>
        </p:nvSpPr>
        <p:spPr>
          <a:xfrm>
            <a:off x="5419233" y="28043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Oval 2059"/>
          <p:cNvSpPr/>
          <p:nvPr/>
        </p:nvSpPr>
        <p:spPr>
          <a:xfrm>
            <a:off x="5361316" y="28043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Oval 2060"/>
          <p:cNvSpPr/>
          <p:nvPr/>
        </p:nvSpPr>
        <p:spPr>
          <a:xfrm>
            <a:off x="5394045" y="28043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Oval 2061"/>
          <p:cNvSpPr/>
          <p:nvPr/>
        </p:nvSpPr>
        <p:spPr>
          <a:xfrm>
            <a:off x="5364101" y="28043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Oval 2062"/>
          <p:cNvSpPr/>
          <p:nvPr/>
        </p:nvSpPr>
        <p:spPr>
          <a:xfrm>
            <a:off x="5365815" y="28043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Oval 2063"/>
          <p:cNvSpPr/>
          <p:nvPr/>
        </p:nvSpPr>
        <p:spPr>
          <a:xfrm>
            <a:off x="5373104" y="28112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Oval 2064"/>
          <p:cNvSpPr/>
          <p:nvPr/>
        </p:nvSpPr>
        <p:spPr>
          <a:xfrm>
            <a:off x="5374153" y="28181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Oval 2065"/>
          <p:cNvSpPr/>
          <p:nvPr/>
        </p:nvSpPr>
        <p:spPr>
          <a:xfrm>
            <a:off x="5427776" y="28251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Oval 2066"/>
          <p:cNvSpPr/>
          <p:nvPr/>
        </p:nvSpPr>
        <p:spPr>
          <a:xfrm>
            <a:off x="5421574" y="28320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Oval 2067"/>
          <p:cNvSpPr/>
          <p:nvPr/>
        </p:nvSpPr>
        <p:spPr>
          <a:xfrm>
            <a:off x="5369461" y="283895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Oval 2068"/>
          <p:cNvSpPr/>
          <p:nvPr/>
        </p:nvSpPr>
        <p:spPr>
          <a:xfrm>
            <a:off x="5395538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Oval 2069"/>
          <p:cNvSpPr/>
          <p:nvPr/>
        </p:nvSpPr>
        <p:spPr>
          <a:xfrm>
            <a:off x="5366819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Oval 2070"/>
          <p:cNvSpPr/>
          <p:nvPr/>
        </p:nvSpPr>
        <p:spPr>
          <a:xfrm>
            <a:off x="5384339" y="28458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Oval 2071"/>
          <p:cNvSpPr/>
          <p:nvPr/>
        </p:nvSpPr>
        <p:spPr>
          <a:xfrm>
            <a:off x="5350062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Oval 2072"/>
          <p:cNvSpPr/>
          <p:nvPr/>
        </p:nvSpPr>
        <p:spPr>
          <a:xfrm>
            <a:off x="5372798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Oval 2073"/>
          <p:cNvSpPr/>
          <p:nvPr/>
        </p:nvSpPr>
        <p:spPr>
          <a:xfrm>
            <a:off x="5375860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Oval 2074"/>
          <p:cNvSpPr/>
          <p:nvPr/>
        </p:nvSpPr>
        <p:spPr>
          <a:xfrm>
            <a:off x="5413384" y="285972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Oval 2075"/>
          <p:cNvSpPr/>
          <p:nvPr/>
        </p:nvSpPr>
        <p:spPr>
          <a:xfrm>
            <a:off x="5415297" y="28735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Oval 2076"/>
          <p:cNvSpPr/>
          <p:nvPr/>
        </p:nvSpPr>
        <p:spPr>
          <a:xfrm>
            <a:off x="5402993" y="28804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Oval 2077"/>
          <p:cNvSpPr/>
          <p:nvPr/>
        </p:nvSpPr>
        <p:spPr>
          <a:xfrm>
            <a:off x="5354228" y="28804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Oval 2078"/>
          <p:cNvSpPr/>
          <p:nvPr/>
        </p:nvSpPr>
        <p:spPr>
          <a:xfrm>
            <a:off x="5367534" y="28804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Oval 2079"/>
          <p:cNvSpPr/>
          <p:nvPr/>
        </p:nvSpPr>
        <p:spPr>
          <a:xfrm>
            <a:off x="5422747" y="28874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Oval 2080"/>
          <p:cNvSpPr/>
          <p:nvPr/>
        </p:nvSpPr>
        <p:spPr>
          <a:xfrm>
            <a:off x="5412785" y="28874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Oval 2081"/>
          <p:cNvSpPr/>
          <p:nvPr/>
        </p:nvSpPr>
        <p:spPr>
          <a:xfrm>
            <a:off x="5363472" y="288741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Oval 2082"/>
          <p:cNvSpPr/>
          <p:nvPr/>
        </p:nvSpPr>
        <p:spPr>
          <a:xfrm>
            <a:off x="5397557" y="29012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Oval 2083"/>
          <p:cNvSpPr/>
          <p:nvPr/>
        </p:nvSpPr>
        <p:spPr>
          <a:xfrm>
            <a:off x="5403010" y="290818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Oval 2084"/>
          <p:cNvSpPr/>
          <p:nvPr/>
        </p:nvSpPr>
        <p:spPr>
          <a:xfrm>
            <a:off x="5389695" y="29151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Oval 2085"/>
          <p:cNvSpPr/>
          <p:nvPr/>
        </p:nvSpPr>
        <p:spPr>
          <a:xfrm>
            <a:off x="5391773" y="29151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Oval 2086"/>
          <p:cNvSpPr/>
          <p:nvPr/>
        </p:nvSpPr>
        <p:spPr>
          <a:xfrm>
            <a:off x="5354099" y="29220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Oval 2087"/>
          <p:cNvSpPr/>
          <p:nvPr/>
        </p:nvSpPr>
        <p:spPr>
          <a:xfrm>
            <a:off x="5355607" y="292895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Oval 2088"/>
          <p:cNvSpPr/>
          <p:nvPr/>
        </p:nvSpPr>
        <p:spPr>
          <a:xfrm>
            <a:off x="5410179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Oval 2089"/>
          <p:cNvSpPr/>
          <p:nvPr/>
        </p:nvSpPr>
        <p:spPr>
          <a:xfrm>
            <a:off x="5368032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Oval 2090"/>
          <p:cNvSpPr/>
          <p:nvPr/>
        </p:nvSpPr>
        <p:spPr>
          <a:xfrm>
            <a:off x="5360613" y="29428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Oval 2091"/>
          <p:cNvSpPr/>
          <p:nvPr/>
        </p:nvSpPr>
        <p:spPr>
          <a:xfrm>
            <a:off x="5394005" y="29497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Oval 2092"/>
          <p:cNvSpPr/>
          <p:nvPr/>
        </p:nvSpPr>
        <p:spPr>
          <a:xfrm>
            <a:off x="5424769" y="29497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Oval 2093"/>
          <p:cNvSpPr/>
          <p:nvPr/>
        </p:nvSpPr>
        <p:spPr>
          <a:xfrm>
            <a:off x="5367019" y="29497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Oval 2094"/>
          <p:cNvSpPr/>
          <p:nvPr/>
        </p:nvSpPr>
        <p:spPr>
          <a:xfrm>
            <a:off x="5377665" y="295664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Oval 2095"/>
          <p:cNvSpPr/>
          <p:nvPr/>
        </p:nvSpPr>
        <p:spPr>
          <a:xfrm>
            <a:off x="5399194" y="29635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Oval 2096"/>
          <p:cNvSpPr/>
          <p:nvPr/>
        </p:nvSpPr>
        <p:spPr>
          <a:xfrm>
            <a:off x="5374566" y="29774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Oval 2097"/>
          <p:cNvSpPr/>
          <p:nvPr/>
        </p:nvSpPr>
        <p:spPr>
          <a:xfrm>
            <a:off x="5379919" y="297741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Oval 2098"/>
          <p:cNvSpPr/>
          <p:nvPr/>
        </p:nvSpPr>
        <p:spPr>
          <a:xfrm>
            <a:off x="5361779" y="29843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Oval 2099"/>
          <p:cNvSpPr/>
          <p:nvPr/>
        </p:nvSpPr>
        <p:spPr>
          <a:xfrm>
            <a:off x="5419317" y="29843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Oval 2100"/>
          <p:cNvSpPr/>
          <p:nvPr/>
        </p:nvSpPr>
        <p:spPr>
          <a:xfrm>
            <a:off x="5374054" y="29912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Oval 2101"/>
          <p:cNvSpPr/>
          <p:nvPr/>
        </p:nvSpPr>
        <p:spPr>
          <a:xfrm>
            <a:off x="5388559" y="29912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Oval 2102"/>
          <p:cNvSpPr/>
          <p:nvPr/>
        </p:nvSpPr>
        <p:spPr>
          <a:xfrm>
            <a:off x="5370267" y="299818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Oval 2103"/>
          <p:cNvSpPr/>
          <p:nvPr/>
        </p:nvSpPr>
        <p:spPr>
          <a:xfrm>
            <a:off x="5419638" y="30189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Oval 2104"/>
          <p:cNvSpPr/>
          <p:nvPr/>
        </p:nvSpPr>
        <p:spPr>
          <a:xfrm>
            <a:off x="5424662" y="30258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Oval 2105"/>
          <p:cNvSpPr/>
          <p:nvPr/>
        </p:nvSpPr>
        <p:spPr>
          <a:xfrm>
            <a:off x="5406897" y="30397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Oval 2106"/>
          <p:cNvSpPr/>
          <p:nvPr/>
        </p:nvSpPr>
        <p:spPr>
          <a:xfrm>
            <a:off x="5427285" y="30397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Oval 2107"/>
          <p:cNvSpPr/>
          <p:nvPr/>
        </p:nvSpPr>
        <p:spPr>
          <a:xfrm>
            <a:off x="5366554" y="30397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Oval 2108"/>
          <p:cNvSpPr/>
          <p:nvPr/>
        </p:nvSpPr>
        <p:spPr>
          <a:xfrm>
            <a:off x="5387197" y="30466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Oval 2109"/>
          <p:cNvSpPr/>
          <p:nvPr/>
        </p:nvSpPr>
        <p:spPr>
          <a:xfrm>
            <a:off x="5424090" y="30535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Oval 2110"/>
          <p:cNvSpPr/>
          <p:nvPr/>
        </p:nvSpPr>
        <p:spPr>
          <a:xfrm>
            <a:off x="5386868" y="30535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Oval 2111"/>
          <p:cNvSpPr/>
          <p:nvPr/>
        </p:nvSpPr>
        <p:spPr>
          <a:xfrm>
            <a:off x="5404693" y="30535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Oval 2112"/>
          <p:cNvSpPr/>
          <p:nvPr/>
        </p:nvSpPr>
        <p:spPr>
          <a:xfrm>
            <a:off x="5400503" y="30812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Oval 2113"/>
          <p:cNvSpPr/>
          <p:nvPr/>
        </p:nvSpPr>
        <p:spPr>
          <a:xfrm>
            <a:off x="5395400" y="30881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Oval 2114"/>
          <p:cNvSpPr/>
          <p:nvPr/>
        </p:nvSpPr>
        <p:spPr>
          <a:xfrm>
            <a:off x="5378310" y="30881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Oval 2115"/>
          <p:cNvSpPr/>
          <p:nvPr/>
        </p:nvSpPr>
        <p:spPr>
          <a:xfrm>
            <a:off x="5375888" y="30881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Oval 2116"/>
          <p:cNvSpPr/>
          <p:nvPr/>
        </p:nvSpPr>
        <p:spPr>
          <a:xfrm>
            <a:off x="5427846" y="31020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Oval 2117"/>
          <p:cNvSpPr/>
          <p:nvPr/>
        </p:nvSpPr>
        <p:spPr>
          <a:xfrm>
            <a:off x="5367821" y="31158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Oval 2118"/>
          <p:cNvSpPr/>
          <p:nvPr/>
        </p:nvSpPr>
        <p:spPr>
          <a:xfrm>
            <a:off x="5412597" y="31228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Oval 2119"/>
          <p:cNvSpPr/>
          <p:nvPr/>
        </p:nvSpPr>
        <p:spPr>
          <a:xfrm>
            <a:off x="5365987" y="31228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Oval 2120"/>
          <p:cNvSpPr/>
          <p:nvPr/>
        </p:nvSpPr>
        <p:spPr>
          <a:xfrm>
            <a:off x="5381915" y="312280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Oval 2121"/>
          <p:cNvSpPr/>
          <p:nvPr/>
        </p:nvSpPr>
        <p:spPr>
          <a:xfrm>
            <a:off x="5406063" y="3129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Oval 2122"/>
          <p:cNvSpPr/>
          <p:nvPr/>
        </p:nvSpPr>
        <p:spPr>
          <a:xfrm>
            <a:off x="5413423" y="31366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Oval 2123"/>
          <p:cNvSpPr/>
          <p:nvPr/>
        </p:nvSpPr>
        <p:spPr>
          <a:xfrm>
            <a:off x="5375699" y="31435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Oval 2124"/>
          <p:cNvSpPr/>
          <p:nvPr/>
        </p:nvSpPr>
        <p:spPr>
          <a:xfrm>
            <a:off x="5405335" y="31435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Oval 2125"/>
          <p:cNvSpPr/>
          <p:nvPr/>
        </p:nvSpPr>
        <p:spPr>
          <a:xfrm>
            <a:off x="5363531" y="31505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Oval 2126"/>
          <p:cNvSpPr/>
          <p:nvPr/>
        </p:nvSpPr>
        <p:spPr>
          <a:xfrm>
            <a:off x="5378721" y="31574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Oval 2127"/>
          <p:cNvSpPr/>
          <p:nvPr/>
        </p:nvSpPr>
        <p:spPr>
          <a:xfrm>
            <a:off x="5392825" y="31712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Oval 2128"/>
          <p:cNvSpPr/>
          <p:nvPr/>
        </p:nvSpPr>
        <p:spPr>
          <a:xfrm>
            <a:off x="5392306" y="31851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Oval 2129"/>
          <p:cNvSpPr/>
          <p:nvPr/>
        </p:nvSpPr>
        <p:spPr>
          <a:xfrm>
            <a:off x="5393768" y="31920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Oval 2130"/>
          <p:cNvSpPr/>
          <p:nvPr/>
        </p:nvSpPr>
        <p:spPr>
          <a:xfrm>
            <a:off x="5392437" y="32058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Oval 2131"/>
          <p:cNvSpPr/>
          <p:nvPr/>
        </p:nvSpPr>
        <p:spPr>
          <a:xfrm>
            <a:off x="5382251" y="32266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Oval 2132"/>
          <p:cNvSpPr/>
          <p:nvPr/>
        </p:nvSpPr>
        <p:spPr>
          <a:xfrm>
            <a:off x="5398880" y="32474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Oval 2133"/>
          <p:cNvSpPr/>
          <p:nvPr/>
        </p:nvSpPr>
        <p:spPr>
          <a:xfrm>
            <a:off x="5375498" y="32474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Oval 2134"/>
          <p:cNvSpPr/>
          <p:nvPr/>
        </p:nvSpPr>
        <p:spPr>
          <a:xfrm>
            <a:off x="5401412" y="32474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Oval 2135"/>
          <p:cNvSpPr/>
          <p:nvPr/>
        </p:nvSpPr>
        <p:spPr>
          <a:xfrm>
            <a:off x="5379422" y="3392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Oval 2136"/>
          <p:cNvSpPr/>
          <p:nvPr/>
        </p:nvSpPr>
        <p:spPr>
          <a:xfrm>
            <a:off x="5360450" y="34205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Oval 2137"/>
          <p:cNvSpPr/>
          <p:nvPr/>
        </p:nvSpPr>
        <p:spPr>
          <a:xfrm>
            <a:off x="5354401" y="34482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Oval 2138"/>
          <p:cNvSpPr/>
          <p:nvPr/>
        </p:nvSpPr>
        <p:spPr>
          <a:xfrm>
            <a:off x="5407914" y="34482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Oval 2139"/>
          <p:cNvSpPr/>
          <p:nvPr/>
        </p:nvSpPr>
        <p:spPr>
          <a:xfrm>
            <a:off x="5381151" y="34689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Oval 2140"/>
          <p:cNvSpPr/>
          <p:nvPr/>
        </p:nvSpPr>
        <p:spPr>
          <a:xfrm>
            <a:off x="5405849" y="34758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Oval 2141"/>
          <p:cNvSpPr/>
          <p:nvPr/>
        </p:nvSpPr>
        <p:spPr>
          <a:xfrm>
            <a:off x="5372845" y="35174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Oval 2142"/>
          <p:cNvSpPr/>
          <p:nvPr/>
        </p:nvSpPr>
        <p:spPr>
          <a:xfrm>
            <a:off x="5392611" y="35658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Oval 2143"/>
          <p:cNvSpPr/>
          <p:nvPr/>
        </p:nvSpPr>
        <p:spPr>
          <a:xfrm>
            <a:off x="5377978" y="376667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Oval 2144"/>
          <p:cNvSpPr/>
          <p:nvPr/>
        </p:nvSpPr>
        <p:spPr>
          <a:xfrm>
            <a:off x="5411594" y="378744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Oval 2145"/>
          <p:cNvSpPr/>
          <p:nvPr/>
        </p:nvSpPr>
        <p:spPr>
          <a:xfrm>
            <a:off x="5424368" y="38082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Oval 2146"/>
          <p:cNvSpPr/>
          <p:nvPr/>
        </p:nvSpPr>
        <p:spPr>
          <a:xfrm>
            <a:off x="5396614" y="384283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Oval 2147"/>
          <p:cNvSpPr/>
          <p:nvPr/>
        </p:nvSpPr>
        <p:spPr>
          <a:xfrm>
            <a:off x="5398586" y="39536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Oval 2148"/>
          <p:cNvSpPr/>
          <p:nvPr/>
        </p:nvSpPr>
        <p:spPr>
          <a:xfrm>
            <a:off x="5428907" y="409899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Oval 2149"/>
          <p:cNvSpPr/>
          <p:nvPr/>
        </p:nvSpPr>
        <p:spPr>
          <a:xfrm>
            <a:off x="5357260" y="437592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Oval 2150"/>
          <p:cNvSpPr/>
          <p:nvPr/>
        </p:nvSpPr>
        <p:spPr>
          <a:xfrm>
            <a:off x="5353434" y="438285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Oval 2151"/>
          <p:cNvSpPr/>
          <p:nvPr/>
        </p:nvSpPr>
        <p:spPr>
          <a:xfrm>
            <a:off x="5405858" y="45559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Oval 2152"/>
          <p:cNvSpPr/>
          <p:nvPr/>
        </p:nvSpPr>
        <p:spPr>
          <a:xfrm>
            <a:off x="5366866" y="56705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Oval 2153"/>
          <p:cNvSpPr/>
          <p:nvPr/>
        </p:nvSpPr>
        <p:spPr>
          <a:xfrm>
            <a:off x="5380579" y="56775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Oval 2154"/>
          <p:cNvSpPr/>
          <p:nvPr/>
        </p:nvSpPr>
        <p:spPr>
          <a:xfrm>
            <a:off x="5352733" y="57121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Oval 2155"/>
          <p:cNvSpPr/>
          <p:nvPr/>
        </p:nvSpPr>
        <p:spPr>
          <a:xfrm>
            <a:off x="5407764" y="57328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Oval 2156"/>
          <p:cNvSpPr/>
          <p:nvPr/>
        </p:nvSpPr>
        <p:spPr>
          <a:xfrm>
            <a:off x="5382473" y="577443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Oval 2157"/>
          <p:cNvSpPr/>
          <p:nvPr/>
        </p:nvSpPr>
        <p:spPr>
          <a:xfrm>
            <a:off x="5400648" y="578135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Oval 2158"/>
          <p:cNvSpPr/>
          <p:nvPr/>
        </p:nvSpPr>
        <p:spPr>
          <a:xfrm>
            <a:off x="5383691" y="580905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TextBox 2159"/>
          <p:cNvSpPr txBox="1"/>
          <p:nvPr/>
        </p:nvSpPr>
        <p:spPr>
          <a:xfrm>
            <a:off x="525780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13</a:t>
            </a:r>
          </a:p>
        </p:txBody>
      </p:sp>
      <p:cxnSp>
        <p:nvCxnSpPr>
          <p:cNvPr id="2161" name="Connector 2160"/>
          <p:cNvCxnSpPr/>
          <p:nvPr/>
        </p:nvCxnSpPr>
        <p:spPr>
          <a:xfrm flipV="1">
            <a:off x="5703570" y="5405018"/>
            <a:ext cx="0" cy="61267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2" name="Connector 2161"/>
          <p:cNvCxnSpPr/>
          <p:nvPr/>
        </p:nvCxnSpPr>
        <p:spPr>
          <a:xfrm>
            <a:off x="5662708" y="601769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3" name="Connector 2162"/>
          <p:cNvCxnSpPr/>
          <p:nvPr/>
        </p:nvCxnSpPr>
        <p:spPr>
          <a:xfrm>
            <a:off x="5662708" y="5405018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4" name="Rectangle 2163"/>
          <p:cNvSpPr/>
          <p:nvPr/>
        </p:nvSpPr>
        <p:spPr>
          <a:xfrm>
            <a:off x="5621846" y="5980162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5" name="Connector 2164"/>
          <p:cNvCxnSpPr/>
          <p:nvPr/>
        </p:nvCxnSpPr>
        <p:spPr>
          <a:xfrm>
            <a:off x="5621846" y="5958884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6" name="Oval 2165"/>
          <p:cNvSpPr/>
          <p:nvPr/>
        </p:nvSpPr>
        <p:spPr>
          <a:xfrm>
            <a:off x="5704711" y="538673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Oval 2166"/>
          <p:cNvSpPr/>
          <p:nvPr/>
        </p:nvSpPr>
        <p:spPr>
          <a:xfrm>
            <a:off x="5659009" y="54075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Oval 2167"/>
          <p:cNvSpPr/>
          <p:nvPr/>
        </p:nvSpPr>
        <p:spPr>
          <a:xfrm>
            <a:off x="5701294" y="548365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Oval 2168"/>
          <p:cNvSpPr/>
          <p:nvPr/>
        </p:nvSpPr>
        <p:spPr>
          <a:xfrm>
            <a:off x="5725469" y="555289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Oval 2169"/>
          <p:cNvSpPr/>
          <p:nvPr/>
        </p:nvSpPr>
        <p:spPr>
          <a:xfrm>
            <a:off x="5717428" y="55736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Oval 2170"/>
          <p:cNvSpPr/>
          <p:nvPr/>
        </p:nvSpPr>
        <p:spPr>
          <a:xfrm>
            <a:off x="5692046" y="5649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Oval 2171"/>
          <p:cNvSpPr/>
          <p:nvPr/>
        </p:nvSpPr>
        <p:spPr>
          <a:xfrm>
            <a:off x="5664006" y="58021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Oval 2172"/>
          <p:cNvSpPr/>
          <p:nvPr/>
        </p:nvSpPr>
        <p:spPr>
          <a:xfrm>
            <a:off x="5645339" y="58159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Oval 2173"/>
          <p:cNvSpPr/>
          <p:nvPr/>
        </p:nvSpPr>
        <p:spPr>
          <a:xfrm>
            <a:off x="5714047" y="58159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Oval 2174"/>
          <p:cNvSpPr/>
          <p:nvPr/>
        </p:nvSpPr>
        <p:spPr>
          <a:xfrm>
            <a:off x="5689797" y="581597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Oval 2175"/>
          <p:cNvSpPr/>
          <p:nvPr/>
        </p:nvSpPr>
        <p:spPr>
          <a:xfrm>
            <a:off x="5724414" y="58228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Oval 2176"/>
          <p:cNvSpPr/>
          <p:nvPr/>
        </p:nvSpPr>
        <p:spPr>
          <a:xfrm>
            <a:off x="5647845" y="58298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Oval 2177"/>
          <p:cNvSpPr/>
          <p:nvPr/>
        </p:nvSpPr>
        <p:spPr>
          <a:xfrm>
            <a:off x="5718456" y="582982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Oval 2178"/>
          <p:cNvSpPr/>
          <p:nvPr/>
        </p:nvSpPr>
        <p:spPr>
          <a:xfrm>
            <a:off x="5711476" y="584366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Oval 2179"/>
          <p:cNvSpPr/>
          <p:nvPr/>
        </p:nvSpPr>
        <p:spPr>
          <a:xfrm>
            <a:off x="5661621" y="585059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Oval 2180"/>
          <p:cNvSpPr/>
          <p:nvPr/>
        </p:nvSpPr>
        <p:spPr>
          <a:xfrm>
            <a:off x="5647202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Oval 2181"/>
          <p:cNvSpPr/>
          <p:nvPr/>
        </p:nvSpPr>
        <p:spPr>
          <a:xfrm>
            <a:off x="5656764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Oval 2182"/>
          <p:cNvSpPr/>
          <p:nvPr/>
        </p:nvSpPr>
        <p:spPr>
          <a:xfrm>
            <a:off x="5647467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Oval 2183"/>
          <p:cNvSpPr/>
          <p:nvPr/>
        </p:nvSpPr>
        <p:spPr>
          <a:xfrm>
            <a:off x="5676016" y="58575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Oval 2184"/>
          <p:cNvSpPr/>
          <p:nvPr/>
        </p:nvSpPr>
        <p:spPr>
          <a:xfrm>
            <a:off x="5674412" y="58713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Oval 2185"/>
          <p:cNvSpPr/>
          <p:nvPr/>
        </p:nvSpPr>
        <p:spPr>
          <a:xfrm>
            <a:off x="5677741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Oval 2186"/>
          <p:cNvSpPr/>
          <p:nvPr/>
        </p:nvSpPr>
        <p:spPr>
          <a:xfrm>
            <a:off x="5679818" y="5878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Oval 2187"/>
          <p:cNvSpPr/>
          <p:nvPr/>
        </p:nvSpPr>
        <p:spPr>
          <a:xfrm>
            <a:off x="5677916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Oval 2188"/>
          <p:cNvSpPr/>
          <p:nvPr/>
        </p:nvSpPr>
        <p:spPr>
          <a:xfrm>
            <a:off x="5708971" y="58852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Oval 2189"/>
          <p:cNvSpPr/>
          <p:nvPr/>
        </p:nvSpPr>
        <p:spPr>
          <a:xfrm>
            <a:off x="5699470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Oval 2190"/>
          <p:cNvSpPr/>
          <p:nvPr/>
        </p:nvSpPr>
        <p:spPr>
          <a:xfrm>
            <a:off x="5664446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Oval 2191"/>
          <p:cNvSpPr/>
          <p:nvPr/>
        </p:nvSpPr>
        <p:spPr>
          <a:xfrm>
            <a:off x="5659307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Oval 2192"/>
          <p:cNvSpPr/>
          <p:nvPr/>
        </p:nvSpPr>
        <p:spPr>
          <a:xfrm>
            <a:off x="5717256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Oval 2193"/>
          <p:cNvSpPr/>
          <p:nvPr/>
        </p:nvSpPr>
        <p:spPr>
          <a:xfrm>
            <a:off x="5688756" y="589905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Oval 2194"/>
          <p:cNvSpPr/>
          <p:nvPr/>
        </p:nvSpPr>
        <p:spPr>
          <a:xfrm>
            <a:off x="5705380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Oval 2195"/>
          <p:cNvSpPr/>
          <p:nvPr/>
        </p:nvSpPr>
        <p:spPr>
          <a:xfrm>
            <a:off x="5715597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Oval 2196"/>
          <p:cNvSpPr/>
          <p:nvPr/>
        </p:nvSpPr>
        <p:spPr>
          <a:xfrm>
            <a:off x="5660824" y="590597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Oval 2197"/>
          <p:cNvSpPr/>
          <p:nvPr/>
        </p:nvSpPr>
        <p:spPr>
          <a:xfrm>
            <a:off x="5663661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Oval 2198"/>
          <p:cNvSpPr/>
          <p:nvPr/>
        </p:nvSpPr>
        <p:spPr>
          <a:xfrm>
            <a:off x="5669538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Oval 2199"/>
          <p:cNvSpPr/>
          <p:nvPr/>
        </p:nvSpPr>
        <p:spPr>
          <a:xfrm>
            <a:off x="5713918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Oval 2200"/>
          <p:cNvSpPr/>
          <p:nvPr/>
        </p:nvSpPr>
        <p:spPr>
          <a:xfrm>
            <a:off x="5658793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Oval 2201"/>
          <p:cNvSpPr/>
          <p:nvPr/>
        </p:nvSpPr>
        <p:spPr>
          <a:xfrm>
            <a:off x="5713344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Oval 2202"/>
          <p:cNvSpPr/>
          <p:nvPr/>
        </p:nvSpPr>
        <p:spPr>
          <a:xfrm>
            <a:off x="5699834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Oval 2203"/>
          <p:cNvSpPr/>
          <p:nvPr/>
        </p:nvSpPr>
        <p:spPr>
          <a:xfrm>
            <a:off x="5700243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Oval 2204"/>
          <p:cNvSpPr/>
          <p:nvPr/>
        </p:nvSpPr>
        <p:spPr>
          <a:xfrm>
            <a:off x="5670880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Oval 2205"/>
          <p:cNvSpPr/>
          <p:nvPr/>
        </p:nvSpPr>
        <p:spPr>
          <a:xfrm>
            <a:off x="5706609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Oval 2206"/>
          <p:cNvSpPr/>
          <p:nvPr/>
        </p:nvSpPr>
        <p:spPr>
          <a:xfrm>
            <a:off x="5707703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Oval 2207"/>
          <p:cNvSpPr/>
          <p:nvPr/>
        </p:nvSpPr>
        <p:spPr>
          <a:xfrm>
            <a:off x="5647333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Oval 2208"/>
          <p:cNvSpPr/>
          <p:nvPr/>
        </p:nvSpPr>
        <p:spPr>
          <a:xfrm>
            <a:off x="5686330" y="59336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Oval 2209"/>
          <p:cNvSpPr/>
          <p:nvPr/>
        </p:nvSpPr>
        <p:spPr>
          <a:xfrm>
            <a:off x="5695457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Oval 2210"/>
          <p:cNvSpPr/>
          <p:nvPr/>
        </p:nvSpPr>
        <p:spPr>
          <a:xfrm>
            <a:off x="5654219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Oval 2211"/>
          <p:cNvSpPr/>
          <p:nvPr/>
        </p:nvSpPr>
        <p:spPr>
          <a:xfrm>
            <a:off x="565787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Oval 2212"/>
          <p:cNvSpPr/>
          <p:nvPr/>
        </p:nvSpPr>
        <p:spPr>
          <a:xfrm>
            <a:off x="5667696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Oval 2213"/>
          <p:cNvSpPr/>
          <p:nvPr/>
        </p:nvSpPr>
        <p:spPr>
          <a:xfrm>
            <a:off x="5644625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Oval 2214"/>
          <p:cNvSpPr/>
          <p:nvPr/>
        </p:nvSpPr>
        <p:spPr>
          <a:xfrm>
            <a:off x="5678983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Oval 2215"/>
          <p:cNvSpPr/>
          <p:nvPr/>
        </p:nvSpPr>
        <p:spPr>
          <a:xfrm>
            <a:off x="5709172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Oval 2216"/>
          <p:cNvSpPr/>
          <p:nvPr/>
        </p:nvSpPr>
        <p:spPr>
          <a:xfrm>
            <a:off x="5691548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Oval 2217"/>
          <p:cNvSpPr/>
          <p:nvPr/>
        </p:nvSpPr>
        <p:spPr>
          <a:xfrm>
            <a:off x="5684167" y="594893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Oval 2218"/>
          <p:cNvSpPr/>
          <p:nvPr/>
        </p:nvSpPr>
        <p:spPr>
          <a:xfrm>
            <a:off x="5676889" y="595070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Oval 2219"/>
          <p:cNvSpPr/>
          <p:nvPr/>
        </p:nvSpPr>
        <p:spPr>
          <a:xfrm>
            <a:off x="5711875" y="595153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Oval 2220"/>
          <p:cNvSpPr/>
          <p:nvPr/>
        </p:nvSpPr>
        <p:spPr>
          <a:xfrm>
            <a:off x="5671123" y="59528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Oval 2221"/>
          <p:cNvSpPr/>
          <p:nvPr/>
        </p:nvSpPr>
        <p:spPr>
          <a:xfrm>
            <a:off x="5688880" y="595316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Oval 2222"/>
          <p:cNvSpPr/>
          <p:nvPr/>
        </p:nvSpPr>
        <p:spPr>
          <a:xfrm>
            <a:off x="5676107" y="595366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Oval 2223"/>
          <p:cNvSpPr/>
          <p:nvPr/>
        </p:nvSpPr>
        <p:spPr>
          <a:xfrm>
            <a:off x="5707161" y="595390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Oval 2224"/>
          <p:cNvSpPr/>
          <p:nvPr/>
        </p:nvSpPr>
        <p:spPr>
          <a:xfrm>
            <a:off x="5693272" y="59559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Oval 2225"/>
          <p:cNvSpPr/>
          <p:nvPr/>
        </p:nvSpPr>
        <p:spPr>
          <a:xfrm>
            <a:off x="5648101" y="59584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Oval 2226"/>
          <p:cNvSpPr/>
          <p:nvPr/>
        </p:nvSpPr>
        <p:spPr>
          <a:xfrm>
            <a:off x="5659418" y="595893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Oval 2227"/>
          <p:cNvSpPr/>
          <p:nvPr/>
        </p:nvSpPr>
        <p:spPr>
          <a:xfrm>
            <a:off x="5686380" y="595977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Oval 2228"/>
          <p:cNvSpPr/>
          <p:nvPr/>
        </p:nvSpPr>
        <p:spPr>
          <a:xfrm>
            <a:off x="5704416" y="59599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Oval 2229"/>
          <p:cNvSpPr/>
          <p:nvPr/>
        </p:nvSpPr>
        <p:spPr>
          <a:xfrm>
            <a:off x="5696745" y="596128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Oval 2230"/>
          <p:cNvSpPr/>
          <p:nvPr/>
        </p:nvSpPr>
        <p:spPr>
          <a:xfrm>
            <a:off x="5715340" y="596137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Oval 2231"/>
          <p:cNvSpPr/>
          <p:nvPr/>
        </p:nvSpPr>
        <p:spPr>
          <a:xfrm>
            <a:off x="5669285" y="59618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Oval 2232"/>
          <p:cNvSpPr/>
          <p:nvPr/>
        </p:nvSpPr>
        <p:spPr>
          <a:xfrm>
            <a:off x="5716871" y="596186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Oval 2233"/>
          <p:cNvSpPr/>
          <p:nvPr/>
        </p:nvSpPr>
        <p:spPr>
          <a:xfrm>
            <a:off x="5690814" y="59618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Oval 2234"/>
          <p:cNvSpPr/>
          <p:nvPr/>
        </p:nvSpPr>
        <p:spPr>
          <a:xfrm>
            <a:off x="5657861" y="596206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Oval 2235"/>
          <p:cNvSpPr/>
          <p:nvPr/>
        </p:nvSpPr>
        <p:spPr>
          <a:xfrm>
            <a:off x="5660036" y="596228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Oval 2236"/>
          <p:cNvSpPr/>
          <p:nvPr/>
        </p:nvSpPr>
        <p:spPr>
          <a:xfrm>
            <a:off x="5678305" y="59635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Oval 2237"/>
          <p:cNvSpPr/>
          <p:nvPr/>
        </p:nvSpPr>
        <p:spPr>
          <a:xfrm>
            <a:off x="5686906" y="59662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Oval 2238"/>
          <p:cNvSpPr/>
          <p:nvPr/>
        </p:nvSpPr>
        <p:spPr>
          <a:xfrm>
            <a:off x="5685785" y="59695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Oval 2239"/>
          <p:cNvSpPr/>
          <p:nvPr/>
        </p:nvSpPr>
        <p:spPr>
          <a:xfrm>
            <a:off x="5667010" y="597305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Oval 2240"/>
          <p:cNvSpPr/>
          <p:nvPr/>
        </p:nvSpPr>
        <p:spPr>
          <a:xfrm>
            <a:off x="5700975" y="597339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Oval 2241"/>
          <p:cNvSpPr/>
          <p:nvPr/>
        </p:nvSpPr>
        <p:spPr>
          <a:xfrm>
            <a:off x="5713127" y="597389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Oval 2242"/>
          <p:cNvSpPr/>
          <p:nvPr/>
        </p:nvSpPr>
        <p:spPr>
          <a:xfrm>
            <a:off x="5692002" y="597407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Oval 2243"/>
          <p:cNvSpPr/>
          <p:nvPr/>
        </p:nvSpPr>
        <p:spPr>
          <a:xfrm>
            <a:off x="5645518" y="597514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Oval 2244"/>
          <p:cNvSpPr/>
          <p:nvPr/>
        </p:nvSpPr>
        <p:spPr>
          <a:xfrm>
            <a:off x="5716544" y="597940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Oval 2245"/>
          <p:cNvSpPr/>
          <p:nvPr/>
        </p:nvSpPr>
        <p:spPr>
          <a:xfrm>
            <a:off x="5696283" y="59814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Oval 2246"/>
          <p:cNvSpPr/>
          <p:nvPr/>
        </p:nvSpPr>
        <p:spPr>
          <a:xfrm>
            <a:off x="5649178" y="598176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Oval 2247"/>
          <p:cNvSpPr/>
          <p:nvPr/>
        </p:nvSpPr>
        <p:spPr>
          <a:xfrm>
            <a:off x="5713194" y="59861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Oval 2248"/>
          <p:cNvSpPr/>
          <p:nvPr/>
        </p:nvSpPr>
        <p:spPr>
          <a:xfrm>
            <a:off x="5692462" y="59873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Oval 2249"/>
          <p:cNvSpPr/>
          <p:nvPr/>
        </p:nvSpPr>
        <p:spPr>
          <a:xfrm>
            <a:off x="5646728" y="59892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Oval 2250"/>
          <p:cNvSpPr/>
          <p:nvPr/>
        </p:nvSpPr>
        <p:spPr>
          <a:xfrm>
            <a:off x="5664396" y="598944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Oval 2251"/>
          <p:cNvSpPr/>
          <p:nvPr/>
        </p:nvSpPr>
        <p:spPr>
          <a:xfrm>
            <a:off x="5665634" y="598974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Oval 2252"/>
          <p:cNvSpPr/>
          <p:nvPr/>
        </p:nvSpPr>
        <p:spPr>
          <a:xfrm>
            <a:off x="5659663" y="599129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Oval 2253"/>
          <p:cNvSpPr/>
          <p:nvPr/>
        </p:nvSpPr>
        <p:spPr>
          <a:xfrm>
            <a:off x="5710533" y="599218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Oval 2254"/>
          <p:cNvSpPr/>
          <p:nvPr/>
        </p:nvSpPr>
        <p:spPr>
          <a:xfrm>
            <a:off x="5686646" y="599483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Oval 2255"/>
          <p:cNvSpPr/>
          <p:nvPr/>
        </p:nvSpPr>
        <p:spPr>
          <a:xfrm>
            <a:off x="5652538" y="59994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TextBox 2256"/>
          <p:cNvSpPr txBox="1"/>
          <p:nvPr/>
        </p:nvSpPr>
        <p:spPr>
          <a:xfrm>
            <a:off x="555498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32</a:t>
            </a:r>
          </a:p>
        </p:txBody>
      </p:sp>
      <p:cxnSp>
        <p:nvCxnSpPr>
          <p:cNvPr id="2258" name="Connector 2257"/>
          <p:cNvCxnSpPr/>
          <p:nvPr/>
        </p:nvCxnSpPr>
        <p:spPr>
          <a:xfrm flipV="1">
            <a:off x="6000750" y="5910420"/>
            <a:ext cx="0" cy="10820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9" name="Connector 2258"/>
          <p:cNvCxnSpPr/>
          <p:nvPr/>
        </p:nvCxnSpPr>
        <p:spPr>
          <a:xfrm>
            <a:off x="5959888" y="6018625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0" name="Connector 2259"/>
          <p:cNvCxnSpPr/>
          <p:nvPr/>
        </p:nvCxnSpPr>
        <p:spPr>
          <a:xfrm>
            <a:off x="5959888" y="5910420"/>
            <a:ext cx="8172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1" name="Rectangle 2260"/>
          <p:cNvSpPr/>
          <p:nvPr/>
        </p:nvSpPr>
        <p:spPr>
          <a:xfrm>
            <a:off x="5919026" y="6005228"/>
            <a:ext cx="163449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2" name="Connector 2261"/>
          <p:cNvCxnSpPr/>
          <p:nvPr/>
        </p:nvCxnSpPr>
        <p:spPr>
          <a:xfrm>
            <a:off x="5919026" y="5994490"/>
            <a:ext cx="163449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3" name="Oval 2262"/>
          <p:cNvSpPr/>
          <p:nvPr/>
        </p:nvSpPr>
        <p:spPr>
          <a:xfrm>
            <a:off x="5982849" y="58921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Oval 2263"/>
          <p:cNvSpPr/>
          <p:nvPr/>
        </p:nvSpPr>
        <p:spPr>
          <a:xfrm>
            <a:off x="5944791" y="59129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Oval 2264"/>
          <p:cNvSpPr/>
          <p:nvPr/>
        </p:nvSpPr>
        <p:spPr>
          <a:xfrm>
            <a:off x="5944474" y="591982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Oval 2265"/>
          <p:cNvSpPr/>
          <p:nvPr/>
        </p:nvSpPr>
        <p:spPr>
          <a:xfrm>
            <a:off x="6006833" y="592674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Oval 2266"/>
          <p:cNvSpPr/>
          <p:nvPr/>
        </p:nvSpPr>
        <p:spPr>
          <a:xfrm>
            <a:off x="5967399" y="594059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Oval 2267"/>
          <p:cNvSpPr/>
          <p:nvPr/>
        </p:nvSpPr>
        <p:spPr>
          <a:xfrm>
            <a:off x="6010835" y="594751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Oval 2268"/>
          <p:cNvSpPr/>
          <p:nvPr/>
        </p:nvSpPr>
        <p:spPr>
          <a:xfrm>
            <a:off x="5962127" y="594949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Oval 2269"/>
          <p:cNvSpPr/>
          <p:nvPr/>
        </p:nvSpPr>
        <p:spPr>
          <a:xfrm>
            <a:off x="5943893" y="595003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Oval 2270"/>
          <p:cNvSpPr/>
          <p:nvPr/>
        </p:nvSpPr>
        <p:spPr>
          <a:xfrm>
            <a:off x="5947489" y="59594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Oval 2271"/>
          <p:cNvSpPr/>
          <p:nvPr/>
        </p:nvSpPr>
        <p:spPr>
          <a:xfrm>
            <a:off x="5957860" y="595946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Oval 2272"/>
          <p:cNvSpPr/>
          <p:nvPr/>
        </p:nvSpPr>
        <p:spPr>
          <a:xfrm>
            <a:off x="5946569" y="596626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Oval 2273"/>
          <p:cNvSpPr/>
          <p:nvPr/>
        </p:nvSpPr>
        <p:spPr>
          <a:xfrm>
            <a:off x="5953280" y="59684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Oval 2274"/>
          <p:cNvSpPr/>
          <p:nvPr/>
        </p:nvSpPr>
        <p:spPr>
          <a:xfrm>
            <a:off x="5942876" y="596934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Oval 2275"/>
          <p:cNvSpPr/>
          <p:nvPr/>
        </p:nvSpPr>
        <p:spPr>
          <a:xfrm>
            <a:off x="5991299" y="597191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Oval 2276"/>
          <p:cNvSpPr/>
          <p:nvPr/>
        </p:nvSpPr>
        <p:spPr>
          <a:xfrm>
            <a:off x="5995936" y="597308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Oval 2277"/>
          <p:cNvSpPr/>
          <p:nvPr/>
        </p:nvSpPr>
        <p:spPr>
          <a:xfrm>
            <a:off x="6022490" y="597587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Oval 2278"/>
          <p:cNvSpPr/>
          <p:nvPr/>
        </p:nvSpPr>
        <p:spPr>
          <a:xfrm>
            <a:off x="5995350" y="597620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Oval 2279"/>
          <p:cNvSpPr/>
          <p:nvPr/>
        </p:nvSpPr>
        <p:spPr>
          <a:xfrm>
            <a:off x="5964700" y="5979622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Oval 2280"/>
          <p:cNvSpPr/>
          <p:nvPr/>
        </p:nvSpPr>
        <p:spPr>
          <a:xfrm>
            <a:off x="5996063" y="5980716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Oval 2281"/>
          <p:cNvSpPr/>
          <p:nvPr/>
        </p:nvSpPr>
        <p:spPr>
          <a:xfrm>
            <a:off x="5941644" y="598219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Oval 2282"/>
          <p:cNvSpPr/>
          <p:nvPr/>
        </p:nvSpPr>
        <p:spPr>
          <a:xfrm>
            <a:off x="6019505" y="5982558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Oval 2283"/>
          <p:cNvSpPr/>
          <p:nvPr/>
        </p:nvSpPr>
        <p:spPr>
          <a:xfrm>
            <a:off x="5974702" y="5984171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Oval 2284"/>
          <p:cNvSpPr/>
          <p:nvPr/>
        </p:nvSpPr>
        <p:spPr>
          <a:xfrm>
            <a:off x="5988601" y="598452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Oval 2285"/>
          <p:cNvSpPr/>
          <p:nvPr/>
        </p:nvSpPr>
        <p:spPr>
          <a:xfrm>
            <a:off x="5978979" y="598486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Oval 2286"/>
          <p:cNvSpPr/>
          <p:nvPr/>
        </p:nvSpPr>
        <p:spPr>
          <a:xfrm>
            <a:off x="5946952" y="598694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Oval 2287"/>
          <p:cNvSpPr/>
          <p:nvPr/>
        </p:nvSpPr>
        <p:spPr>
          <a:xfrm>
            <a:off x="5992300" y="5987300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Oval 2288"/>
          <p:cNvSpPr/>
          <p:nvPr/>
        </p:nvSpPr>
        <p:spPr>
          <a:xfrm>
            <a:off x="5966128" y="59897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Oval 2289"/>
          <p:cNvSpPr/>
          <p:nvPr/>
        </p:nvSpPr>
        <p:spPr>
          <a:xfrm>
            <a:off x="5992364" y="5990783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Oval 2290"/>
          <p:cNvSpPr/>
          <p:nvPr/>
        </p:nvSpPr>
        <p:spPr>
          <a:xfrm>
            <a:off x="5977830" y="5991129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Oval 2291"/>
          <p:cNvSpPr/>
          <p:nvPr/>
        </p:nvSpPr>
        <p:spPr>
          <a:xfrm>
            <a:off x="6004752" y="599291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Oval 2292"/>
          <p:cNvSpPr/>
          <p:nvPr/>
        </p:nvSpPr>
        <p:spPr>
          <a:xfrm>
            <a:off x="6003340" y="5993774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Oval 2293"/>
          <p:cNvSpPr/>
          <p:nvPr/>
        </p:nvSpPr>
        <p:spPr>
          <a:xfrm>
            <a:off x="5953032" y="5997685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Oval 2294"/>
          <p:cNvSpPr/>
          <p:nvPr/>
        </p:nvSpPr>
        <p:spPr>
          <a:xfrm>
            <a:off x="5974520" y="6000337"/>
            <a:ext cx="36576" cy="3657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TextBox 2295"/>
          <p:cNvSpPr txBox="1"/>
          <p:nvPr/>
        </p:nvSpPr>
        <p:spPr>
          <a:xfrm>
            <a:off x="585216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35</a:t>
            </a:r>
          </a:p>
        </p:txBody>
      </p:sp>
      <p:cxnSp>
        <p:nvCxnSpPr>
          <p:cNvPr id="2297" name="Connector 2296"/>
          <p:cNvCxnSpPr/>
          <p:nvPr/>
        </p:nvCxnSpPr>
        <p:spPr>
          <a:xfrm flipV="1">
            <a:off x="6297930" y="5405018"/>
            <a:ext cx="0" cy="58308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8" name="Connector 2297"/>
          <p:cNvCxnSpPr/>
          <p:nvPr/>
        </p:nvCxnSpPr>
        <p:spPr>
          <a:xfrm>
            <a:off x="6257068" y="5988107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9" name="Connector 2298"/>
          <p:cNvCxnSpPr/>
          <p:nvPr/>
        </p:nvCxnSpPr>
        <p:spPr>
          <a:xfrm>
            <a:off x="6257068" y="5405018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0" name="Rectangle 2299"/>
          <p:cNvSpPr/>
          <p:nvPr/>
        </p:nvSpPr>
        <p:spPr>
          <a:xfrm>
            <a:off x="6216206" y="5958884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1" name="Connector 2300"/>
          <p:cNvCxnSpPr/>
          <p:nvPr/>
        </p:nvCxnSpPr>
        <p:spPr>
          <a:xfrm>
            <a:off x="6216206" y="5917344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2" name="Oval 2301"/>
          <p:cNvSpPr/>
          <p:nvPr/>
        </p:nvSpPr>
        <p:spPr>
          <a:xfrm>
            <a:off x="6313581" y="53867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Oval 2302"/>
          <p:cNvSpPr/>
          <p:nvPr/>
        </p:nvSpPr>
        <p:spPr>
          <a:xfrm>
            <a:off x="6280072" y="54836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Oval 2303"/>
          <p:cNvSpPr/>
          <p:nvPr/>
        </p:nvSpPr>
        <p:spPr>
          <a:xfrm>
            <a:off x="6281814" y="56013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Oval 2304"/>
          <p:cNvSpPr/>
          <p:nvPr/>
        </p:nvSpPr>
        <p:spPr>
          <a:xfrm>
            <a:off x="6267106" y="56567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Oval 2305"/>
          <p:cNvSpPr/>
          <p:nvPr/>
        </p:nvSpPr>
        <p:spPr>
          <a:xfrm>
            <a:off x="6292062" y="56775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Oval 2306"/>
          <p:cNvSpPr/>
          <p:nvPr/>
        </p:nvSpPr>
        <p:spPr>
          <a:xfrm>
            <a:off x="6280683" y="56913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Oval 2307"/>
          <p:cNvSpPr/>
          <p:nvPr/>
        </p:nvSpPr>
        <p:spPr>
          <a:xfrm>
            <a:off x="6242160" y="57052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Oval 2308"/>
          <p:cNvSpPr/>
          <p:nvPr/>
        </p:nvSpPr>
        <p:spPr>
          <a:xfrm>
            <a:off x="6318411" y="57052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Oval 2309"/>
          <p:cNvSpPr/>
          <p:nvPr/>
        </p:nvSpPr>
        <p:spPr>
          <a:xfrm>
            <a:off x="6264267" y="57467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Oval 2310"/>
          <p:cNvSpPr/>
          <p:nvPr/>
        </p:nvSpPr>
        <p:spPr>
          <a:xfrm>
            <a:off x="6292105" y="57536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Oval 2311"/>
          <p:cNvSpPr/>
          <p:nvPr/>
        </p:nvSpPr>
        <p:spPr>
          <a:xfrm>
            <a:off x="6292197" y="57882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Oval 2312"/>
          <p:cNvSpPr/>
          <p:nvPr/>
        </p:nvSpPr>
        <p:spPr>
          <a:xfrm>
            <a:off x="6259245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Oval 2313"/>
          <p:cNvSpPr/>
          <p:nvPr/>
        </p:nvSpPr>
        <p:spPr>
          <a:xfrm>
            <a:off x="6242481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Oval 2314"/>
          <p:cNvSpPr/>
          <p:nvPr/>
        </p:nvSpPr>
        <p:spPr>
          <a:xfrm>
            <a:off x="6288813" y="58021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Oval 2315"/>
          <p:cNvSpPr/>
          <p:nvPr/>
        </p:nvSpPr>
        <p:spPr>
          <a:xfrm>
            <a:off x="6319283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Oval 2316"/>
          <p:cNvSpPr/>
          <p:nvPr/>
        </p:nvSpPr>
        <p:spPr>
          <a:xfrm>
            <a:off x="6282956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Oval 2317"/>
          <p:cNvSpPr/>
          <p:nvPr/>
        </p:nvSpPr>
        <p:spPr>
          <a:xfrm>
            <a:off x="6320427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Oval 2318"/>
          <p:cNvSpPr/>
          <p:nvPr/>
        </p:nvSpPr>
        <p:spPr>
          <a:xfrm>
            <a:off x="6285136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Oval 2319"/>
          <p:cNvSpPr/>
          <p:nvPr/>
        </p:nvSpPr>
        <p:spPr>
          <a:xfrm>
            <a:off x="6286628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Oval 2320"/>
          <p:cNvSpPr/>
          <p:nvPr/>
        </p:nvSpPr>
        <p:spPr>
          <a:xfrm>
            <a:off x="6294259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Oval 2321"/>
          <p:cNvSpPr/>
          <p:nvPr/>
        </p:nvSpPr>
        <p:spPr>
          <a:xfrm>
            <a:off x="6271062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Oval 2322"/>
          <p:cNvSpPr/>
          <p:nvPr/>
        </p:nvSpPr>
        <p:spPr>
          <a:xfrm>
            <a:off x="6305660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Oval 2323"/>
          <p:cNvSpPr/>
          <p:nvPr/>
        </p:nvSpPr>
        <p:spPr>
          <a:xfrm>
            <a:off x="6256372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Oval 2324"/>
          <p:cNvSpPr/>
          <p:nvPr/>
        </p:nvSpPr>
        <p:spPr>
          <a:xfrm>
            <a:off x="6257150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Oval 2325"/>
          <p:cNvSpPr/>
          <p:nvPr/>
        </p:nvSpPr>
        <p:spPr>
          <a:xfrm>
            <a:off x="6249077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Oval 2326"/>
          <p:cNvSpPr/>
          <p:nvPr/>
        </p:nvSpPr>
        <p:spPr>
          <a:xfrm>
            <a:off x="6257600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Oval 2327"/>
          <p:cNvSpPr/>
          <p:nvPr/>
        </p:nvSpPr>
        <p:spPr>
          <a:xfrm>
            <a:off x="6257118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Oval 2328"/>
          <p:cNvSpPr/>
          <p:nvPr/>
        </p:nvSpPr>
        <p:spPr>
          <a:xfrm>
            <a:off x="6279830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Oval 2329"/>
          <p:cNvSpPr/>
          <p:nvPr/>
        </p:nvSpPr>
        <p:spPr>
          <a:xfrm>
            <a:off x="6319972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Oval 2330"/>
          <p:cNvSpPr/>
          <p:nvPr/>
        </p:nvSpPr>
        <p:spPr>
          <a:xfrm>
            <a:off x="6311785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Oval 2331"/>
          <p:cNvSpPr/>
          <p:nvPr/>
        </p:nvSpPr>
        <p:spPr>
          <a:xfrm>
            <a:off x="6256696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Oval 2332"/>
          <p:cNvSpPr/>
          <p:nvPr/>
        </p:nvSpPr>
        <p:spPr>
          <a:xfrm>
            <a:off x="6306942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Oval 2333"/>
          <p:cNvSpPr/>
          <p:nvPr/>
        </p:nvSpPr>
        <p:spPr>
          <a:xfrm>
            <a:off x="6296237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Oval 2334"/>
          <p:cNvSpPr/>
          <p:nvPr/>
        </p:nvSpPr>
        <p:spPr>
          <a:xfrm>
            <a:off x="6273022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Oval 2335"/>
          <p:cNvSpPr/>
          <p:nvPr/>
        </p:nvSpPr>
        <p:spPr>
          <a:xfrm>
            <a:off x="6274171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Oval 2336"/>
          <p:cNvSpPr/>
          <p:nvPr/>
        </p:nvSpPr>
        <p:spPr>
          <a:xfrm>
            <a:off x="6255444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Oval 2337"/>
          <p:cNvSpPr/>
          <p:nvPr/>
        </p:nvSpPr>
        <p:spPr>
          <a:xfrm>
            <a:off x="6263527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Oval 2338"/>
          <p:cNvSpPr/>
          <p:nvPr/>
        </p:nvSpPr>
        <p:spPr>
          <a:xfrm>
            <a:off x="6309071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Oval 2339"/>
          <p:cNvSpPr/>
          <p:nvPr/>
        </p:nvSpPr>
        <p:spPr>
          <a:xfrm>
            <a:off x="6304872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Oval 2340"/>
          <p:cNvSpPr/>
          <p:nvPr/>
        </p:nvSpPr>
        <p:spPr>
          <a:xfrm>
            <a:off x="6299079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Oval 2341"/>
          <p:cNvSpPr/>
          <p:nvPr/>
        </p:nvSpPr>
        <p:spPr>
          <a:xfrm>
            <a:off x="6245340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Oval 2342"/>
          <p:cNvSpPr/>
          <p:nvPr/>
        </p:nvSpPr>
        <p:spPr>
          <a:xfrm>
            <a:off x="6281067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Oval 2343"/>
          <p:cNvSpPr/>
          <p:nvPr/>
        </p:nvSpPr>
        <p:spPr>
          <a:xfrm>
            <a:off x="6275417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Oval 2344"/>
          <p:cNvSpPr/>
          <p:nvPr/>
        </p:nvSpPr>
        <p:spPr>
          <a:xfrm>
            <a:off x="6283970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Oval 2345"/>
          <p:cNvSpPr/>
          <p:nvPr/>
        </p:nvSpPr>
        <p:spPr>
          <a:xfrm>
            <a:off x="6263037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Oval 2346"/>
          <p:cNvSpPr/>
          <p:nvPr/>
        </p:nvSpPr>
        <p:spPr>
          <a:xfrm>
            <a:off x="6258750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Oval 2347"/>
          <p:cNvSpPr/>
          <p:nvPr/>
        </p:nvSpPr>
        <p:spPr>
          <a:xfrm>
            <a:off x="6286221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Oval 2348"/>
          <p:cNvSpPr/>
          <p:nvPr/>
        </p:nvSpPr>
        <p:spPr>
          <a:xfrm>
            <a:off x="6244278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Oval 2349"/>
          <p:cNvSpPr/>
          <p:nvPr/>
        </p:nvSpPr>
        <p:spPr>
          <a:xfrm>
            <a:off x="6292947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Oval 2350"/>
          <p:cNvSpPr/>
          <p:nvPr/>
        </p:nvSpPr>
        <p:spPr>
          <a:xfrm>
            <a:off x="6304307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Oval 2351"/>
          <p:cNvSpPr/>
          <p:nvPr/>
        </p:nvSpPr>
        <p:spPr>
          <a:xfrm>
            <a:off x="6241105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Oval 2352"/>
          <p:cNvSpPr/>
          <p:nvPr/>
        </p:nvSpPr>
        <p:spPr>
          <a:xfrm>
            <a:off x="6315340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Oval 2353"/>
          <p:cNvSpPr/>
          <p:nvPr/>
        </p:nvSpPr>
        <p:spPr>
          <a:xfrm>
            <a:off x="6294196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Oval 2354"/>
          <p:cNvSpPr/>
          <p:nvPr/>
        </p:nvSpPr>
        <p:spPr>
          <a:xfrm>
            <a:off x="6290560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Oval 2355"/>
          <p:cNvSpPr/>
          <p:nvPr/>
        </p:nvSpPr>
        <p:spPr>
          <a:xfrm>
            <a:off x="6247237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Oval 2356"/>
          <p:cNvSpPr/>
          <p:nvPr/>
        </p:nvSpPr>
        <p:spPr>
          <a:xfrm>
            <a:off x="6284590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Oval 2357"/>
          <p:cNvSpPr/>
          <p:nvPr/>
        </p:nvSpPr>
        <p:spPr>
          <a:xfrm>
            <a:off x="627688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Oval 2358"/>
          <p:cNvSpPr/>
          <p:nvPr/>
        </p:nvSpPr>
        <p:spPr>
          <a:xfrm>
            <a:off x="6315052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Oval 2359"/>
          <p:cNvSpPr/>
          <p:nvPr/>
        </p:nvSpPr>
        <p:spPr>
          <a:xfrm>
            <a:off x="626501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Oval 2360"/>
          <p:cNvSpPr/>
          <p:nvPr/>
        </p:nvSpPr>
        <p:spPr>
          <a:xfrm>
            <a:off x="627308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Oval 2361"/>
          <p:cNvSpPr/>
          <p:nvPr/>
        </p:nvSpPr>
        <p:spPr>
          <a:xfrm>
            <a:off x="6269713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Oval 2362"/>
          <p:cNvSpPr/>
          <p:nvPr/>
        </p:nvSpPr>
        <p:spPr>
          <a:xfrm>
            <a:off x="6253154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Oval 2363"/>
          <p:cNvSpPr/>
          <p:nvPr/>
        </p:nvSpPr>
        <p:spPr>
          <a:xfrm>
            <a:off x="6273616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Oval 2364"/>
          <p:cNvSpPr/>
          <p:nvPr/>
        </p:nvSpPr>
        <p:spPr>
          <a:xfrm>
            <a:off x="6318939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Oval 2365"/>
          <p:cNvSpPr/>
          <p:nvPr/>
        </p:nvSpPr>
        <p:spPr>
          <a:xfrm>
            <a:off x="6295635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Oval 2366"/>
          <p:cNvSpPr/>
          <p:nvPr/>
        </p:nvSpPr>
        <p:spPr>
          <a:xfrm>
            <a:off x="6315390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Oval 2367"/>
          <p:cNvSpPr/>
          <p:nvPr/>
        </p:nvSpPr>
        <p:spPr>
          <a:xfrm>
            <a:off x="6292067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Oval 2368"/>
          <p:cNvSpPr/>
          <p:nvPr/>
        </p:nvSpPr>
        <p:spPr>
          <a:xfrm>
            <a:off x="6317786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Oval 2369"/>
          <p:cNvSpPr/>
          <p:nvPr/>
        </p:nvSpPr>
        <p:spPr>
          <a:xfrm>
            <a:off x="6305986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Oval 2370"/>
          <p:cNvSpPr/>
          <p:nvPr/>
        </p:nvSpPr>
        <p:spPr>
          <a:xfrm>
            <a:off x="6240501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Oval 2371"/>
          <p:cNvSpPr/>
          <p:nvPr/>
        </p:nvSpPr>
        <p:spPr>
          <a:xfrm>
            <a:off x="6270927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Oval 2372"/>
          <p:cNvSpPr/>
          <p:nvPr/>
        </p:nvSpPr>
        <p:spPr>
          <a:xfrm>
            <a:off x="629315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Oval 2373"/>
          <p:cNvSpPr/>
          <p:nvPr/>
        </p:nvSpPr>
        <p:spPr>
          <a:xfrm>
            <a:off x="6286406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Oval 2374"/>
          <p:cNvSpPr/>
          <p:nvPr/>
        </p:nvSpPr>
        <p:spPr>
          <a:xfrm>
            <a:off x="625417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Oval 2375"/>
          <p:cNvSpPr/>
          <p:nvPr/>
        </p:nvSpPr>
        <p:spPr>
          <a:xfrm>
            <a:off x="625173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Oval 2376"/>
          <p:cNvSpPr/>
          <p:nvPr/>
        </p:nvSpPr>
        <p:spPr>
          <a:xfrm>
            <a:off x="6291296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Oval 2377"/>
          <p:cNvSpPr/>
          <p:nvPr/>
        </p:nvSpPr>
        <p:spPr>
          <a:xfrm>
            <a:off x="626355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Oval 2378"/>
          <p:cNvSpPr/>
          <p:nvPr/>
        </p:nvSpPr>
        <p:spPr>
          <a:xfrm>
            <a:off x="6241526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Oval 2379"/>
          <p:cNvSpPr/>
          <p:nvPr/>
        </p:nvSpPr>
        <p:spPr>
          <a:xfrm>
            <a:off x="6316714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Oval 2380"/>
          <p:cNvSpPr/>
          <p:nvPr/>
        </p:nvSpPr>
        <p:spPr>
          <a:xfrm>
            <a:off x="6310977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Oval 2381"/>
          <p:cNvSpPr/>
          <p:nvPr/>
        </p:nvSpPr>
        <p:spPr>
          <a:xfrm>
            <a:off x="6298358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Oval 2382"/>
          <p:cNvSpPr/>
          <p:nvPr/>
        </p:nvSpPr>
        <p:spPr>
          <a:xfrm>
            <a:off x="6294174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Oval 2383"/>
          <p:cNvSpPr/>
          <p:nvPr/>
        </p:nvSpPr>
        <p:spPr>
          <a:xfrm>
            <a:off x="6268820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Oval 2384"/>
          <p:cNvSpPr/>
          <p:nvPr/>
        </p:nvSpPr>
        <p:spPr>
          <a:xfrm>
            <a:off x="6287855" y="59485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Oval 2385"/>
          <p:cNvSpPr/>
          <p:nvPr/>
        </p:nvSpPr>
        <p:spPr>
          <a:xfrm>
            <a:off x="6311321" y="59486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Oval 2386"/>
          <p:cNvSpPr/>
          <p:nvPr/>
        </p:nvSpPr>
        <p:spPr>
          <a:xfrm>
            <a:off x="6315647" y="59489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Oval 2387"/>
          <p:cNvSpPr/>
          <p:nvPr/>
        </p:nvSpPr>
        <p:spPr>
          <a:xfrm>
            <a:off x="6288701" y="59496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Oval 2388"/>
          <p:cNvSpPr/>
          <p:nvPr/>
        </p:nvSpPr>
        <p:spPr>
          <a:xfrm>
            <a:off x="6242809" y="59521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Oval 2389"/>
          <p:cNvSpPr/>
          <p:nvPr/>
        </p:nvSpPr>
        <p:spPr>
          <a:xfrm>
            <a:off x="6253423" y="59522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Oval 2390"/>
          <p:cNvSpPr/>
          <p:nvPr/>
        </p:nvSpPr>
        <p:spPr>
          <a:xfrm>
            <a:off x="6294583" y="59524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Oval 2391"/>
          <p:cNvSpPr/>
          <p:nvPr/>
        </p:nvSpPr>
        <p:spPr>
          <a:xfrm>
            <a:off x="6305705" y="59531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Oval 2392"/>
          <p:cNvSpPr/>
          <p:nvPr/>
        </p:nvSpPr>
        <p:spPr>
          <a:xfrm>
            <a:off x="6308343" y="59582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Oval 2393"/>
          <p:cNvSpPr/>
          <p:nvPr/>
        </p:nvSpPr>
        <p:spPr>
          <a:xfrm>
            <a:off x="6312890" y="59624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Oval 2394"/>
          <p:cNvSpPr/>
          <p:nvPr/>
        </p:nvSpPr>
        <p:spPr>
          <a:xfrm>
            <a:off x="6276441" y="59640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Oval 2395"/>
          <p:cNvSpPr/>
          <p:nvPr/>
        </p:nvSpPr>
        <p:spPr>
          <a:xfrm>
            <a:off x="6269475" y="59657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Oval 2396"/>
          <p:cNvSpPr/>
          <p:nvPr/>
        </p:nvSpPr>
        <p:spPr>
          <a:xfrm>
            <a:off x="6285088" y="59660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Oval 2397"/>
          <p:cNvSpPr/>
          <p:nvPr/>
        </p:nvSpPr>
        <p:spPr>
          <a:xfrm>
            <a:off x="6278647" y="59661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Oval 2398"/>
          <p:cNvSpPr/>
          <p:nvPr/>
        </p:nvSpPr>
        <p:spPr>
          <a:xfrm>
            <a:off x="6294998" y="59694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Oval 2399"/>
          <p:cNvSpPr/>
          <p:nvPr/>
        </p:nvSpPr>
        <p:spPr>
          <a:xfrm>
            <a:off x="6266915" y="59698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TextBox 2400"/>
          <p:cNvSpPr txBox="1"/>
          <p:nvPr/>
        </p:nvSpPr>
        <p:spPr>
          <a:xfrm>
            <a:off x="614934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cxnSp>
        <p:nvCxnSpPr>
          <p:cNvPr id="2402" name="Connector 2401"/>
          <p:cNvCxnSpPr/>
          <p:nvPr/>
        </p:nvCxnSpPr>
        <p:spPr>
          <a:xfrm flipV="1">
            <a:off x="6595110" y="5841187"/>
            <a:ext cx="0" cy="17067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3" name="Connector 2402"/>
          <p:cNvCxnSpPr/>
          <p:nvPr/>
        </p:nvCxnSpPr>
        <p:spPr>
          <a:xfrm>
            <a:off x="6554248" y="601186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4" name="Connector 2403"/>
          <p:cNvCxnSpPr/>
          <p:nvPr/>
        </p:nvCxnSpPr>
        <p:spPr>
          <a:xfrm>
            <a:off x="6554248" y="5841187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5" name="Rectangle 2404"/>
          <p:cNvSpPr/>
          <p:nvPr/>
        </p:nvSpPr>
        <p:spPr>
          <a:xfrm>
            <a:off x="6513386" y="5993119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6" name="Connector 2405"/>
          <p:cNvCxnSpPr/>
          <p:nvPr/>
        </p:nvCxnSpPr>
        <p:spPr>
          <a:xfrm>
            <a:off x="6513386" y="5980540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7" name="Oval 2406"/>
          <p:cNvSpPr/>
          <p:nvPr/>
        </p:nvSpPr>
        <p:spPr>
          <a:xfrm>
            <a:off x="6610748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Oval 2407"/>
          <p:cNvSpPr/>
          <p:nvPr/>
        </p:nvSpPr>
        <p:spPr>
          <a:xfrm>
            <a:off x="6564680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Oval 2408"/>
          <p:cNvSpPr/>
          <p:nvPr/>
        </p:nvSpPr>
        <p:spPr>
          <a:xfrm>
            <a:off x="6609319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Oval 2409"/>
          <p:cNvSpPr/>
          <p:nvPr/>
        </p:nvSpPr>
        <p:spPr>
          <a:xfrm>
            <a:off x="6590727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Oval 2410"/>
          <p:cNvSpPr/>
          <p:nvPr/>
        </p:nvSpPr>
        <p:spPr>
          <a:xfrm>
            <a:off x="6588013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Oval 2411"/>
          <p:cNvSpPr/>
          <p:nvPr/>
        </p:nvSpPr>
        <p:spPr>
          <a:xfrm>
            <a:off x="6555524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Oval 2412"/>
          <p:cNvSpPr/>
          <p:nvPr/>
        </p:nvSpPr>
        <p:spPr>
          <a:xfrm>
            <a:off x="6584257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Oval 2413"/>
          <p:cNvSpPr/>
          <p:nvPr/>
        </p:nvSpPr>
        <p:spPr>
          <a:xfrm>
            <a:off x="658260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Oval 2414"/>
          <p:cNvSpPr/>
          <p:nvPr/>
        </p:nvSpPr>
        <p:spPr>
          <a:xfrm>
            <a:off x="660723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Oval 2415"/>
          <p:cNvSpPr/>
          <p:nvPr/>
        </p:nvSpPr>
        <p:spPr>
          <a:xfrm>
            <a:off x="653613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Oval 2416"/>
          <p:cNvSpPr/>
          <p:nvPr/>
        </p:nvSpPr>
        <p:spPr>
          <a:xfrm>
            <a:off x="659311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Oval 2417"/>
          <p:cNvSpPr/>
          <p:nvPr/>
        </p:nvSpPr>
        <p:spPr>
          <a:xfrm>
            <a:off x="6553905" y="59477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Oval 2418"/>
          <p:cNvSpPr/>
          <p:nvPr/>
        </p:nvSpPr>
        <p:spPr>
          <a:xfrm>
            <a:off x="6553225" y="59512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Oval 2419"/>
          <p:cNvSpPr/>
          <p:nvPr/>
        </p:nvSpPr>
        <p:spPr>
          <a:xfrm>
            <a:off x="6610947" y="59547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Oval 2420"/>
          <p:cNvSpPr/>
          <p:nvPr/>
        </p:nvSpPr>
        <p:spPr>
          <a:xfrm>
            <a:off x="6545047" y="59550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Oval 2421"/>
          <p:cNvSpPr/>
          <p:nvPr/>
        </p:nvSpPr>
        <p:spPr>
          <a:xfrm>
            <a:off x="6549274" y="59564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Oval 2422"/>
          <p:cNvSpPr/>
          <p:nvPr/>
        </p:nvSpPr>
        <p:spPr>
          <a:xfrm>
            <a:off x="6566067" y="59622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Oval 2423"/>
          <p:cNvSpPr/>
          <p:nvPr/>
        </p:nvSpPr>
        <p:spPr>
          <a:xfrm>
            <a:off x="6580232" y="59631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Oval 2424"/>
          <p:cNvSpPr/>
          <p:nvPr/>
        </p:nvSpPr>
        <p:spPr>
          <a:xfrm>
            <a:off x="6611876" y="59634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Oval 2425"/>
          <p:cNvSpPr/>
          <p:nvPr/>
        </p:nvSpPr>
        <p:spPr>
          <a:xfrm>
            <a:off x="6541295" y="596356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Oval 2426"/>
          <p:cNvSpPr/>
          <p:nvPr/>
        </p:nvSpPr>
        <p:spPr>
          <a:xfrm>
            <a:off x="6561116" y="59667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Oval 2427"/>
          <p:cNvSpPr/>
          <p:nvPr/>
        </p:nvSpPr>
        <p:spPr>
          <a:xfrm>
            <a:off x="6605609" y="596815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Oval 2428"/>
          <p:cNvSpPr/>
          <p:nvPr/>
        </p:nvSpPr>
        <p:spPr>
          <a:xfrm>
            <a:off x="6565340" y="59708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Oval 2429"/>
          <p:cNvSpPr/>
          <p:nvPr/>
        </p:nvSpPr>
        <p:spPr>
          <a:xfrm>
            <a:off x="6600230" y="59715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Oval 2430"/>
          <p:cNvSpPr/>
          <p:nvPr/>
        </p:nvSpPr>
        <p:spPr>
          <a:xfrm>
            <a:off x="6560609" y="59748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Oval 2431"/>
          <p:cNvSpPr/>
          <p:nvPr/>
        </p:nvSpPr>
        <p:spPr>
          <a:xfrm>
            <a:off x="6612923" y="59770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Oval 2432"/>
          <p:cNvSpPr/>
          <p:nvPr/>
        </p:nvSpPr>
        <p:spPr>
          <a:xfrm>
            <a:off x="6565010" y="59775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Oval 2433"/>
          <p:cNvSpPr/>
          <p:nvPr/>
        </p:nvSpPr>
        <p:spPr>
          <a:xfrm>
            <a:off x="6548284" y="59777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Oval 2434"/>
          <p:cNvSpPr/>
          <p:nvPr/>
        </p:nvSpPr>
        <p:spPr>
          <a:xfrm>
            <a:off x="6608142" y="598075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Oval 2435"/>
          <p:cNvSpPr/>
          <p:nvPr/>
        </p:nvSpPr>
        <p:spPr>
          <a:xfrm>
            <a:off x="6558369" y="59827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Oval 2436"/>
          <p:cNvSpPr/>
          <p:nvPr/>
        </p:nvSpPr>
        <p:spPr>
          <a:xfrm>
            <a:off x="6568748" y="59850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Oval 2437"/>
          <p:cNvSpPr/>
          <p:nvPr/>
        </p:nvSpPr>
        <p:spPr>
          <a:xfrm>
            <a:off x="6571088" y="59926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Oval 2438"/>
          <p:cNvSpPr/>
          <p:nvPr/>
        </p:nvSpPr>
        <p:spPr>
          <a:xfrm>
            <a:off x="6585634" y="59935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TextBox 2439"/>
          <p:cNvSpPr txBox="1"/>
          <p:nvPr/>
        </p:nvSpPr>
        <p:spPr>
          <a:xfrm>
            <a:off x="644652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3</a:t>
            </a:r>
          </a:p>
        </p:txBody>
      </p:sp>
      <p:cxnSp>
        <p:nvCxnSpPr>
          <p:cNvPr id="2441" name="Connector 2440"/>
          <p:cNvCxnSpPr/>
          <p:nvPr/>
        </p:nvCxnSpPr>
        <p:spPr>
          <a:xfrm flipV="1">
            <a:off x="6892290" y="5626564"/>
            <a:ext cx="0" cy="37554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2" name="Connector 2441"/>
          <p:cNvCxnSpPr/>
          <p:nvPr/>
        </p:nvCxnSpPr>
        <p:spPr>
          <a:xfrm>
            <a:off x="6851428" y="6002113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3" name="Connector 2442"/>
          <p:cNvCxnSpPr/>
          <p:nvPr/>
        </p:nvCxnSpPr>
        <p:spPr>
          <a:xfrm>
            <a:off x="6851428" y="5626564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4" name="Rectangle 2443"/>
          <p:cNvSpPr/>
          <p:nvPr/>
        </p:nvSpPr>
        <p:spPr>
          <a:xfrm>
            <a:off x="6810566" y="5977232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5" name="Connector 2444"/>
          <p:cNvCxnSpPr/>
          <p:nvPr/>
        </p:nvCxnSpPr>
        <p:spPr>
          <a:xfrm>
            <a:off x="6810566" y="5951960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6" name="Oval 2445"/>
          <p:cNvSpPr/>
          <p:nvPr/>
        </p:nvSpPr>
        <p:spPr>
          <a:xfrm>
            <a:off x="6840963" y="56082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Oval 2446"/>
          <p:cNvSpPr/>
          <p:nvPr/>
        </p:nvSpPr>
        <p:spPr>
          <a:xfrm>
            <a:off x="6839023" y="56636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Oval 2447"/>
          <p:cNvSpPr/>
          <p:nvPr/>
        </p:nvSpPr>
        <p:spPr>
          <a:xfrm>
            <a:off x="6914128" y="5684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Oval 2448"/>
          <p:cNvSpPr/>
          <p:nvPr/>
        </p:nvSpPr>
        <p:spPr>
          <a:xfrm>
            <a:off x="6883452" y="57328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Oval 2449"/>
          <p:cNvSpPr/>
          <p:nvPr/>
        </p:nvSpPr>
        <p:spPr>
          <a:xfrm>
            <a:off x="6849540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Oval 2450"/>
          <p:cNvSpPr/>
          <p:nvPr/>
        </p:nvSpPr>
        <p:spPr>
          <a:xfrm>
            <a:off x="6885456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Oval 2451"/>
          <p:cNvSpPr/>
          <p:nvPr/>
        </p:nvSpPr>
        <p:spPr>
          <a:xfrm>
            <a:off x="6901599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Oval 2452"/>
          <p:cNvSpPr/>
          <p:nvPr/>
        </p:nvSpPr>
        <p:spPr>
          <a:xfrm>
            <a:off x="6877583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Oval 2453"/>
          <p:cNvSpPr/>
          <p:nvPr/>
        </p:nvSpPr>
        <p:spPr>
          <a:xfrm>
            <a:off x="6875850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Oval 2454"/>
          <p:cNvSpPr/>
          <p:nvPr/>
        </p:nvSpPr>
        <p:spPr>
          <a:xfrm>
            <a:off x="6841555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Oval 2455"/>
          <p:cNvSpPr/>
          <p:nvPr/>
        </p:nvSpPr>
        <p:spPr>
          <a:xfrm>
            <a:off x="6876556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Oval 2456"/>
          <p:cNvSpPr/>
          <p:nvPr/>
        </p:nvSpPr>
        <p:spPr>
          <a:xfrm>
            <a:off x="6851042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Oval 2457"/>
          <p:cNvSpPr/>
          <p:nvPr/>
        </p:nvSpPr>
        <p:spPr>
          <a:xfrm>
            <a:off x="6884787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Oval 2458"/>
          <p:cNvSpPr/>
          <p:nvPr/>
        </p:nvSpPr>
        <p:spPr>
          <a:xfrm>
            <a:off x="6871001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Oval 2459"/>
          <p:cNvSpPr/>
          <p:nvPr/>
        </p:nvSpPr>
        <p:spPr>
          <a:xfrm>
            <a:off x="6873955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Oval 2460"/>
          <p:cNvSpPr/>
          <p:nvPr/>
        </p:nvSpPr>
        <p:spPr>
          <a:xfrm>
            <a:off x="6900471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Oval 2461"/>
          <p:cNvSpPr/>
          <p:nvPr/>
        </p:nvSpPr>
        <p:spPr>
          <a:xfrm>
            <a:off x="6884106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Oval 2462"/>
          <p:cNvSpPr/>
          <p:nvPr/>
        </p:nvSpPr>
        <p:spPr>
          <a:xfrm>
            <a:off x="6897265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Oval 2463"/>
          <p:cNvSpPr/>
          <p:nvPr/>
        </p:nvSpPr>
        <p:spPr>
          <a:xfrm>
            <a:off x="6884175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Oval 2464"/>
          <p:cNvSpPr/>
          <p:nvPr/>
        </p:nvSpPr>
        <p:spPr>
          <a:xfrm>
            <a:off x="6900557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Oval 2465"/>
          <p:cNvSpPr/>
          <p:nvPr/>
        </p:nvSpPr>
        <p:spPr>
          <a:xfrm>
            <a:off x="6882253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Oval 2466"/>
          <p:cNvSpPr/>
          <p:nvPr/>
        </p:nvSpPr>
        <p:spPr>
          <a:xfrm>
            <a:off x="6840688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Oval 2467"/>
          <p:cNvSpPr/>
          <p:nvPr/>
        </p:nvSpPr>
        <p:spPr>
          <a:xfrm>
            <a:off x="6867329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Oval 2468"/>
          <p:cNvSpPr/>
          <p:nvPr/>
        </p:nvSpPr>
        <p:spPr>
          <a:xfrm>
            <a:off x="6857205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Oval 2469"/>
          <p:cNvSpPr/>
          <p:nvPr/>
        </p:nvSpPr>
        <p:spPr>
          <a:xfrm>
            <a:off x="688660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Oval 2470"/>
          <p:cNvSpPr/>
          <p:nvPr/>
        </p:nvSpPr>
        <p:spPr>
          <a:xfrm>
            <a:off x="6844068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Oval 2471"/>
          <p:cNvSpPr/>
          <p:nvPr/>
        </p:nvSpPr>
        <p:spPr>
          <a:xfrm>
            <a:off x="6894184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Oval 2472"/>
          <p:cNvSpPr/>
          <p:nvPr/>
        </p:nvSpPr>
        <p:spPr>
          <a:xfrm>
            <a:off x="6891860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Oval 2473"/>
          <p:cNvSpPr/>
          <p:nvPr/>
        </p:nvSpPr>
        <p:spPr>
          <a:xfrm>
            <a:off x="6836552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Oval 2474"/>
          <p:cNvSpPr/>
          <p:nvPr/>
        </p:nvSpPr>
        <p:spPr>
          <a:xfrm>
            <a:off x="688736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Oval 2475"/>
          <p:cNvSpPr/>
          <p:nvPr/>
        </p:nvSpPr>
        <p:spPr>
          <a:xfrm>
            <a:off x="6859273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Oval 2476"/>
          <p:cNvSpPr/>
          <p:nvPr/>
        </p:nvSpPr>
        <p:spPr>
          <a:xfrm>
            <a:off x="6882739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Oval 2477"/>
          <p:cNvSpPr/>
          <p:nvPr/>
        </p:nvSpPr>
        <p:spPr>
          <a:xfrm>
            <a:off x="6870061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Oval 2478"/>
          <p:cNvSpPr/>
          <p:nvPr/>
        </p:nvSpPr>
        <p:spPr>
          <a:xfrm>
            <a:off x="686575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Oval 2479"/>
          <p:cNvSpPr/>
          <p:nvPr/>
        </p:nvSpPr>
        <p:spPr>
          <a:xfrm>
            <a:off x="6847534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Oval 2480"/>
          <p:cNvSpPr/>
          <p:nvPr/>
        </p:nvSpPr>
        <p:spPr>
          <a:xfrm>
            <a:off x="686784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Oval 2481"/>
          <p:cNvSpPr/>
          <p:nvPr/>
        </p:nvSpPr>
        <p:spPr>
          <a:xfrm>
            <a:off x="690624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Oval 2482"/>
          <p:cNvSpPr/>
          <p:nvPr/>
        </p:nvSpPr>
        <p:spPr>
          <a:xfrm>
            <a:off x="6878386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Oval 2483"/>
          <p:cNvSpPr/>
          <p:nvPr/>
        </p:nvSpPr>
        <p:spPr>
          <a:xfrm>
            <a:off x="6858446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Oval 2484"/>
          <p:cNvSpPr/>
          <p:nvPr/>
        </p:nvSpPr>
        <p:spPr>
          <a:xfrm>
            <a:off x="6907868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Oval 2485"/>
          <p:cNvSpPr/>
          <p:nvPr/>
        </p:nvSpPr>
        <p:spPr>
          <a:xfrm>
            <a:off x="6846401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Oval 2486"/>
          <p:cNvSpPr/>
          <p:nvPr/>
        </p:nvSpPr>
        <p:spPr>
          <a:xfrm>
            <a:off x="6912645" y="59495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Oval 2487"/>
          <p:cNvSpPr/>
          <p:nvPr/>
        </p:nvSpPr>
        <p:spPr>
          <a:xfrm>
            <a:off x="6907681" y="5949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Oval 2488"/>
          <p:cNvSpPr/>
          <p:nvPr/>
        </p:nvSpPr>
        <p:spPr>
          <a:xfrm>
            <a:off x="6902340" y="59500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Oval 2489"/>
          <p:cNvSpPr/>
          <p:nvPr/>
        </p:nvSpPr>
        <p:spPr>
          <a:xfrm>
            <a:off x="6860322" y="59500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Oval 2490"/>
          <p:cNvSpPr/>
          <p:nvPr/>
        </p:nvSpPr>
        <p:spPr>
          <a:xfrm>
            <a:off x="6872138" y="59512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Oval 2491"/>
          <p:cNvSpPr/>
          <p:nvPr/>
        </p:nvSpPr>
        <p:spPr>
          <a:xfrm>
            <a:off x="6842943" y="59539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Oval 2492"/>
          <p:cNvSpPr/>
          <p:nvPr/>
        </p:nvSpPr>
        <p:spPr>
          <a:xfrm>
            <a:off x="6859763" y="59565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Oval 2493"/>
          <p:cNvSpPr/>
          <p:nvPr/>
        </p:nvSpPr>
        <p:spPr>
          <a:xfrm>
            <a:off x="6844323" y="595809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Oval 2494"/>
          <p:cNvSpPr/>
          <p:nvPr/>
        </p:nvSpPr>
        <p:spPr>
          <a:xfrm>
            <a:off x="6891057" y="59592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Oval 2495"/>
          <p:cNvSpPr/>
          <p:nvPr/>
        </p:nvSpPr>
        <p:spPr>
          <a:xfrm>
            <a:off x="6834442" y="59597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Oval 2496"/>
          <p:cNvSpPr/>
          <p:nvPr/>
        </p:nvSpPr>
        <p:spPr>
          <a:xfrm>
            <a:off x="6893850" y="596141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Oval 2497"/>
          <p:cNvSpPr/>
          <p:nvPr/>
        </p:nvSpPr>
        <p:spPr>
          <a:xfrm>
            <a:off x="6875068" y="59619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Oval 2498"/>
          <p:cNvSpPr/>
          <p:nvPr/>
        </p:nvSpPr>
        <p:spPr>
          <a:xfrm>
            <a:off x="6833547" y="59631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Oval 2499"/>
          <p:cNvSpPr/>
          <p:nvPr/>
        </p:nvSpPr>
        <p:spPr>
          <a:xfrm>
            <a:off x="6860275" y="59667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Oval 2500"/>
          <p:cNvSpPr/>
          <p:nvPr/>
        </p:nvSpPr>
        <p:spPr>
          <a:xfrm>
            <a:off x="6911019" y="59687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Oval 2501"/>
          <p:cNvSpPr/>
          <p:nvPr/>
        </p:nvSpPr>
        <p:spPr>
          <a:xfrm>
            <a:off x="6901367" y="59711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Oval 2502"/>
          <p:cNvSpPr/>
          <p:nvPr/>
        </p:nvSpPr>
        <p:spPr>
          <a:xfrm>
            <a:off x="6850009" y="59726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Oval 2503"/>
          <p:cNvSpPr/>
          <p:nvPr/>
        </p:nvSpPr>
        <p:spPr>
          <a:xfrm>
            <a:off x="6851676" y="59730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Oval 2504"/>
          <p:cNvSpPr/>
          <p:nvPr/>
        </p:nvSpPr>
        <p:spPr>
          <a:xfrm>
            <a:off x="6841265" y="597474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Oval 2505"/>
          <p:cNvSpPr/>
          <p:nvPr/>
        </p:nvSpPr>
        <p:spPr>
          <a:xfrm>
            <a:off x="6879700" y="597545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Oval 2506"/>
          <p:cNvSpPr/>
          <p:nvPr/>
        </p:nvSpPr>
        <p:spPr>
          <a:xfrm>
            <a:off x="6847553" y="59775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Oval 2507"/>
          <p:cNvSpPr/>
          <p:nvPr/>
        </p:nvSpPr>
        <p:spPr>
          <a:xfrm>
            <a:off x="6853174" y="59780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Oval 2508"/>
          <p:cNvSpPr/>
          <p:nvPr/>
        </p:nvSpPr>
        <p:spPr>
          <a:xfrm>
            <a:off x="6881230" y="597826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Oval 2509"/>
          <p:cNvSpPr/>
          <p:nvPr/>
        </p:nvSpPr>
        <p:spPr>
          <a:xfrm>
            <a:off x="6857269" y="59822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Oval 2510"/>
          <p:cNvSpPr/>
          <p:nvPr/>
        </p:nvSpPr>
        <p:spPr>
          <a:xfrm>
            <a:off x="6865077" y="59838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TextBox 2511"/>
          <p:cNvSpPr txBox="1"/>
          <p:nvPr/>
        </p:nvSpPr>
        <p:spPr>
          <a:xfrm>
            <a:off x="674370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cxnSp>
        <p:nvCxnSpPr>
          <p:cNvPr id="2513" name="Connector 2512"/>
          <p:cNvCxnSpPr/>
          <p:nvPr/>
        </p:nvCxnSpPr>
        <p:spPr>
          <a:xfrm flipV="1">
            <a:off x="7189470" y="5785801"/>
            <a:ext cx="0" cy="22108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4" name="Connector 2513"/>
          <p:cNvCxnSpPr/>
          <p:nvPr/>
        </p:nvCxnSpPr>
        <p:spPr>
          <a:xfrm>
            <a:off x="7148608" y="6006890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5" name="Connector 2514"/>
          <p:cNvCxnSpPr/>
          <p:nvPr/>
        </p:nvCxnSpPr>
        <p:spPr>
          <a:xfrm>
            <a:off x="7148608" y="578580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6" name="Rectangle 2515"/>
          <p:cNvSpPr/>
          <p:nvPr/>
        </p:nvSpPr>
        <p:spPr>
          <a:xfrm>
            <a:off x="7107746" y="5984327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7" name="Connector 2516"/>
          <p:cNvCxnSpPr/>
          <p:nvPr/>
        </p:nvCxnSpPr>
        <p:spPr>
          <a:xfrm>
            <a:off x="7107746" y="5968272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8" name="Oval 2517"/>
          <p:cNvSpPr/>
          <p:nvPr/>
        </p:nvSpPr>
        <p:spPr>
          <a:xfrm>
            <a:off x="7170108" y="5767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Oval 2518"/>
          <p:cNvSpPr/>
          <p:nvPr/>
        </p:nvSpPr>
        <p:spPr>
          <a:xfrm>
            <a:off x="7141813" y="5767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Oval 2519"/>
          <p:cNvSpPr/>
          <p:nvPr/>
        </p:nvSpPr>
        <p:spPr>
          <a:xfrm>
            <a:off x="7167950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Oval 2520"/>
          <p:cNvSpPr/>
          <p:nvPr/>
        </p:nvSpPr>
        <p:spPr>
          <a:xfrm>
            <a:off x="7197928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Oval 2521"/>
          <p:cNvSpPr/>
          <p:nvPr/>
        </p:nvSpPr>
        <p:spPr>
          <a:xfrm>
            <a:off x="7141821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Oval 2522"/>
          <p:cNvSpPr/>
          <p:nvPr/>
        </p:nvSpPr>
        <p:spPr>
          <a:xfrm>
            <a:off x="7132570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Oval 2523"/>
          <p:cNvSpPr/>
          <p:nvPr/>
        </p:nvSpPr>
        <p:spPr>
          <a:xfrm>
            <a:off x="7145902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Oval 2524"/>
          <p:cNvSpPr/>
          <p:nvPr/>
        </p:nvSpPr>
        <p:spPr>
          <a:xfrm>
            <a:off x="7134958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Oval 2525"/>
          <p:cNvSpPr/>
          <p:nvPr/>
        </p:nvSpPr>
        <p:spPr>
          <a:xfrm>
            <a:off x="7150417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Oval 2526"/>
          <p:cNvSpPr/>
          <p:nvPr/>
        </p:nvSpPr>
        <p:spPr>
          <a:xfrm>
            <a:off x="7162859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Oval 2527"/>
          <p:cNvSpPr/>
          <p:nvPr/>
        </p:nvSpPr>
        <p:spPr>
          <a:xfrm>
            <a:off x="7205166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Oval 2528"/>
          <p:cNvSpPr/>
          <p:nvPr/>
        </p:nvSpPr>
        <p:spPr>
          <a:xfrm>
            <a:off x="7169362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Oval 2529"/>
          <p:cNvSpPr/>
          <p:nvPr/>
        </p:nvSpPr>
        <p:spPr>
          <a:xfrm>
            <a:off x="7188432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Oval 2530"/>
          <p:cNvSpPr/>
          <p:nvPr/>
        </p:nvSpPr>
        <p:spPr>
          <a:xfrm>
            <a:off x="7159213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Oval 2531"/>
          <p:cNvSpPr/>
          <p:nvPr/>
        </p:nvSpPr>
        <p:spPr>
          <a:xfrm>
            <a:off x="7134857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Oval 2532"/>
          <p:cNvSpPr/>
          <p:nvPr/>
        </p:nvSpPr>
        <p:spPr>
          <a:xfrm>
            <a:off x="7134925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Oval 2533"/>
          <p:cNvSpPr/>
          <p:nvPr/>
        </p:nvSpPr>
        <p:spPr>
          <a:xfrm>
            <a:off x="7179338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Oval 2534"/>
          <p:cNvSpPr/>
          <p:nvPr/>
        </p:nvSpPr>
        <p:spPr>
          <a:xfrm>
            <a:off x="7209364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Oval 2535"/>
          <p:cNvSpPr/>
          <p:nvPr/>
        </p:nvSpPr>
        <p:spPr>
          <a:xfrm>
            <a:off x="720853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Oval 2536"/>
          <p:cNvSpPr/>
          <p:nvPr/>
        </p:nvSpPr>
        <p:spPr>
          <a:xfrm>
            <a:off x="715396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Oval 2537"/>
          <p:cNvSpPr/>
          <p:nvPr/>
        </p:nvSpPr>
        <p:spPr>
          <a:xfrm>
            <a:off x="720439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Oval 2538"/>
          <p:cNvSpPr/>
          <p:nvPr/>
        </p:nvSpPr>
        <p:spPr>
          <a:xfrm>
            <a:off x="713292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Oval 2539"/>
          <p:cNvSpPr/>
          <p:nvPr/>
        </p:nvSpPr>
        <p:spPr>
          <a:xfrm>
            <a:off x="718352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Oval 2540"/>
          <p:cNvSpPr/>
          <p:nvPr/>
        </p:nvSpPr>
        <p:spPr>
          <a:xfrm>
            <a:off x="7161994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Oval 2541"/>
          <p:cNvSpPr/>
          <p:nvPr/>
        </p:nvSpPr>
        <p:spPr>
          <a:xfrm>
            <a:off x="7135238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Oval 2542"/>
          <p:cNvSpPr/>
          <p:nvPr/>
        </p:nvSpPr>
        <p:spPr>
          <a:xfrm>
            <a:off x="7139889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Oval 2543"/>
          <p:cNvSpPr/>
          <p:nvPr/>
        </p:nvSpPr>
        <p:spPr>
          <a:xfrm>
            <a:off x="7180536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Oval 2544"/>
          <p:cNvSpPr/>
          <p:nvPr/>
        </p:nvSpPr>
        <p:spPr>
          <a:xfrm>
            <a:off x="7132658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Oval 2545"/>
          <p:cNvSpPr/>
          <p:nvPr/>
        </p:nvSpPr>
        <p:spPr>
          <a:xfrm>
            <a:off x="7165648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Oval 2546"/>
          <p:cNvSpPr/>
          <p:nvPr/>
        </p:nvSpPr>
        <p:spPr>
          <a:xfrm>
            <a:off x="7184890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Oval 2547"/>
          <p:cNvSpPr/>
          <p:nvPr/>
        </p:nvSpPr>
        <p:spPr>
          <a:xfrm>
            <a:off x="7198448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Oval 2548"/>
          <p:cNvSpPr/>
          <p:nvPr/>
        </p:nvSpPr>
        <p:spPr>
          <a:xfrm>
            <a:off x="7135722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Oval 2549"/>
          <p:cNvSpPr/>
          <p:nvPr/>
        </p:nvSpPr>
        <p:spPr>
          <a:xfrm>
            <a:off x="7138353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Oval 2550"/>
          <p:cNvSpPr/>
          <p:nvPr/>
        </p:nvSpPr>
        <p:spPr>
          <a:xfrm>
            <a:off x="7174702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Oval 2551"/>
          <p:cNvSpPr/>
          <p:nvPr/>
        </p:nvSpPr>
        <p:spPr>
          <a:xfrm>
            <a:off x="7163870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Oval 2552"/>
          <p:cNvSpPr/>
          <p:nvPr/>
        </p:nvSpPr>
        <p:spPr>
          <a:xfrm>
            <a:off x="7199640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Oval 2553"/>
          <p:cNvSpPr/>
          <p:nvPr/>
        </p:nvSpPr>
        <p:spPr>
          <a:xfrm>
            <a:off x="721090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Oval 2554"/>
          <p:cNvSpPr/>
          <p:nvPr/>
        </p:nvSpPr>
        <p:spPr>
          <a:xfrm>
            <a:off x="7195217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Oval 2555"/>
          <p:cNvSpPr/>
          <p:nvPr/>
        </p:nvSpPr>
        <p:spPr>
          <a:xfrm>
            <a:off x="7206664" y="59483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Oval 2556"/>
          <p:cNvSpPr/>
          <p:nvPr/>
        </p:nvSpPr>
        <p:spPr>
          <a:xfrm>
            <a:off x="7154289" y="59485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Oval 2557"/>
          <p:cNvSpPr/>
          <p:nvPr/>
        </p:nvSpPr>
        <p:spPr>
          <a:xfrm>
            <a:off x="7148682" y="59499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Oval 2558"/>
          <p:cNvSpPr/>
          <p:nvPr/>
        </p:nvSpPr>
        <p:spPr>
          <a:xfrm>
            <a:off x="7134832" y="59500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Oval 2559"/>
          <p:cNvSpPr/>
          <p:nvPr/>
        </p:nvSpPr>
        <p:spPr>
          <a:xfrm>
            <a:off x="7160971" y="59511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Oval 2560"/>
          <p:cNvSpPr/>
          <p:nvPr/>
        </p:nvSpPr>
        <p:spPr>
          <a:xfrm>
            <a:off x="7209150" y="59530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Oval 2561"/>
          <p:cNvSpPr/>
          <p:nvPr/>
        </p:nvSpPr>
        <p:spPr>
          <a:xfrm>
            <a:off x="7201626" y="59551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Oval 2562"/>
          <p:cNvSpPr/>
          <p:nvPr/>
        </p:nvSpPr>
        <p:spPr>
          <a:xfrm>
            <a:off x="7206717" y="595588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Oval 2563"/>
          <p:cNvSpPr/>
          <p:nvPr/>
        </p:nvSpPr>
        <p:spPr>
          <a:xfrm>
            <a:off x="7145861" y="59564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Oval 2564"/>
          <p:cNvSpPr/>
          <p:nvPr/>
        </p:nvSpPr>
        <p:spPr>
          <a:xfrm>
            <a:off x="7200139" y="59571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Oval 2565"/>
          <p:cNvSpPr/>
          <p:nvPr/>
        </p:nvSpPr>
        <p:spPr>
          <a:xfrm>
            <a:off x="7205686" y="59582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Oval 2566"/>
          <p:cNvSpPr/>
          <p:nvPr/>
        </p:nvSpPr>
        <p:spPr>
          <a:xfrm>
            <a:off x="7188900" y="59583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Oval 2567"/>
          <p:cNvSpPr/>
          <p:nvPr/>
        </p:nvSpPr>
        <p:spPr>
          <a:xfrm>
            <a:off x="7196819" y="5959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Oval 2568"/>
          <p:cNvSpPr/>
          <p:nvPr/>
        </p:nvSpPr>
        <p:spPr>
          <a:xfrm>
            <a:off x="7181796" y="59591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Oval 2569"/>
          <p:cNvSpPr/>
          <p:nvPr/>
        </p:nvSpPr>
        <p:spPr>
          <a:xfrm>
            <a:off x="7203273" y="59600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Oval 2570"/>
          <p:cNvSpPr/>
          <p:nvPr/>
        </p:nvSpPr>
        <p:spPr>
          <a:xfrm>
            <a:off x="7174803" y="596018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Oval 2571"/>
          <p:cNvSpPr/>
          <p:nvPr/>
        </p:nvSpPr>
        <p:spPr>
          <a:xfrm>
            <a:off x="7193627" y="59618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Oval 2572"/>
          <p:cNvSpPr/>
          <p:nvPr/>
        </p:nvSpPr>
        <p:spPr>
          <a:xfrm>
            <a:off x="7156967" y="59628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Oval 2573"/>
          <p:cNvSpPr/>
          <p:nvPr/>
        </p:nvSpPr>
        <p:spPr>
          <a:xfrm>
            <a:off x="7200831" y="59632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Oval 2574"/>
          <p:cNvSpPr/>
          <p:nvPr/>
        </p:nvSpPr>
        <p:spPr>
          <a:xfrm>
            <a:off x="7211947" y="59639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Oval 2575"/>
          <p:cNvSpPr/>
          <p:nvPr/>
        </p:nvSpPr>
        <p:spPr>
          <a:xfrm>
            <a:off x="7147470" y="59643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Oval 2576"/>
          <p:cNvSpPr/>
          <p:nvPr/>
        </p:nvSpPr>
        <p:spPr>
          <a:xfrm>
            <a:off x="7134568" y="59648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Oval 2577"/>
          <p:cNvSpPr/>
          <p:nvPr/>
        </p:nvSpPr>
        <p:spPr>
          <a:xfrm>
            <a:off x="7210278" y="59660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Oval 2578"/>
          <p:cNvSpPr/>
          <p:nvPr/>
        </p:nvSpPr>
        <p:spPr>
          <a:xfrm>
            <a:off x="7211235" y="59665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Oval 2579"/>
          <p:cNvSpPr/>
          <p:nvPr/>
        </p:nvSpPr>
        <p:spPr>
          <a:xfrm>
            <a:off x="7181316" y="59675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Oval 2580"/>
          <p:cNvSpPr/>
          <p:nvPr/>
        </p:nvSpPr>
        <p:spPr>
          <a:xfrm>
            <a:off x="7189837" y="596979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Oval 2581"/>
          <p:cNvSpPr/>
          <p:nvPr/>
        </p:nvSpPr>
        <p:spPr>
          <a:xfrm>
            <a:off x="7139080" y="59701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Oval 2582"/>
          <p:cNvSpPr/>
          <p:nvPr/>
        </p:nvSpPr>
        <p:spPr>
          <a:xfrm>
            <a:off x="7191409" y="59711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Oval 2583"/>
          <p:cNvSpPr/>
          <p:nvPr/>
        </p:nvSpPr>
        <p:spPr>
          <a:xfrm>
            <a:off x="7141831" y="597384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Oval 2584"/>
          <p:cNvSpPr/>
          <p:nvPr/>
        </p:nvSpPr>
        <p:spPr>
          <a:xfrm>
            <a:off x="7181878" y="59738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Oval 2585"/>
          <p:cNvSpPr/>
          <p:nvPr/>
        </p:nvSpPr>
        <p:spPr>
          <a:xfrm>
            <a:off x="7203045" y="59751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Oval 2586"/>
          <p:cNvSpPr/>
          <p:nvPr/>
        </p:nvSpPr>
        <p:spPr>
          <a:xfrm>
            <a:off x="7144334" y="59757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Oval 2587"/>
          <p:cNvSpPr/>
          <p:nvPr/>
        </p:nvSpPr>
        <p:spPr>
          <a:xfrm>
            <a:off x="7166540" y="59757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Oval 2588"/>
          <p:cNvSpPr/>
          <p:nvPr/>
        </p:nvSpPr>
        <p:spPr>
          <a:xfrm>
            <a:off x="7164308" y="59766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Oval 2589"/>
          <p:cNvSpPr/>
          <p:nvPr/>
        </p:nvSpPr>
        <p:spPr>
          <a:xfrm>
            <a:off x="7207566" y="59775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Oval 2590"/>
          <p:cNvSpPr/>
          <p:nvPr/>
        </p:nvSpPr>
        <p:spPr>
          <a:xfrm>
            <a:off x="7166001" y="59775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Oval 2591"/>
          <p:cNvSpPr/>
          <p:nvPr/>
        </p:nvSpPr>
        <p:spPr>
          <a:xfrm>
            <a:off x="7137611" y="59783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Oval 2592"/>
          <p:cNvSpPr/>
          <p:nvPr/>
        </p:nvSpPr>
        <p:spPr>
          <a:xfrm>
            <a:off x="7176332" y="59803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Oval 2593"/>
          <p:cNvSpPr/>
          <p:nvPr/>
        </p:nvSpPr>
        <p:spPr>
          <a:xfrm>
            <a:off x="7135496" y="59814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Oval 2594"/>
          <p:cNvSpPr/>
          <p:nvPr/>
        </p:nvSpPr>
        <p:spPr>
          <a:xfrm>
            <a:off x="7192873" y="59826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Oval 2595"/>
          <p:cNvSpPr/>
          <p:nvPr/>
        </p:nvSpPr>
        <p:spPr>
          <a:xfrm>
            <a:off x="7145179" y="59854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Oval 2596"/>
          <p:cNvSpPr/>
          <p:nvPr/>
        </p:nvSpPr>
        <p:spPr>
          <a:xfrm>
            <a:off x="7140102" y="59856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Oval 2597"/>
          <p:cNvSpPr/>
          <p:nvPr/>
        </p:nvSpPr>
        <p:spPr>
          <a:xfrm>
            <a:off x="7168734" y="59886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TextBox 2598"/>
          <p:cNvSpPr txBox="1"/>
          <p:nvPr/>
        </p:nvSpPr>
        <p:spPr>
          <a:xfrm>
            <a:off x="704088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8</a:t>
            </a:r>
          </a:p>
        </p:txBody>
      </p:sp>
      <p:cxnSp>
        <p:nvCxnSpPr>
          <p:cNvPr id="2600" name="Connector 2599"/>
          <p:cNvCxnSpPr/>
          <p:nvPr/>
        </p:nvCxnSpPr>
        <p:spPr>
          <a:xfrm flipV="1">
            <a:off x="7486650" y="5501945"/>
            <a:ext cx="0" cy="51270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1" name="Connector 2600"/>
          <p:cNvCxnSpPr/>
          <p:nvPr/>
        </p:nvCxnSpPr>
        <p:spPr>
          <a:xfrm>
            <a:off x="7445788" y="601465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2" name="Connector 2601"/>
          <p:cNvCxnSpPr/>
          <p:nvPr/>
        </p:nvCxnSpPr>
        <p:spPr>
          <a:xfrm>
            <a:off x="7445788" y="5501945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3" name="Rectangle 2602"/>
          <p:cNvSpPr/>
          <p:nvPr/>
        </p:nvSpPr>
        <p:spPr>
          <a:xfrm>
            <a:off x="7404926" y="5982132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4" name="Connector 2603"/>
          <p:cNvCxnSpPr/>
          <p:nvPr/>
        </p:nvCxnSpPr>
        <p:spPr>
          <a:xfrm>
            <a:off x="7404926" y="5945037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5" name="Oval 2604"/>
          <p:cNvSpPr/>
          <p:nvPr/>
        </p:nvSpPr>
        <p:spPr>
          <a:xfrm>
            <a:off x="7464213" y="54836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Oval 2605"/>
          <p:cNvSpPr/>
          <p:nvPr/>
        </p:nvSpPr>
        <p:spPr>
          <a:xfrm>
            <a:off x="7458052" y="56636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Oval 2606"/>
          <p:cNvSpPr/>
          <p:nvPr/>
        </p:nvSpPr>
        <p:spPr>
          <a:xfrm>
            <a:off x="7485680" y="56705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Oval 2607"/>
          <p:cNvSpPr/>
          <p:nvPr/>
        </p:nvSpPr>
        <p:spPr>
          <a:xfrm>
            <a:off x="7460336" y="56913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Oval 2608"/>
          <p:cNvSpPr/>
          <p:nvPr/>
        </p:nvSpPr>
        <p:spPr>
          <a:xfrm>
            <a:off x="7453132" y="56913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Oval 2609"/>
          <p:cNvSpPr/>
          <p:nvPr/>
        </p:nvSpPr>
        <p:spPr>
          <a:xfrm>
            <a:off x="7502065" y="57467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Oval 2610"/>
          <p:cNvSpPr/>
          <p:nvPr/>
        </p:nvSpPr>
        <p:spPr>
          <a:xfrm>
            <a:off x="7436707" y="5767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Oval 2611"/>
          <p:cNvSpPr/>
          <p:nvPr/>
        </p:nvSpPr>
        <p:spPr>
          <a:xfrm>
            <a:off x="7494724" y="5767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Oval 2612"/>
          <p:cNvSpPr/>
          <p:nvPr/>
        </p:nvSpPr>
        <p:spPr>
          <a:xfrm>
            <a:off x="7476860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Oval 2613"/>
          <p:cNvSpPr/>
          <p:nvPr/>
        </p:nvSpPr>
        <p:spPr>
          <a:xfrm>
            <a:off x="7495913" y="58021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Oval 2614"/>
          <p:cNvSpPr/>
          <p:nvPr/>
        </p:nvSpPr>
        <p:spPr>
          <a:xfrm>
            <a:off x="7472804" y="58021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Oval 2615"/>
          <p:cNvSpPr/>
          <p:nvPr/>
        </p:nvSpPr>
        <p:spPr>
          <a:xfrm>
            <a:off x="7481167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Oval 2616"/>
          <p:cNvSpPr/>
          <p:nvPr/>
        </p:nvSpPr>
        <p:spPr>
          <a:xfrm>
            <a:off x="7445307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Oval 2617"/>
          <p:cNvSpPr/>
          <p:nvPr/>
        </p:nvSpPr>
        <p:spPr>
          <a:xfrm>
            <a:off x="7508416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Oval 2618"/>
          <p:cNvSpPr/>
          <p:nvPr/>
        </p:nvSpPr>
        <p:spPr>
          <a:xfrm>
            <a:off x="7471503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Oval 2619"/>
          <p:cNvSpPr/>
          <p:nvPr/>
        </p:nvSpPr>
        <p:spPr>
          <a:xfrm>
            <a:off x="7482882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Oval 2620"/>
          <p:cNvSpPr/>
          <p:nvPr/>
        </p:nvSpPr>
        <p:spPr>
          <a:xfrm>
            <a:off x="7478914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Oval 2621"/>
          <p:cNvSpPr/>
          <p:nvPr/>
        </p:nvSpPr>
        <p:spPr>
          <a:xfrm>
            <a:off x="7461089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Oval 2622"/>
          <p:cNvSpPr/>
          <p:nvPr/>
        </p:nvSpPr>
        <p:spPr>
          <a:xfrm>
            <a:off x="7483628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Oval 2623"/>
          <p:cNvSpPr/>
          <p:nvPr/>
        </p:nvSpPr>
        <p:spPr>
          <a:xfrm>
            <a:off x="7486769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Oval 2624"/>
          <p:cNvSpPr/>
          <p:nvPr/>
        </p:nvSpPr>
        <p:spPr>
          <a:xfrm>
            <a:off x="7471892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Oval 2625"/>
          <p:cNvSpPr/>
          <p:nvPr/>
        </p:nvSpPr>
        <p:spPr>
          <a:xfrm>
            <a:off x="7431136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Oval 2626"/>
          <p:cNvSpPr/>
          <p:nvPr/>
        </p:nvSpPr>
        <p:spPr>
          <a:xfrm>
            <a:off x="7490391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Oval 2627"/>
          <p:cNvSpPr/>
          <p:nvPr/>
        </p:nvSpPr>
        <p:spPr>
          <a:xfrm>
            <a:off x="7464718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Oval 2628"/>
          <p:cNvSpPr/>
          <p:nvPr/>
        </p:nvSpPr>
        <p:spPr>
          <a:xfrm>
            <a:off x="7506091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Oval 2629"/>
          <p:cNvSpPr/>
          <p:nvPr/>
        </p:nvSpPr>
        <p:spPr>
          <a:xfrm>
            <a:off x="7469477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Oval 2630"/>
          <p:cNvSpPr/>
          <p:nvPr/>
        </p:nvSpPr>
        <p:spPr>
          <a:xfrm>
            <a:off x="7481783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Oval 2631"/>
          <p:cNvSpPr/>
          <p:nvPr/>
        </p:nvSpPr>
        <p:spPr>
          <a:xfrm>
            <a:off x="7487943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Oval 2632"/>
          <p:cNvSpPr/>
          <p:nvPr/>
        </p:nvSpPr>
        <p:spPr>
          <a:xfrm>
            <a:off x="7467235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Oval 2633"/>
          <p:cNvSpPr/>
          <p:nvPr/>
        </p:nvSpPr>
        <p:spPr>
          <a:xfrm>
            <a:off x="7429371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Oval 2634"/>
          <p:cNvSpPr/>
          <p:nvPr/>
        </p:nvSpPr>
        <p:spPr>
          <a:xfrm>
            <a:off x="7471862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Oval 2635"/>
          <p:cNvSpPr/>
          <p:nvPr/>
        </p:nvSpPr>
        <p:spPr>
          <a:xfrm>
            <a:off x="7427741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Oval 2636"/>
          <p:cNvSpPr/>
          <p:nvPr/>
        </p:nvSpPr>
        <p:spPr>
          <a:xfrm>
            <a:off x="7436182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Oval 2637"/>
          <p:cNvSpPr/>
          <p:nvPr/>
        </p:nvSpPr>
        <p:spPr>
          <a:xfrm>
            <a:off x="7463780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Oval 2638"/>
          <p:cNvSpPr/>
          <p:nvPr/>
        </p:nvSpPr>
        <p:spPr>
          <a:xfrm>
            <a:off x="7459586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Oval 2639"/>
          <p:cNvSpPr/>
          <p:nvPr/>
        </p:nvSpPr>
        <p:spPr>
          <a:xfrm>
            <a:off x="7471004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Oval 2640"/>
          <p:cNvSpPr/>
          <p:nvPr/>
        </p:nvSpPr>
        <p:spPr>
          <a:xfrm>
            <a:off x="744187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Oval 2641"/>
          <p:cNvSpPr/>
          <p:nvPr/>
        </p:nvSpPr>
        <p:spPr>
          <a:xfrm>
            <a:off x="746149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Oval 2642"/>
          <p:cNvSpPr/>
          <p:nvPr/>
        </p:nvSpPr>
        <p:spPr>
          <a:xfrm>
            <a:off x="744567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Oval 2643"/>
          <p:cNvSpPr/>
          <p:nvPr/>
        </p:nvSpPr>
        <p:spPr>
          <a:xfrm>
            <a:off x="7471392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Oval 2644"/>
          <p:cNvSpPr/>
          <p:nvPr/>
        </p:nvSpPr>
        <p:spPr>
          <a:xfrm>
            <a:off x="746806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Oval 2645"/>
          <p:cNvSpPr/>
          <p:nvPr/>
        </p:nvSpPr>
        <p:spPr>
          <a:xfrm>
            <a:off x="744914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Oval 2646"/>
          <p:cNvSpPr/>
          <p:nvPr/>
        </p:nvSpPr>
        <p:spPr>
          <a:xfrm>
            <a:off x="7442595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Oval 2647"/>
          <p:cNvSpPr/>
          <p:nvPr/>
        </p:nvSpPr>
        <p:spPr>
          <a:xfrm>
            <a:off x="7476293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Oval 2648"/>
          <p:cNvSpPr/>
          <p:nvPr/>
        </p:nvSpPr>
        <p:spPr>
          <a:xfrm>
            <a:off x="750822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Oval 2649"/>
          <p:cNvSpPr/>
          <p:nvPr/>
        </p:nvSpPr>
        <p:spPr>
          <a:xfrm>
            <a:off x="748747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Oval 2650"/>
          <p:cNvSpPr/>
          <p:nvPr/>
        </p:nvSpPr>
        <p:spPr>
          <a:xfrm>
            <a:off x="743720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Oval 2651"/>
          <p:cNvSpPr/>
          <p:nvPr/>
        </p:nvSpPr>
        <p:spPr>
          <a:xfrm>
            <a:off x="7439736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Oval 2652"/>
          <p:cNvSpPr/>
          <p:nvPr/>
        </p:nvSpPr>
        <p:spPr>
          <a:xfrm>
            <a:off x="7499552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Oval 2653"/>
          <p:cNvSpPr/>
          <p:nvPr/>
        </p:nvSpPr>
        <p:spPr>
          <a:xfrm>
            <a:off x="7481030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Oval 2654"/>
          <p:cNvSpPr/>
          <p:nvPr/>
        </p:nvSpPr>
        <p:spPr>
          <a:xfrm>
            <a:off x="745015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Oval 2655"/>
          <p:cNvSpPr/>
          <p:nvPr/>
        </p:nvSpPr>
        <p:spPr>
          <a:xfrm>
            <a:off x="7509204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Oval 2656"/>
          <p:cNvSpPr/>
          <p:nvPr/>
        </p:nvSpPr>
        <p:spPr>
          <a:xfrm>
            <a:off x="7493187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Oval 2657"/>
          <p:cNvSpPr/>
          <p:nvPr/>
        </p:nvSpPr>
        <p:spPr>
          <a:xfrm>
            <a:off x="7457697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Oval 2658"/>
          <p:cNvSpPr/>
          <p:nvPr/>
        </p:nvSpPr>
        <p:spPr>
          <a:xfrm>
            <a:off x="7471629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Oval 2659"/>
          <p:cNvSpPr/>
          <p:nvPr/>
        </p:nvSpPr>
        <p:spPr>
          <a:xfrm>
            <a:off x="7433988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Oval 2660"/>
          <p:cNvSpPr/>
          <p:nvPr/>
        </p:nvSpPr>
        <p:spPr>
          <a:xfrm>
            <a:off x="7440633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Oval 2661"/>
          <p:cNvSpPr/>
          <p:nvPr/>
        </p:nvSpPr>
        <p:spPr>
          <a:xfrm>
            <a:off x="747580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Oval 2662"/>
          <p:cNvSpPr/>
          <p:nvPr/>
        </p:nvSpPr>
        <p:spPr>
          <a:xfrm>
            <a:off x="7457139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Oval 2663"/>
          <p:cNvSpPr/>
          <p:nvPr/>
        </p:nvSpPr>
        <p:spPr>
          <a:xfrm>
            <a:off x="745586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Oval 2664"/>
          <p:cNvSpPr/>
          <p:nvPr/>
        </p:nvSpPr>
        <p:spPr>
          <a:xfrm>
            <a:off x="7429119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Oval 2665"/>
          <p:cNvSpPr/>
          <p:nvPr/>
        </p:nvSpPr>
        <p:spPr>
          <a:xfrm>
            <a:off x="7487765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Oval 2666"/>
          <p:cNvSpPr/>
          <p:nvPr/>
        </p:nvSpPr>
        <p:spPr>
          <a:xfrm>
            <a:off x="7427963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Oval 2667"/>
          <p:cNvSpPr/>
          <p:nvPr/>
        </p:nvSpPr>
        <p:spPr>
          <a:xfrm>
            <a:off x="7494381" y="59479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Oval 2668"/>
          <p:cNvSpPr/>
          <p:nvPr/>
        </p:nvSpPr>
        <p:spPr>
          <a:xfrm>
            <a:off x="7457863" y="59489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Oval 2669"/>
          <p:cNvSpPr/>
          <p:nvPr/>
        </p:nvSpPr>
        <p:spPr>
          <a:xfrm>
            <a:off x="7497856" y="59492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Oval 2670"/>
          <p:cNvSpPr/>
          <p:nvPr/>
        </p:nvSpPr>
        <p:spPr>
          <a:xfrm>
            <a:off x="7451173" y="59498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Oval 2671"/>
          <p:cNvSpPr/>
          <p:nvPr/>
        </p:nvSpPr>
        <p:spPr>
          <a:xfrm>
            <a:off x="7430803" y="59499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Oval 2672"/>
          <p:cNvSpPr/>
          <p:nvPr/>
        </p:nvSpPr>
        <p:spPr>
          <a:xfrm>
            <a:off x="7464501" y="595115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Oval 2673"/>
          <p:cNvSpPr/>
          <p:nvPr/>
        </p:nvSpPr>
        <p:spPr>
          <a:xfrm>
            <a:off x="7442364" y="59517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Oval 2674"/>
          <p:cNvSpPr/>
          <p:nvPr/>
        </p:nvSpPr>
        <p:spPr>
          <a:xfrm>
            <a:off x="7486352" y="59544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Oval 2675"/>
          <p:cNvSpPr/>
          <p:nvPr/>
        </p:nvSpPr>
        <p:spPr>
          <a:xfrm>
            <a:off x="7507523" y="59551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Oval 2676"/>
          <p:cNvSpPr/>
          <p:nvPr/>
        </p:nvSpPr>
        <p:spPr>
          <a:xfrm>
            <a:off x="7480367" y="59557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Oval 2677"/>
          <p:cNvSpPr/>
          <p:nvPr/>
        </p:nvSpPr>
        <p:spPr>
          <a:xfrm>
            <a:off x="7494117" y="595944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Oval 2678"/>
          <p:cNvSpPr/>
          <p:nvPr/>
        </p:nvSpPr>
        <p:spPr>
          <a:xfrm>
            <a:off x="7498891" y="5960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Oval 2679"/>
          <p:cNvSpPr/>
          <p:nvPr/>
        </p:nvSpPr>
        <p:spPr>
          <a:xfrm>
            <a:off x="7462254" y="596266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Oval 2680"/>
          <p:cNvSpPr/>
          <p:nvPr/>
        </p:nvSpPr>
        <p:spPr>
          <a:xfrm>
            <a:off x="7499771" y="59642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Oval 2681"/>
          <p:cNvSpPr/>
          <p:nvPr/>
        </p:nvSpPr>
        <p:spPr>
          <a:xfrm>
            <a:off x="7504657" y="59658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Oval 2682"/>
          <p:cNvSpPr/>
          <p:nvPr/>
        </p:nvSpPr>
        <p:spPr>
          <a:xfrm>
            <a:off x="7442937" y="59663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Oval 2683"/>
          <p:cNvSpPr/>
          <p:nvPr/>
        </p:nvSpPr>
        <p:spPr>
          <a:xfrm>
            <a:off x="7438583" y="596859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Oval 2684"/>
          <p:cNvSpPr/>
          <p:nvPr/>
        </p:nvSpPr>
        <p:spPr>
          <a:xfrm>
            <a:off x="7504901" y="596878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Oval 2685"/>
          <p:cNvSpPr/>
          <p:nvPr/>
        </p:nvSpPr>
        <p:spPr>
          <a:xfrm>
            <a:off x="7464657" y="59690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Oval 2686"/>
          <p:cNvSpPr/>
          <p:nvPr/>
        </p:nvSpPr>
        <p:spPr>
          <a:xfrm>
            <a:off x="7451289" y="59691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Oval 2687"/>
          <p:cNvSpPr/>
          <p:nvPr/>
        </p:nvSpPr>
        <p:spPr>
          <a:xfrm>
            <a:off x="7476662" y="59704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Oval 2688"/>
          <p:cNvSpPr/>
          <p:nvPr/>
        </p:nvSpPr>
        <p:spPr>
          <a:xfrm>
            <a:off x="7454905" y="59713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Oval 2689"/>
          <p:cNvSpPr/>
          <p:nvPr/>
        </p:nvSpPr>
        <p:spPr>
          <a:xfrm>
            <a:off x="7453849" y="59728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Oval 2690"/>
          <p:cNvSpPr/>
          <p:nvPr/>
        </p:nvSpPr>
        <p:spPr>
          <a:xfrm>
            <a:off x="7495960" y="59732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Oval 2691"/>
          <p:cNvSpPr/>
          <p:nvPr/>
        </p:nvSpPr>
        <p:spPr>
          <a:xfrm>
            <a:off x="7460618" y="59742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Oval 2692"/>
          <p:cNvSpPr/>
          <p:nvPr/>
        </p:nvSpPr>
        <p:spPr>
          <a:xfrm>
            <a:off x="7499559" y="59744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Oval 2693"/>
          <p:cNvSpPr/>
          <p:nvPr/>
        </p:nvSpPr>
        <p:spPr>
          <a:xfrm>
            <a:off x="7497599" y="59797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Oval 2694"/>
          <p:cNvSpPr/>
          <p:nvPr/>
        </p:nvSpPr>
        <p:spPr>
          <a:xfrm>
            <a:off x="7497854" y="59823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Oval 2695"/>
          <p:cNvSpPr/>
          <p:nvPr/>
        </p:nvSpPr>
        <p:spPr>
          <a:xfrm>
            <a:off x="7489507" y="59824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Oval 2696"/>
          <p:cNvSpPr/>
          <p:nvPr/>
        </p:nvSpPr>
        <p:spPr>
          <a:xfrm>
            <a:off x="7451595" y="59825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Oval 2697"/>
          <p:cNvSpPr/>
          <p:nvPr/>
        </p:nvSpPr>
        <p:spPr>
          <a:xfrm>
            <a:off x="7430567" y="59839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Oval 2698"/>
          <p:cNvSpPr/>
          <p:nvPr/>
        </p:nvSpPr>
        <p:spPr>
          <a:xfrm>
            <a:off x="7457162" y="59849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Oval 2699"/>
          <p:cNvSpPr/>
          <p:nvPr/>
        </p:nvSpPr>
        <p:spPr>
          <a:xfrm>
            <a:off x="7472534" y="59856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Oval 2700"/>
          <p:cNvSpPr/>
          <p:nvPr/>
        </p:nvSpPr>
        <p:spPr>
          <a:xfrm>
            <a:off x="7493307" y="59877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Oval 2701"/>
          <p:cNvSpPr/>
          <p:nvPr/>
        </p:nvSpPr>
        <p:spPr>
          <a:xfrm>
            <a:off x="7459628" y="59879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Oval 2702"/>
          <p:cNvSpPr/>
          <p:nvPr/>
        </p:nvSpPr>
        <p:spPr>
          <a:xfrm>
            <a:off x="7483737" y="59882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Oval 2703"/>
          <p:cNvSpPr/>
          <p:nvPr/>
        </p:nvSpPr>
        <p:spPr>
          <a:xfrm>
            <a:off x="7442229" y="59883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Oval 2704"/>
          <p:cNvSpPr/>
          <p:nvPr/>
        </p:nvSpPr>
        <p:spPr>
          <a:xfrm>
            <a:off x="7481734" y="59912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Oval 2705"/>
          <p:cNvSpPr/>
          <p:nvPr/>
        </p:nvSpPr>
        <p:spPr>
          <a:xfrm>
            <a:off x="7436737" y="59963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TextBox 2706"/>
          <p:cNvSpPr txBox="1"/>
          <p:nvPr/>
        </p:nvSpPr>
        <p:spPr>
          <a:xfrm>
            <a:off x="733806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9</a:t>
            </a:r>
          </a:p>
        </p:txBody>
      </p:sp>
      <p:cxnSp>
        <p:nvCxnSpPr>
          <p:cNvPr id="2708" name="Connector 2707"/>
          <p:cNvCxnSpPr/>
          <p:nvPr/>
        </p:nvCxnSpPr>
        <p:spPr>
          <a:xfrm flipV="1">
            <a:off x="7783830" y="5342709"/>
            <a:ext cx="0" cy="66801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9" name="Connector 2708"/>
          <p:cNvCxnSpPr/>
          <p:nvPr/>
        </p:nvCxnSpPr>
        <p:spPr>
          <a:xfrm>
            <a:off x="7742968" y="6010725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0" name="Connector 2709"/>
          <p:cNvCxnSpPr/>
          <p:nvPr/>
        </p:nvCxnSpPr>
        <p:spPr>
          <a:xfrm>
            <a:off x="7742968" y="5342709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1" name="Rectangle 2710"/>
          <p:cNvSpPr/>
          <p:nvPr/>
        </p:nvSpPr>
        <p:spPr>
          <a:xfrm>
            <a:off x="7702106" y="5972346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2" name="Connector 2711"/>
          <p:cNvCxnSpPr/>
          <p:nvPr/>
        </p:nvCxnSpPr>
        <p:spPr>
          <a:xfrm>
            <a:off x="7702106" y="5938114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3" name="Oval 2712"/>
          <p:cNvSpPr/>
          <p:nvPr/>
        </p:nvSpPr>
        <p:spPr>
          <a:xfrm>
            <a:off x="7782639" y="53244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Oval 2713"/>
          <p:cNvSpPr/>
          <p:nvPr/>
        </p:nvSpPr>
        <p:spPr>
          <a:xfrm>
            <a:off x="7752693" y="540750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Oval 2714"/>
          <p:cNvSpPr/>
          <p:nvPr/>
        </p:nvSpPr>
        <p:spPr>
          <a:xfrm>
            <a:off x="7735791" y="54421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Oval 2715"/>
          <p:cNvSpPr/>
          <p:nvPr/>
        </p:nvSpPr>
        <p:spPr>
          <a:xfrm>
            <a:off x="7735301" y="56082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Oval 2716"/>
          <p:cNvSpPr/>
          <p:nvPr/>
        </p:nvSpPr>
        <p:spPr>
          <a:xfrm>
            <a:off x="7771541" y="57190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Oval 2717"/>
          <p:cNvSpPr/>
          <p:nvPr/>
        </p:nvSpPr>
        <p:spPr>
          <a:xfrm>
            <a:off x="7801872" y="57467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Oval 2718"/>
          <p:cNvSpPr/>
          <p:nvPr/>
        </p:nvSpPr>
        <p:spPr>
          <a:xfrm>
            <a:off x="7735602" y="57536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Oval 2719"/>
          <p:cNvSpPr/>
          <p:nvPr/>
        </p:nvSpPr>
        <p:spPr>
          <a:xfrm>
            <a:off x="7744676" y="57536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Oval 2720"/>
          <p:cNvSpPr/>
          <p:nvPr/>
        </p:nvSpPr>
        <p:spPr>
          <a:xfrm>
            <a:off x="7768750" y="57744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Oval 2721"/>
          <p:cNvSpPr/>
          <p:nvPr/>
        </p:nvSpPr>
        <p:spPr>
          <a:xfrm>
            <a:off x="7772259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Oval 2722"/>
          <p:cNvSpPr/>
          <p:nvPr/>
        </p:nvSpPr>
        <p:spPr>
          <a:xfrm>
            <a:off x="7763423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Oval 2723"/>
          <p:cNvSpPr/>
          <p:nvPr/>
        </p:nvSpPr>
        <p:spPr>
          <a:xfrm>
            <a:off x="7758053" y="57882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Oval 2724"/>
          <p:cNvSpPr/>
          <p:nvPr/>
        </p:nvSpPr>
        <p:spPr>
          <a:xfrm>
            <a:off x="7726376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Oval 2725"/>
          <p:cNvSpPr/>
          <p:nvPr/>
        </p:nvSpPr>
        <p:spPr>
          <a:xfrm>
            <a:off x="7791013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Oval 2726"/>
          <p:cNvSpPr/>
          <p:nvPr/>
        </p:nvSpPr>
        <p:spPr>
          <a:xfrm>
            <a:off x="7741190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Oval 2727"/>
          <p:cNvSpPr/>
          <p:nvPr/>
        </p:nvSpPr>
        <p:spPr>
          <a:xfrm>
            <a:off x="7772367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Oval 2728"/>
          <p:cNvSpPr/>
          <p:nvPr/>
        </p:nvSpPr>
        <p:spPr>
          <a:xfrm>
            <a:off x="7733374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Oval 2729"/>
          <p:cNvSpPr/>
          <p:nvPr/>
        </p:nvSpPr>
        <p:spPr>
          <a:xfrm>
            <a:off x="7749126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Oval 2730"/>
          <p:cNvSpPr/>
          <p:nvPr/>
        </p:nvSpPr>
        <p:spPr>
          <a:xfrm>
            <a:off x="7739863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Oval 2731"/>
          <p:cNvSpPr/>
          <p:nvPr/>
        </p:nvSpPr>
        <p:spPr>
          <a:xfrm>
            <a:off x="7802602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Oval 2732"/>
          <p:cNvSpPr/>
          <p:nvPr/>
        </p:nvSpPr>
        <p:spPr>
          <a:xfrm>
            <a:off x="7788707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Oval 2733"/>
          <p:cNvSpPr/>
          <p:nvPr/>
        </p:nvSpPr>
        <p:spPr>
          <a:xfrm>
            <a:off x="7762284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Oval 2734"/>
          <p:cNvSpPr/>
          <p:nvPr/>
        </p:nvSpPr>
        <p:spPr>
          <a:xfrm>
            <a:off x="7774480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Oval 2735"/>
          <p:cNvSpPr/>
          <p:nvPr/>
        </p:nvSpPr>
        <p:spPr>
          <a:xfrm>
            <a:off x="7799948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Oval 2736"/>
          <p:cNvSpPr/>
          <p:nvPr/>
        </p:nvSpPr>
        <p:spPr>
          <a:xfrm>
            <a:off x="7787612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Oval 2737"/>
          <p:cNvSpPr/>
          <p:nvPr/>
        </p:nvSpPr>
        <p:spPr>
          <a:xfrm>
            <a:off x="7732216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Oval 2738"/>
          <p:cNvSpPr/>
          <p:nvPr/>
        </p:nvSpPr>
        <p:spPr>
          <a:xfrm>
            <a:off x="7798754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Oval 2739"/>
          <p:cNvSpPr/>
          <p:nvPr/>
        </p:nvSpPr>
        <p:spPr>
          <a:xfrm>
            <a:off x="7746044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Oval 2740"/>
          <p:cNvSpPr/>
          <p:nvPr/>
        </p:nvSpPr>
        <p:spPr>
          <a:xfrm>
            <a:off x="7800526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Oval 2741"/>
          <p:cNvSpPr/>
          <p:nvPr/>
        </p:nvSpPr>
        <p:spPr>
          <a:xfrm>
            <a:off x="7803609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Oval 2742"/>
          <p:cNvSpPr/>
          <p:nvPr/>
        </p:nvSpPr>
        <p:spPr>
          <a:xfrm>
            <a:off x="7781420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Oval 2743"/>
          <p:cNvSpPr/>
          <p:nvPr/>
        </p:nvSpPr>
        <p:spPr>
          <a:xfrm>
            <a:off x="7775845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Oval 2744"/>
          <p:cNvSpPr/>
          <p:nvPr/>
        </p:nvSpPr>
        <p:spPr>
          <a:xfrm>
            <a:off x="7759936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Oval 2745"/>
          <p:cNvSpPr/>
          <p:nvPr/>
        </p:nvSpPr>
        <p:spPr>
          <a:xfrm>
            <a:off x="7764057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Oval 2746"/>
          <p:cNvSpPr/>
          <p:nvPr/>
        </p:nvSpPr>
        <p:spPr>
          <a:xfrm>
            <a:off x="7797441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Oval 2747"/>
          <p:cNvSpPr/>
          <p:nvPr/>
        </p:nvSpPr>
        <p:spPr>
          <a:xfrm>
            <a:off x="7743372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Oval 2748"/>
          <p:cNvSpPr/>
          <p:nvPr/>
        </p:nvSpPr>
        <p:spPr>
          <a:xfrm>
            <a:off x="7788143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Oval 2749"/>
          <p:cNvSpPr/>
          <p:nvPr/>
        </p:nvSpPr>
        <p:spPr>
          <a:xfrm>
            <a:off x="7785640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Oval 2750"/>
          <p:cNvSpPr/>
          <p:nvPr/>
        </p:nvSpPr>
        <p:spPr>
          <a:xfrm>
            <a:off x="7790359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Oval 2751"/>
          <p:cNvSpPr/>
          <p:nvPr/>
        </p:nvSpPr>
        <p:spPr>
          <a:xfrm>
            <a:off x="7733383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Oval 2752"/>
          <p:cNvSpPr/>
          <p:nvPr/>
        </p:nvSpPr>
        <p:spPr>
          <a:xfrm>
            <a:off x="7755407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Oval 2753"/>
          <p:cNvSpPr/>
          <p:nvPr/>
        </p:nvSpPr>
        <p:spPr>
          <a:xfrm>
            <a:off x="7725085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Oval 2754"/>
          <p:cNvSpPr/>
          <p:nvPr/>
        </p:nvSpPr>
        <p:spPr>
          <a:xfrm>
            <a:off x="7778702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Oval 2755"/>
          <p:cNvSpPr/>
          <p:nvPr/>
        </p:nvSpPr>
        <p:spPr>
          <a:xfrm>
            <a:off x="7751316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Oval 2756"/>
          <p:cNvSpPr/>
          <p:nvPr/>
        </p:nvSpPr>
        <p:spPr>
          <a:xfrm>
            <a:off x="776038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Oval 2757"/>
          <p:cNvSpPr/>
          <p:nvPr/>
        </p:nvSpPr>
        <p:spPr>
          <a:xfrm>
            <a:off x="7769405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Oval 2758"/>
          <p:cNvSpPr/>
          <p:nvPr/>
        </p:nvSpPr>
        <p:spPr>
          <a:xfrm>
            <a:off x="7731145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Oval 2759"/>
          <p:cNvSpPr/>
          <p:nvPr/>
        </p:nvSpPr>
        <p:spPr>
          <a:xfrm>
            <a:off x="7777895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Oval 2760"/>
          <p:cNvSpPr/>
          <p:nvPr/>
        </p:nvSpPr>
        <p:spPr>
          <a:xfrm>
            <a:off x="7772420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Oval 2761"/>
          <p:cNvSpPr/>
          <p:nvPr/>
        </p:nvSpPr>
        <p:spPr>
          <a:xfrm>
            <a:off x="774020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Oval 2762"/>
          <p:cNvSpPr/>
          <p:nvPr/>
        </p:nvSpPr>
        <p:spPr>
          <a:xfrm>
            <a:off x="775206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Oval 2763"/>
          <p:cNvSpPr/>
          <p:nvPr/>
        </p:nvSpPr>
        <p:spPr>
          <a:xfrm>
            <a:off x="777974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Oval 2764"/>
          <p:cNvSpPr/>
          <p:nvPr/>
        </p:nvSpPr>
        <p:spPr>
          <a:xfrm>
            <a:off x="779477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Oval 2765"/>
          <p:cNvSpPr/>
          <p:nvPr/>
        </p:nvSpPr>
        <p:spPr>
          <a:xfrm>
            <a:off x="7789470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Oval 2766"/>
          <p:cNvSpPr/>
          <p:nvPr/>
        </p:nvSpPr>
        <p:spPr>
          <a:xfrm>
            <a:off x="7738523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Oval 2767"/>
          <p:cNvSpPr/>
          <p:nvPr/>
        </p:nvSpPr>
        <p:spPr>
          <a:xfrm>
            <a:off x="7783570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Oval 2768"/>
          <p:cNvSpPr/>
          <p:nvPr/>
        </p:nvSpPr>
        <p:spPr>
          <a:xfrm>
            <a:off x="7778886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Oval 2769"/>
          <p:cNvSpPr/>
          <p:nvPr/>
        </p:nvSpPr>
        <p:spPr>
          <a:xfrm>
            <a:off x="777364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Oval 2770"/>
          <p:cNvSpPr/>
          <p:nvPr/>
        </p:nvSpPr>
        <p:spPr>
          <a:xfrm>
            <a:off x="7771776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Oval 2771"/>
          <p:cNvSpPr/>
          <p:nvPr/>
        </p:nvSpPr>
        <p:spPr>
          <a:xfrm>
            <a:off x="773212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Oval 2772"/>
          <p:cNvSpPr/>
          <p:nvPr/>
        </p:nvSpPr>
        <p:spPr>
          <a:xfrm>
            <a:off x="7725556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Oval 2773"/>
          <p:cNvSpPr/>
          <p:nvPr/>
        </p:nvSpPr>
        <p:spPr>
          <a:xfrm>
            <a:off x="7727896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Oval 2774"/>
          <p:cNvSpPr/>
          <p:nvPr/>
        </p:nvSpPr>
        <p:spPr>
          <a:xfrm>
            <a:off x="7730508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Oval 2775"/>
          <p:cNvSpPr/>
          <p:nvPr/>
        </p:nvSpPr>
        <p:spPr>
          <a:xfrm>
            <a:off x="778803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Oval 2776"/>
          <p:cNvSpPr/>
          <p:nvPr/>
        </p:nvSpPr>
        <p:spPr>
          <a:xfrm>
            <a:off x="7765694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Oval 2777"/>
          <p:cNvSpPr/>
          <p:nvPr/>
        </p:nvSpPr>
        <p:spPr>
          <a:xfrm>
            <a:off x="7794437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Oval 2778"/>
          <p:cNvSpPr/>
          <p:nvPr/>
        </p:nvSpPr>
        <p:spPr>
          <a:xfrm>
            <a:off x="7787001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Oval 2779"/>
          <p:cNvSpPr/>
          <p:nvPr/>
        </p:nvSpPr>
        <p:spPr>
          <a:xfrm>
            <a:off x="7777734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Oval 2780"/>
          <p:cNvSpPr/>
          <p:nvPr/>
        </p:nvSpPr>
        <p:spPr>
          <a:xfrm>
            <a:off x="7758203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Oval 2781"/>
          <p:cNvSpPr/>
          <p:nvPr/>
        </p:nvSpPr>
        <p:spPr>
          <a:xfrm>
            <a:off x="7750230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Oval 2782"/>
          <p:cNvSpPr/>
          <p:nvPr/>
        </p:nvSpPr>
        <p:spPr>
          <a:xfrm>
            <a:off x="7794180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Oval 2783"/>
          <p:cNvSpPr/>
          <p:nvPr/>
        </p:nvSpPr>
        <p:spPr>
          <a:xfrm>
            <a:off x="7781037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Oval 2784"/>
          <p:cNvSpPr/>
          <p:nvPr/>
        </p:nvSpPr>
        <p:spPr>
          <a:xfrm>
            <a:off x="778728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Oval 2785"/>
          <p:cNvSpPr/>
          <p:nvPr/>
        </p:nvSpPr>
        <p:spPr>
          <a:xfrm>
            <a:off x="7773837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Oval 2786"/>
          <p:cNvSpPr/>
          <p:nvPr/>
        </p:nvSpPr>
        <p:spPr>
          <a:xfrm>
            <a:off x="779187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Oval 2787"/>
          <p:cNvSpPr/>
          <p:nvPr/>
        </p:nvSpPr>
        <p:spPr>
          <a:xfrm>
            <a:off x="780515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Oval 2788"/>
          <p:cNvSpPr/>
          <p:nvPr/>
        </p:nvSpPr>
        <p:spPr>
          <a:xfrm>
            <a:off x="7752710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Oval 2789"/>
          <p:cNvSpPr/>
          <p:nvPr/>
        </p:nvSpPr>
        <p:spPr>
          <a:xfrm>
            <a:off x="776709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Oval 2790"/>
          <p:cNvSpPr/>
          <p:nvPr/>
        </p:nvSpPr>
        <p:spPr>
          <a:xfrm>
            <a:off x="7792596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Oval 2791"/>
          <p:cNvSpPr/>
          <p:nvPr/>
        </p:nvSpPr>
        <p:spPr>
          <a:xfrm>
            <a:off x="776833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Oval 2792"/>
          <p:cNvSpPr/>
          <p:nvPr/>
        </p:nvSpPr>
        <p:spPr>
          <a:xfrm>
            <a:off x="775759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Oval 2793"/>
          <p:cNvSpPr/>
          <p:nvPr/>
        </p:nvSpPr>
        <p:spPr>
          <a:xfrm>
            <a:off x="7773280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Oval 2794"/>
          <p:cNvSpPr/>
          <p:nvPr/>
        </p:nvSpPr>
        <p:spPr>
          <a:xfrm>
            <a:off x="7784427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Oval 2795"/>
          <p:cNvSpPr/>
          <p:nvPr/>
        </p:nvSpPr>
        <p:spPr>
          <a:xfrm>
            <a:off x="7799948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Oval 2796"/>
          <p:cNvSpPr/>
          <p:nvPr/>
        </p:nvSpPr>
        <p:spPr>
          <a:xfrm>
            <a:off x="7763626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Oval 2797"/>
          <p:cNvSpPr/>
          <p:nvPr/>
        </p:nvSpPr>
        <p:spPr>
          <a:xfrm>
            <a:off x="7743673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Oval 2798"/>
          <p:cNvSpPr/>
          <p:nvPr/>
        </p:nvSpPr>
        <p:spPr>
          <a:xfrm>
            <a:off x="7756840" y="59504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Oval 2799"/>
          <p:cNvSpPr/>
          <p:nvPr/>
        </p:nvSpPr>
        <p:spPr>
          <a:xfrm>
            <a:off x="7744963" y="59525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Oval 2800"/>
          <p:cNvSpPr/>
          <p:nvPr/>
        </p:nvSpPr>
        <p:spPr>
          <a:xfrm>
            <a:off x="7768179" y="59526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Oval 2801"/>
          <p:cNvSpPr/>
          <p:nvPr/>
        </p:nvSpPr>
        <p:spPr>
          <a:xfrm>
            <a:off x="7759899" y="59532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Oval 2802"/>
          <p:cNvSpPr/>
          <p:nvPr/>
        </p:nvSpPr>
        <p:spPr>
          <a:xfrm>
            <a:off x="7799295" y="59534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Oval 2803"/>
          <p:cNvSpPr/>
          <p:nvPr/>
        </p:nvSpPr>
        <p:spPr>
          <a:xfrm>
            <a:off x="7802935" y="59542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Oval 2804"/>
          <p:cNvSpPr/>
          <p:nvPr/>
        </p:nvSpPr>
        <p:spPr>
          <a:xfrm>
            <a:off x="7779272" y="59558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Oval 2805"/>
          <p:cNvSpPr/>
          <p:nvPr/>
        </p:nvSpPr>
        <p:spPr>
          <a:xfrm>
            <a:off x="7725885" y="59566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Oval 2806"/>
          <p:cNvSpPr/>
          <p:nvPr/>
        </p:nvSpPr>
        <p:spPr>
          <a:xfrm>
            <a:off x="7738850" y="59571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Oval 2807"/>
          <p:cNvSpPr/>
          <p:nvPr/>
        </p:nvSpPr>
        <p:spPr>
          <a:xfrm>
            <a:off x="7786028" y="59573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Oval 2808"/>
          <p:cNvSpPr/>
          <p:nvPr/>
        </p:nvSpPr>
        <p:spPr>
          <a:xfrm>
            <a:off x="7746634" y="59580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Oval 2809"/>
          <p:cNvSpPr/>
          <p:nvPr/>
        </p:nvSpPr>
        <p:spPr>
          <a:xfrm>
            <a:off x="7725230" y="59599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Oval 2810"/>
          <p:cNvSpPr/>
          <p:nvPr/>
        </p:nvSpPr>
        <p:spPr>
          <a:xfrm>
            <a:off x="7744413" y="5962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Oval 2811"/>
          <p:cNvSpPr/>
          <p:nvPr/>
        </p:nvSpPr>
        <p:spPr>
          <a:xfrm>
            <a:off x="7752557" y="59640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Oval 2812"/>
          <p:cNvSpPr/>
          <p:nvPr/>
        </p:nvSpPr>
        <p:spPr>
          <a:xfrm>
            <a:off x="7779183" y="59650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Oval 2813"/>
          <p:cNvSpPr/>
          <p:nvPr/>
        </p:nvSpPr>
        <p:spPr>
          <a:xfrm>
            <a:off x="7794133" y="59657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Oval 2814"/>
          <p:cNvSpPr/>
          <p:nvPr/>
        </p:nvSpPr>
        <p:spPr>
          <a:xfrm>
            <a:off x="7784971" y="59659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Oval 2815"/>
          <p:cNvSpPr/>
          <p:nvPr/>
        </p:nvSpPr>
        <p:spPr>
          <a:xfrm>
            <a:off x="7732669" y="596621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Oval 2816"/>
          <p:cNvSpPr/>
          <p:nvPr/>
        </p:nvSpPr>
        <p:spPr>
          <a:xfrm>
            <a:off x="7748859" y="59668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Oval 2817"/>
          <p:cNvSpPr/>
          <p:nvPr/>
        </p:nvSpPr>
        <p:spPr>
          <a:xfrm>
            <a:off x="7770513" y="59699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Oval 2818"/>
          <p:cNvSpPr/>
          <p:nvPr/>
        </p:nvSpPr>
        <p:spPr>
          <a:xfrm>
            <a:off x="7739652" y="597106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Oval 2819"/>
          <p:cNvSpPr/>
          <p:nvPr/>
        </p:nvSpPr>
        <p:spPr>
          <a:xfrm>
            <a:off x="7770513" y="59726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Oval 2820"/>
          <p:cNvSpPr/>
          <p:nvPr/>
        </p:nvSpPr>
        <p:spPr>
          <a:xfrm>
            <a:off x="7735781" y="597638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Oval 2821"/>
          <p:cNvSpPr/>
          <p:nvPr/>
        </p:nvSpPr>
        <p:spPr>
          <a:xfrm>
            <a:off x="7750670" y="59765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Oval 2822"/>
          <p:cNvSpPr/>
          <p:nvPr/>
        </p:nvSpPr>
        <p:spPr>
          <a:xfrm>
            <a:off x="7805929" y="59776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Oval 2823"/>
          <p:cNvSpPr/>
          <p:nvPr/>
        </p:nvSpPr>
        <p:spPr>
          <a:xfrm>
            <a:off x="7755796" y="59799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Oval 2824"/>
          <p:cNvSpPr/>
          <p:nvPr/>
        </p:nvSpPr>
        <p:spPr>
          <a:xfrm>
            <a:off x="7801820" y="59803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Oval 2825"/>
          <p:cNvSpPr/>
          <p:nvPr/>
        </p:nvSpPr>
        <p:spPr>
          <a:xfrm>
            <a:off x="7790664" y="598138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Oval 2826"/>
          <p:cNvSpPr/>
          <p:nvPr/>
        </p:nvSpPr>
        <p:spPr>
          <a:xfrm>
            <a:off x="7787178" y="59819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Oval 2827"/>
          <p:cNvSpPr/>
          <p:nvPr/>
        </p:nvSpPr>
        <p:spPr>
          <a:xfrm>
            <a:off x="7787991" y="59834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Oval 2828"/>
          <p:cNvSpPr/>
          <p:nvPr/>
        </p:nvSpPr>
        <p:spPr>
          <a:xfrm>
            <a:off x="7753432" y="59844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Oval 2829"/>
          <p:cNvSpPr/>
          <p:nvPr/>
        </p:nvSpPr>
        <p:spPr>
          <a:xfrm>
            <a:off x="7744871" y="59860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Oval 2830"/>
          <p:cNvSpPr/>
          <p:nvPr/>
        </p:nvSpPr>
        <p:spPr>
          <a:xfrm>
            <a:off x="7753639" y="59862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Oval 2831"/>
          <p:cNvSpPr/>
          <p:nvPr/>
        </p:nvSpPr>
        <p:spPr>
          <a:xfrm>
            <a:off x="7801165" y="59870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Oval 2832"/>
          <p:cNvSpPr/>
          <p:nvPr/>
        </p:nvSpPr>
        <p:spPr>
          <a:xfrm>
            <a:off x="7751099" y="59921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Oval 2833"/>
          <p:cNvSpPr/>
          <p:nvPr/>
        </p:nvSpPr>
        <p:spPr>
          <a:xfrm>
            <a:off x="7780530" y="59924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TextBox 2834"/>
          <p:cNvSpPr txBox="1"/>
          <p:nvPr/>
        </p:nvSpPr>
        <p:spPr>
          <a:xfrm>
            <a:off x="763524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14</a:t>
            </a:r>
          </a:p>
        </p:txBody>
      </p:sp>
      <p:cxnSp>
        <p:nvCxnSpPr>
          <p:cNvPr id="2836" name="Connector 2835"/>
          <p:cNvCxnSpPr/>
          <p:nvPr/>
        </p:nvCxnSpPr>
        <p:spPr>
          <a:xfrm flipV="1">
            <a:off x="8081010" y="1188720"/>
            <a:ext cx="0" cy="4527848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7" name="Connector 2836"/>
          <p:cNvCxnSpPr/>
          <p:nvPr/>
        </p:nvCxnSpPr>
        <p:spPr>
          <a:xfrm>
            <a:off x="8040148" y="5716568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8" name="Connector 2837"/>
          <p:cNvCxnSpPr/>
          <p:nvPr/>
        </p:nvCxnSpPr>
        <p:spPr>
          <a:xfrm>
            <a:off x="8040148" y="1188720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9" name="Rectangle 2838"/>
          <p:cNvSpPr/>
          <p:nvPr/>
        </p:nvSpPr>
        <p:spPr>
          <a:xfrm>
            <a:off x="7999286" y="2898779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0" name="Connector 2839"/>
          <p:cNvCxnSpPr/>
          <p:nvPr/>
        </p:nvCxnSpPr>
        <p:spPr>
          <a:xfrm>
            <a:off x="7999286" y="2552613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1" name="Oval 2840"/>
          <p:cNvSpPr/>
          <p:nvPr/>
        </p:nvSpPr>
        <p:spPr>
          <a:xfrm>
            <a:off x="808779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Oval 2841"/>
          <p:cNvSpPr/>
          <p:nvPr/>
        </p:nvSpPr>
        <p:spPr>
          <a:xfrm>
            <a:off x="802562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Oval 2842"/>
          <p:cNvSpPr/>
          <p:nvPr/>
        </p:nvSpPr>
        <p:spPr>
          <a:xfrm>
            <a:off x="8087084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Oval 2843"/>
          <p:cNvSpPr/>
          <p:nvPr/>
        </p:nvSpPr>
        <p:spPr>
          <a:xfrm>
            <a:off x="804992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Oval 2844"/>
          <p:cNvSpPr/>
          <p:nvPr/>
        </p:nvSpPr>
        <p:spPr>
          <a:xfrm>
            <a:off x="804005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Oval 2845"/>
          <p:cNvSpPr/>
          <p:nvPr/>
        </p:nvSpPr>
        <p:spPr>
          <a:xfrm>
            <a:off x="806373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Oval 2846"/>
          <p:cNvSpPr/>
          <p:nvPr/>
        </p:nvSpPr>
        <p:spPr>
          <a:xfrm>
            <a:off x="808221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Oval 2847"/>
          <p:cNvSpPr/>
          <p:nvPr/>
        </p:nvSpPr>
        <p:spPr>
          <a:xfrm>
            <a:off x="803698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Oval 2848"/>
          <p:cNvSpPr/>
          <p:nvPr/>
        </p:nvSpPr>
        <p:spPr>
          <a:xfrm>
            <a:off x="808570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Oval 2849"/>
          <p:cNvSpPr/>
          <p:nvPr/>
        </p:nvSpPr>
        <p:spPr>
          <a:xfrm>
            <a:off x="8043166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Oval 2850"/>
          <p:cNvSpPr/>
          <p:nvPr/>
        </p:nvSpPr>
        <p:spPr>
          <a:xfrm>
            <a:off x="807376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2" name="Oval 2851"/>
          <p:cNvSpPr/>
          <p:nvPr/>
        </p:nvSpPr>
        <p:spPr>
          <a:xfrm>
            <a:off x="803091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3" name="Oval 2852"/>
          <p:cNvSpPr/>
          <p:nvPr/>
        </p:nvSpPr>
        <p:spPr>
          <a:xfrm>
            <a:off x="807628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4" name="Oval 2853"/>
          <p:cNvSpPr/>
          <p:nvPr/>
        </p:nvSpPr>
        <p:spPr>
          <a:xfrm>
            <a:off x="807045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5" name="Oval 2854"/>
          <p:cNvSpPr/>
          <p:nvPr/>
        </p:nvSpPr>
        <p:spPr>
          <a:xfrm>
            <a:off x="802559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6" name="Oval 2855"/>
          <p:cNvSpPr/>
          <p:nvPr/>
        </p:nvSpPr>
        <p:spPr>
          <a:xfrm>
            <a:off x="8082036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7" name="Oval 2856"/>
          <p:cNvSpPr/>
          <p:nvPr/>
        </p:nvSpPr>
        <p:spPr>
          <a:xfrm>
            <a:off x="803181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8" name="Oval 2857"/>
          <p:cNvSpPr/>
          <p:nvPr/>
        </p:nvSpPr>
        <p:spPr>
          <a:xfrm>
            <a:off x="805257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Oval 2858"/>
          <p:cNvSpPr/>
          <p:nvPr/>
        </p:nvSpPr>
        <p:spPr>
          <a:xfrm>
            <a:off x="805236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0" name="Oval 2859"/>
          <p:cNvSpPr/>
          <p:nvPr/>
        </p:nvSpPr>
        <p:spPr>
          <a:xfrm>
            <a:off x="810075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1" name="Oval 2860"/>
          <p:cNvSpPr/>
          <p:nvPr/>
        </p:nvSpPr>
        <p:spPr>
          <a:xfrm>
            <a:off x="808432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Oval 2861"/>
          <p:cNvSpPr/>
          <p:nvPr/>
        </p:nvSpPr>
        <p:spPr>
          <a:xfrm>
            <a:off x="805834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3" name="Oval 2862"/>
          <p:cNvSpPr/>
          <p:nvPr/>
        </p:nvSpPr>
        <p:spPr>
          <a:xfrm>
            <a:off x="807632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4" name="Oval 2863"/>
          <p:cNvSpPr/>
          <p:nvPr/>
        </p:nvSpPr>
        <p:spPr>
          <a:xfrm>
            <a:off x="806582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Oval 2864"/>
          <p:cNvSpPr/>
          <p:nvPr/>
        </p:nvSpPr>
        <p:spPr>
          <a:xfrm>
            <a:off x="808968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6" name="Oval 2865"/>
          <p:cNvSpPr/>
          <p:nvPr/>
        </p:nvSpPr>
        <p:spPr>
          <a:xfrm>
            <a:off x="803051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7" name="Oval 2866"/>
          <p:cNvSpPr/>
          <p:nvPr/>
        </p:nvSpPr>
        <p:spPr>
          <a:xfrm>
            <a:off x="807242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Oval 2867"/>
          <p:cNvSpPr/>
          <p:nvPr/>
        </p:nvSpPr>
        <p:spPr>
          <a:xfrm>
            <a:off x="809834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9" name="Oval 2868"/>
          <p:cNvSpPr/>
          <p:nvPr/>
        </p:nvSpPr>
        <p:spPr>
          <a:xfrm>
            <a:off x="802700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0" name="Oval 2869"/>
          <p:cNvSpPr/>
          <p:nvPr/>
        </p:nvSpPr>
        <p:spPr>
          <a:xfrm>
            <a:off x="807309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Oval 2870"/>
          <p:cNvSpPr/>
          <p:nvPr/>
        </p:nvSpPr>
        <p:spPr>
          <a:xfrm>
            <a:off x="804900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2" name="Oval 2871"/>
          <p:cNvSpPr/>
          <p:nvPr/>
        </p:nvSpPr>
        <p:spPr>
          <a:xfrm>
            <a:off x="803035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3" name="Oval 2872"/>
          <p:cNvSpPr/>
          <p:nvPr/>
        </p:nvSpPr>
        <p:spPr>
          <a:xfrm>
            <a:off x="810298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Oval 2873"/>
          <p:cNvSpPr/>
          <p:nvPr/>
        </p:nvSpPr>
        <p:spPr>
          <a:xfrm>
            <a:off x="807144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5" name="Oval 2874"/>
          <p:cNvSpPr/>
          <p:nvPr/>
        </p:nvSpPr>
        <p:spPr>
          <a:xfrm>
            <a:off x="808485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6" name="Oval 2875"/>
          <p:cNvSpPr/>
          <p:nvPr/>
        </p:nvSpPr>
        <p:spPr>
          <a:xfrm>
            <a:off x="808197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Oval 2876"/>
          <p:cNvSpPr/>
          <p:nvPr/>
        </p:nvSpPr>
        <p:spPr>
          <a:xfrm>
            <a:off x="803701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8" name="Oval 2877"/>
          <p:cNvSpPr/>
          <p:nvPr/>
        </p:nvSpPr>
        <p:spPr>
          <a:xfrm>
            <a:off x="808258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9" name="Oval 2878"/>
          <p:cNvSpPr/>
          <p:nvPr/>
        </p:nvSpPr>
        <p:spPr>
          <a:xfrm>
            <a:off x="8063586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Oval 2879"/>
          <p:cNvSpPr/>
          <p:nvPr/>
        </p:nvSpPr>
        <p:spPr>
          <a:xfrm>
            <a:off x="809452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1" name="Oval 2880"/>
          <p:cNvSpPr/>
          <p:nvPr/>
        </p:nvSpPr>
        <p:spPr>
          <a:xfrm>
            <a:off x="809979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2" name="Oval 2881"/>
          <p:cNvSpPr/>
          <p:nvPr/>
        </p:nvSpPr>
        <p:spPr>
          <a:xfrm>
            <a:off x="807463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Oval 2882"/>
          <p:cNvSpPr/>
          <p:nvPr/>
        </p:nvSpPr>
        <p:spPr>
          <a:xfrm>
            <a:off x="805772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4" name="Oval 2883"/>
          <p:cNvSpPr/>
          <p:nvPr/>
        </p:nvSpPr>
        <p:spPr>
          <a:xfrm>
            <a:off x="808868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5" name="Oval 2884"/>
          <p:cNvSpPr/>
          <p:nvPr/>
        </p:nvSpPr>
        <p:spPr>
          <a:xfrm>
            <a:off x="810205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Oval 2885"/>
          <p:cNvSpPr/>
          <p:nvPr/>
        </p:nvSpPr>
        <p:spPr>
          <a:xfrm>
            <a:off x="808072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7" name="Oval 2886"/>
          <p:cNvSpPr/>
          <p:nvPr/>
        </p:nvSpPr>
        <p:spPr>
          <a:xfrm>
            <a:off x="803152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8" name="Oval 2887"/>
          <p:cNvSpPr/>
          <p:nvPr/>
        </p:nvSpPr>
        <p:spPr>
          <a:xfrm>
            <a:off x="805173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Oval 2888"/>
          <p:cNvSpPr/>
          <p:nvPr/>
        </p:nvSpPr>
        <p:spPr>
          <a:xfrm>
            <a:off x="804138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0" name="Oval 2889"/>
          <p:cNvSpPr/>
          <p:nvPr/>
        </p:nvSpPr>
        <p:spPr>
          <a:xfrm>
            <a:off x="8052585" y="14058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1" name="Oval 2890"/>
          <p:cNvSpPr/>
          <p:nvPr/>
        </p:nvSpPr>
        <p:spPr>
          <a:xfrm>
            <a:off x="8045302" y="16273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Oval 2891"/>
          <p:cNvSpPr/>
          <p:nvPr/>
        </p:nvSpPr>
        <p:spPr>
          <a:xfrm>
            <a:off x="8092133" y="16550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3" name="Oval 2892"/>
          <p:cNvSpPr/>
          <p:nvPr/>
        </p:nvSpPr>
        <p:spPr>
          <a:xfrm>
            <a:off x="8022783" y="166198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4" name="Oval 2893"/>
          <p:cNvSpPr/>
          <p:nvPr/>
        </p:nvSpPr>
        <p:spPr>
          <a:xfrm>
            <a:off x="8060859" y="16758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Oval 2894"/>
          <p:cNvSpPr/>
          <p:nvPr/>
        </p:nvSpPr>
        <p:spPr>
          <a:xfrm>
            <a:off x="8033085" y="18281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6" name="Oval 2895"/>
          <p:cNvSpPr/>
          <p:nvPr/>
        </p:nvSpPr>
        <p:spPr>
          <a:xfrm>
            <a:off x="8063327" y="18627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7" name="Oval 2896"/>
          <p:cNvSpPr/>
          <p:nvPr/>
        </p:nvSpPr>
        <p:spPr>
          <a:xfrm>
            <a:off x="8086102" y="18627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Oval 2897"/>
          <p:cNvSpPr/>
          <p:nvPr/>
        </p:nvSpPr>
        <p:spPr>
          <a:xfrm>
            <a:off x="8065486" y="18904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9" name="Oval 2898"/>
          <p:cNvSpPr/>
          <p:nvPr/>
        </p:nvSpPr>
        <p:spPr>
          <a:xfrm>
            <a:off x="8066732" y="18904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0" name="Oval 2899"/>
          <p:cNvSpPr/>
          <p:nvPr/>
        </p:nvSpPr>
        <p:spPr>
          <a:xfrm>
            <a:off x="8041717" y="19043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Oval 2900"/>
          <p:cNvSpPr/>
          <p:nvPr/>
        </p:nvSpPr>
        <p:spPr>
          <a:xfrm>
            <a:off x="8063070" y="19319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2" name="Oval 2901"/>
          <p:cNvSpPr/>
          <p:nvPr/>
        </p:nvSpPr>
        <p:spPr>
          <a:xfrm>
            <a:off x="8023437" y="19458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3" name="Oval 2902"/>
          <p:cNvSpPr/>
          <p:nvPr/>
        </p:nvSpPr>
        <p:spPr>
          <a:xfrm>
            <a:off x="8072834" y="198046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Oval 2903"/>
          <p:cNvSpPr/>
          <p:nvPr/>
        </p:nvSpPr>
        <p:spPr>
          <a:xfrm>
            <a:off x="8038775" y="19873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5" name="Oval 2904"/>
          <p:cNvSpPr/>
          <p:nvPr/>
        </p:nvSpPr>
        <p:spPr>
          <a:xfrm>
            <a:off x="8068071" y="19943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6" name="Oval 2905"/>
          <p:cNvSpPr/>
          <p:nvPr/>
        </p:nvSpPr>
        <p:spPr>
          <a:xfrm>
            <a:off x="8059743" y="20150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Oval 2906"/>
          <p:cNvSpPr/>
          <p:nvPr/>
        </p:nvSpPr>
        <p:spPr>
          <a:xfrm>
            <a:off x="8022853" y="20289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8" name="Oval 2907"/>
          <p:cNvSpPr/>
          <p:nvPr/>
        </p:nvSpPr>
        <p:spPr>
          <a:xfrm>
            <a:off x="8047070" y="20289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9" name="Oval 2908"/>
          <p:cNvSpPr/>
          <p:nvPr/>
        </p:nvSpPr>
        <p:spPr>
          <a:xfrm>
            <a:off x="8102817" y="20427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Oval 2909"/>
          <p:cNvSpPr/>
          <p:nvPr/>
        </p:nvSpPr>
        <p:spPr>
          <a:xfrm>
            <a:off x="8046740" y="20566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1" name="Oval 2910"/>
          <p:cNvSpPr/>
          <p:nvPr/>
        </p:nvSpPr>
        <p:spPr>
          <a:xfrm>
            <a:off x="8040516" y="20843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2" name="Oval 2911"/>
          <p:cNvSpPr/>
          <p:nvPr/>
        </p:nvSpPr>
        <p:spPr>
          <a:xfrm>
            <a:off x="8048210" y="20981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Oval 2912"/>
          <p:cNvSpPr/>
          <p:nvPr/>
        </p:nvSpPr>
        <p:spPr>
          <a:xfrm>
            <a:off x="8098519" y="20981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4" name="Oval 2913"/>
          <p:cNvSpPr/>
          <p:nvPr/>
        </p:nvSpPr>
        <p:spPr>
          <a:xfrm>
            <a:off x="8101330" y="21050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5" name="Oval 2914"/>
          <p:cNvSpPr/>
          <p:nvPr/>
        </p:nvSpPr>
        <p:spPr>
          <a:xfrm>
            <a:off x="8102162" y="21120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Oval 2915"/>
          <p:cNvSpPr/>
          <p:nvPr/>
        </p:nvSpPr>
        <p:spPr>
          <a:xfrm>
            <a:off x="8079327" y="21258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7" name="Oval 2916"/>
          <p:cNvSpPr/>
          <p:nvPr/>
        </p:nvSpPr>
        <p:spPr>
          <a:xfrm>
            <a:off x="8073190" y="21327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8" name="Oval 2917"/>
          <p:cNvSpPr/>
          <p:nvPr/>
        </p:nvSpPr>
        <p:spPr>
          <a:xfrm>
            <a:off x="8039250" y="21327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9" name="Oval 2918"/>
          <p:cNvSpPr/>
          <p:nvPr/>
        </p:nvSpPr>
        <p:spPr>
          <a:xfrm>
            <a:off x="8037748" y="21396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0" name="Oval 2919"/>
          <p:cNvSpPr/>
          <p:nvPr/>
        </p:nvSpPr>
        <p:spPr>
          <a:xfrm>
            <a:off x="8037188" y="21466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1" name="Oval 2920"/>
          <p:cNvSpPr/>
          <p:nvPr/>
        </p:nvSpPr>
        <p:spPr>
          <a:xfrm>
            <a:off x="8082423" y="21466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2" name="Oval 2921"/>
          <p:cNvSpPr/>
          <p:nvPr/>
        </p:nvSpPr>
        <p:spPr>
          <a:xfrm>
            <a:off x="8092827" y="21535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3" name="Oval 2922"/>
          <p:cNvSpPr/>
          <p:nvPr/>
        </p:nvSpPr>
        <p:spPr>
          <a:xfrm>
            <a:off x="8035672" y="21673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4" name="Oval 2923"/>
          <p:cNvSpPr/>
          <p:nvPr/>
        </p:nvSpPr>
        <p:spPr>
          <a:xfrm>
            <a:off x="8024627" y="21673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5" name="Oval 2924"/>
          <p:cNvSpPr/>
          <p:nvPr/>
        </p:nvSpPr>
        <p:spPr>
          <a:xfrm>
            <a:off x="8026792" y="21881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6" name="Oval 2925"/>
          <p:cNvSpPr/>
          <p:nvPr/>
        </p:nvSpPr>
        <p:spPr>
          <a:xfrm>
            <a:off x="8064296" y="22020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7" name="Oval 2926"/>
          <p:cNvSpPr/>
          <p:nvPr/>
        </p:nvSpPr>
        <p:spPr>
          <a:xfrm>
            <a:off x="8079835" y="22089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8" name="Oval 2927"/>
          <p:cNvSpPr/>
          <p:nvPr/>
        </p:nvSpPr>
        <p:spPr>
          <a:xfrm>
            <a:off x="8101377" y="22366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9" name="Oval 2928"/>
          <p:cNvSpPr/>
          <p:nvPr/>
        </p:nvSpPr>
        <p:spPr>
          <a:xfrm>
            <a:off x="8092097" y="22435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0" name="Oval 2929"/>
          <p:cNvSpPr/>
          <p:nvPr/>
        </p:nvSpPr>
        <p:spPr>
          <a:xfrm>
            <a:off x="8067075" y="22504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1" name="Oval 2930"/>
          <p:cNvSpPr/>
          <p:nvPr/>
        </p:nvSpPr>
        <p:spPr>
          <a:xfrm>
            <a:off x="8065781" y="22573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2" name="Oval 2931"/>
          <p:cNvSpPr/>
          <p:nvPr/>
        </p:nvSpPr>
        <p:spPr>
          <a:xfrm>
            <a:off x="8098871" y="22643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3" name="Oval 2932"/>
          <p:cNvSpPr/>
          <p:nvPr/>
        </p:nvSpPr>
        <p:spPr>
          <a:xfrm>
            <a:off x="8088182" y="22712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4" name="Oval 2933"/>
          <p:cNvSpPr/>
          <p:nvPr/>
        </p:nvSpPr>
        <p:spPr>
          <a:xfrm>
            <a:off x="8046926" y="22781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5" name="Oval 2934"/>
          <p:cNvSpPr/>
          <p:nvPr/>
        </p:nvSpPr>
        <p:spPr>
          <a:xfrm>
            <a:off x="8046693" y="22850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6" name="Oval 2935"/>
          <p:cNvSpPr/>
          <p:nvPr/>
        </p:nvSpPr>
        <p:spPr>
          <a:xfrm>
            <a:off x="8063057" y="22850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7" name="Oval 2936"/>
          <p:cNvSpPr/>
          <p:nvPr/>
        </p:nvSpPr>
        <p:spPr>
          <a:xfrm>
            <a:off x="8033102" y="22989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8" name="Oval 2937"/>
          <p:cNvSpPr/>
          <p:nvPr/>
        </p:nvSpPr>
        <p:spPr>
          <a:xfrm>
            <a:off x="8025867" y="23127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9" name="Oval 2938"/>
          <p:cNvSpPr/>
          <p:nvPr/>
        </p:nvSpPr>
        <p:spPr>
          <a:xfrm>
            <a:off x="8049691" y="23266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0" name="Oval 2939"/>
          <p:cNvSpPr/>
          <p:nvPr/>
        </p:nvSpPr>
        <p:spPr>
          <a:xfrm>
            <a:off x="8082238" y="23404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1" name="Oval 2940"/>
          <p:cNvSpPr/>
          <p:nvPr/>
        </p:nvSpPr>
        <p:spPr>
          <a:xfrm>
            <a:off x="8097293" y="23404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2" name="Oval 2941"/>
          <p:cNvSpPr/>
          <p:nvPr/>
        </p:nvSpPr>
        <p:spPr>
          <a:xfrm>
            <a:off x="8035429" y="23404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Oval 2942"/>
          <p:cNvSpPr/>
          <p:nvPr/>
        </p:nvSpPr>
        <p:spPr>
          <a:xfrm>
            <a:off x="8035898" y="23543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4" name="Oval 2943"/>
          <p:cNvSpPr/>
          <p:nvPr/>
        </p:nvSpPr>
        <p:spPr>
          <a:xfrm>
            <a:off x="8025632" y="23543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5" name="Oval 2944"/>
          <p:cNvSpPr/>
          <p:nvPr/>
        </p:nvSpPr>
        <p:spPr>
          <a:xfrm>
            <a:off x="8099512" y="236124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Oval 2945"/>
          <p:cNvSpPr/>
          <p:nvPr/>
        </p:nvSpPr>
        <p:spPr>
          <a:xfrm>
            <a:off x="8090023" y="236124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7" name="Oval 2946"/>
          <p:cNvSpPr/>
          <p:nvPr/>
        </p:nvSpPr>
        <p:spPr>
          <a:xfrm>
            <a:off x="8040705" y="236816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8" name="Oval 2947"/>
          <p:cNvSpPr/>
          <p:nvPr/>
        </p:nvSpPr>
        <p:spPr>
          <a:xfrm>
            <a:off x="8065670" y="236816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Oval 2948"/>
          <p:cNvSpPr/>
          <p:nvPr/>
        </p:nvSpPr>
        <p:spPr>
          <a:xfrm>
            <a:off x="8066138" y="236816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0" name="Oval 2949"/>
          <p:cNvSpPr/>
          <p:nvPr/>
        </p:nvSpPr>
        <p:spPr>
          <a:xfrm>
            <a:off x="8043209" y="23750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1" name="Oval 2950"/>
          <p:cNvSpPr/>
          <p:nvPr/>
        </p:nvSpPr>
        <p:spPr>
          <a:xfrm>
            <a:off x="8100223" y="238201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Oval 2951"/>
          <p:cNvSpPr/>
          <p:nvPr/>
        </p:nvSpPr>
        <p:spPr>
          <a:xfrm>
            <a:off x="8060727" y="23889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3" name="Oval 2952"/>
          <p:cNvSpPr/>
          <p:nvPr/>
        </p:nvSpPr>
        <p:spPr>
          <a:xfrm>
            <a:off x="8062686" y="23958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4" name="Oval 2953"/>
          <p:cNvSpPr/>
          <p:nvPr/>
        </p:nvSpPr>
        <p:spPr>
          <a:xfrm>
            <a:off x="8029107" y="23958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Oval 2954"/>
          <p:cNvSpPr/>
          <p:nvPr/>
        </p:nvSpPr>
        <p:spPr>
          <a:xfrm>
            <a:off x="8063271" y="23958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6" name="Oval 2955"/>
          <p:cNvSpPr/>
          <p:nvPr/>
        </p:nvSpPr>
        <p:spPr>
          <a:xfrm>
            <a:off x="8049418" y="240278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7" name="Oval 2956"/>
          <p:cNvSpPr/>
          <p:nvPr/>
        </p:nvSpPr>
        <p:spPr>
          <a:xfrm>
            <a:off x="8061658" y="240278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Oval 2957"/>
          <p:cNvSpPr/>
          <p:nvPr/>
        </p:nvSpPr>
        <p:spPr>
          <a:xfrm>
            <a:off x="8067638" y="24097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9" name="Oval 2958"/>
          <p:cNvSpPr/>
          <p:nvPr/>
        </p:nvSpPr>
        <p:spPr>
          <a:xfrm>
            <a:off x="8094053" y="24097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0" name="Oval 2959"/>
          <p:cNvSpPr/>
          <p:nvPr/>
        </p:nvSpPr>
        <p:spPr>
          <a:xfrm>
            <a:off x="8039507" y="24373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Oval 2960"/>
          <p:cNvSpPr/>
          <p:nvPr/>
        </p:nvSpPr>
        <p:spPr>
          <a:xfrm>
            <a:off x="8098243" y="24373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2" name="Oval 2961"/>
          <p:cNvSpPr/>
          <p:nvPr/>
        </p:nvSpPr>
        <p:spPr>
          <a:xfrm>
            <a:off x="8060784" y="24443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3" name="Oval 2962"/>
          <p:cNvSpPr/>
          <p:nvPr/>
        </p:nvSpPr>
        <p:spPr>
          <a:xfrm>
            <a:off x="8081459" y="24512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Oval 2963"/>
          <p:cNvSpPr/>
          <p:nvPr/>
        </p:nvSpPr>
        <p:spPr>
          <a:xfrm>
            <a:off x="8031254" y="24650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5" name="Oval 2964"/>
          <p:cNvSpPr/>
          <p:nvPr/>
        </p:nvSpPr>
        <p:spPr>
          <a:xfrm>
            <a:off x="8035397" y="24720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6" name="Oval 2965"/>
          <p:cNvSpPr/>
          <p:nvPr/>
        </p:nvSpPr>
        <p:spPr>
          <a:xfrm>
            <a:off x="8072459" y="24789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Oval 2966"/>
          <p:cNvSpPr/>
          <p:nvPr/>
        </p:nvSpPr>
        <p:spPr>
          <a:xfrm>
            <a:off x="8087473" y="24858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8" name="Oval 2967"/>
          <p:cNvSpPr/>
          <p:nvPr/>
        </p:nvSpPr>
        <p:spPr>
          <a:xfrm>
            <a:off x="8064137" y="24927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9" name="Oval 2968"/>
          <p:cNvSpPr/>
          <p:nvPr/>
        </p:nvSpPr>
        <p:spPr>
          <a:xfrm>
            <a:off x="8049985" y="24927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Oval 2969"/>
          <p:cNvSpPr/>
          <p:nvPr/>
        </p:nvSpPr>
        <p:spPr>
          <a:xfrm>
            <a:off x="8039101" y="24997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1" name="Oval 2970"/>
          <p:cNvSpPr/>
          <p:nvPr/>
        </p:nvSpPr>
        <p:spPr>
          <a:xfrm>
            <a:off x="8068394" y="25066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2" name="Oval 2971"/>
          <p:cNvSpPr/>
          <p:nvPr/>
        </p:nvSpPr>
        <p:spPr>
          <a:xfrm>
            <a:off x="8046738" y="25274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Oval 2972"/>
          <p:cNvSpPr/>
          <p:nvPr/>
        </p:nvSpPr>
        <p:spPr>
          <a:xfrm>
            <a:off x="8089801" y="25343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4" name="Oval 2973"/>
          <p:cNvSpPr/>
          <p:nvPr/>
        </p:nvSpPr>
        <p:spPr>
          <a:xfrm>
            <a:off x="8036593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5" name="Oval 2974"/>
          <p:cNvSpPr/>
          <p:nvPr/>
        </p:nvSpPr>
        <p:spPr>
          <a:xfrm>
            <a:off x="8037345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Oval 2975"/>
          <p:cNvSpPr/>
          <p:nvPr/>
        </p:nvSpPr>
        <p:spPr>
          <a:xfrm>
            <a:off x="8088204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7" name="Oval 2976"/>
          <p:cNvSpPr/>
          <p:nvPr/>
        </p:nvSpPr>
        <p:spPr>
          <a:xfrm>
            <a:off x="8100097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8" name="Oval 2977"/>
          <p:cNvSpPr/>
          <p:nvPr/>
        </p:nvSpPr>
        <p:spPr>
          <a:xfrm>
            <a:off x="8025118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Oval 2978"/>
          <p:cNvSpPr/>
          <p:nvPr/>
        </p:nvSpPr>
        <p:spPr>
          <a:xfrm>
            <a:off x="8052987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0" name="Oval 2979"/>
          <p:cNvSpPr/>
          <p:nvPr/>
        </p:nvSpPr>
        <p:spPr>
          <a:xfrm>
            <a:off x="8057373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1" name="Oval 2980"/>
          <p:cNvSpPr/>
          <p:nvPr/>
        </p:nvSpPr>
        <p:spPr>
          <a:xfrm>
            <a:off x="8095231" y="25620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Oval 2981"/>
          <p:cNvSpPr/>
          <p:nvPr/>
        </p:nvSpPr>
        <p:spPr>
          <a:xfrm>
            <a:off x="8092345" y="25827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3" name="Oval 2982"/>
          <p:cNvSpPr/>
          <p:nvPr/>
        </p:nvSpPr>
        <p:spPr>
          <a:xfrm>
            <a:off x="8070962" y="25827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4" name="Oval 2983"/>
          <p:cNvSpPr/>
          <p:nvPr/>
        </p:nvSpPr>
        <p:spPr>
          <a:xfrm>
            <a:off x="8040322" y="25966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Oval 2984"/>
          <p:cNvSpPr/>
          <p:nvPr/>
        </p:nvSpPr>
        <p:spPr>
          <a:xfrm>
            <a:off x="8041131" y="260355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6" name="Oval 2985"/>
          <p:cNvSpPr/>
          <p:nvPr/>
        </p:nvSpPr>
        <p:spPr>
          <a:xfrm>
            <a:off x="8051380" y="261048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7" name="Oval 2986"/>
          <p:cNvSpPr/>
          <p:nvPr/>
        </p:nvSpPr>
        <p:spPr>
          <a:xfrm>
            <a:off x="8093635" y="261048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Oval 2987"/>
          <p:cNvSpPr/>
          <p:nvPr/>
        </p:nvSpPr>
        <p:spPr>
          <a:xfrm>
            <a:off x="8080641" y="26174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9" name="Oval 2988"/>
          <p:cNvSpPr/>
          <p:nvPr/>
        </p:nvSpPr>
        <p:spPr>
          <a:xfrm>
            <a:off x="8085491" y="26243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0" name="Oval 2989"/>
          <p:cNvSpPr/>
          <p:nvPr/>
        </p:nvSpPr>
        <p:spPr>
          <a:xfrm>
            <a:off x="8026279" y="26243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Oval 2990"/>
          <p:cNvSpPr/>
          <p:nvPr/>
        </p:nvSpPr>
        <p:spPr>
          <a:xfrm>
            <a:off x="8102711" y="26243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2" name="Oval 2991"/>
          <p:cNvSpPr/>
          <p:nvPr/>
        </p:nvSpPr>
        <p:spPr>
          <a:xfrm>
            <a:off x="8057463" y="26243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3" name="Oval 2992"/>
          <p:cNvSpPr/>
          <p:nvPr/>
        </p:nvSpPr>
        <p:spPr>
          <a:xfrm>
            <a:off x="8079092" y="26312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Oval 2993"/>
          <p:cNvSpPr/>
          <p:nvPr/>
        </p:nvSpPr>
        <p:spPr>
          <a:xfrm>
            <a:off x="8079298" y="26381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5" name="Oval 2994"/>
          <p:cNvSpPr/>
          <p:nvPr/>
        </p:nvSpPr>
        <p:spPr>
          <a:xfrm>
            <a:off x="8038564" y="264509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6" name="Oval 2995"/>
          <p:cNvSpPr/>
          <p:nvPr/>
        </p:nvSpPr>
        <p:spPr>
          <a:xfrm>
            <a:off x="8078042" y="264509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Oval 2996"/>
          <p:cNvSpPr/>
          <p:nvPr/>
        </p:nvSpPr>
        <p:spPr>
          <a:xfrm>
            <a:off x="8073679" y="26520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8" name="Oval 2997"/>
          <p:cNvSpPr/>
          <p:nvPr/>
        </p:nvSpPr>
        <p:spPr>
          <a:xfrm>
            <a:off x="8023378" y="26520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9" name="Oval 2998"/>
          <p:cNvSpPr/>
          <p:nvPr/>
        </p:nvSpPr>
        <p:spPr>
          <a:xfrm>
            <a:off x="8081764" y="26589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Oval 2999"/>
          <p:cNvSpPr/>
          <p:nvPr/>
        </p:nvSpPr>
        <p:spPr>
          <a:xfrm>
            <a:off x="8042668" y="26658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" name="Oval 3000"/>
          <p:cNvSpPr/>
          <p:nvPr/>
        </p:nvSpPr>
        <p:spPr>
          <a:xfrm>
            <a:off x="8082491" y="26797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" name="Oval 3001"/>
          <p:cNvSpPr/>
          <p:nvPr/>
        </p:nvSpPr>
        <p:spPr>
          <a:xfrm>
            <a:off x="8051544" y="26797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3" name="Oval 3002"/>
          <p:cNvSpPr/>
          <p:nvPr/>
        </p:nvSpPr>
        <p:spPr>
          <a:xfrm>
            <a:off x="8048015" y="26935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4" name="Oval 3003"/>
          <p:cNvSpPr/>
          <p:nvPr/>
        </p:nvSpPr>
        <p:spPr>
          <a:xfrm>
            <a:off x="8032811" y="26935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5" name="Oval 3004"/>
          <p:cNvSpPr/>
          <p:nvPr/>
        </p:nvSpPr>
        <p:spPr>
          <a:xfrm>
            <a:off x="8059410" y="26935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6" name="Oval 3005"/>
          <p:cNvSpPr/>
          <p:nvPr/>
        </p:nvSpPr>
        <p:spPr>
          <a:xfrm>
            <a:off x="8080397" y="27074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7" name="Oval 3006"/>
          <p:cNvSpPr/>
          <p:nvPr/>
        </p:nvSpPr>
        <p:spPr>
          <a:xfrm>
            <a:off x="8063207" y="27143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8" name="Oval 3007"/>
          <p:cNvSpPr/>
          <p:nvPr/>
        </p:nvSpPr>
        <p:spPr>
          <a:xfrm>
            <a:off x="8037893" y="272125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9" name="Oval 3008"/>
          <p:cNvSpPr/>
          <p:nvPr/>
        </p:nvSpPr>
        <p:spPr>
          <a:xfrm>
            <a:off x="8041523" y="272125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0" name="Oval 3009"/>
          <p:cNvSpPr/>
          <p:nvPr/>
        </p:nvSpPr>
        <p:spPr>
          <a:xfrm>
            <a:off x="8082366" y="27281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Oval 3010"/>
          <p:cNvSpPr/>
          <p:nvPr/>
        </p:nvSpPr>
        <p:spPr>
          <a:xfrm>
            <a:off x="8041751" y="27281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2" name="Oval 3011"/>
          <p:cNvSpPr/>
          <p:nvPr/>
        </p:nvSpPr>
        <p:spPr>
          <a:xfrm>
            <a:off x="8022547" y="27351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Oval 3012"/>
          <p:cNvSpPr/>
          <p:nvPr/>
        </p:nvSpPr>
        <p:spPr>
          <a:xfrm>
            <a:off x="8097129" y="27420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4" name="Oval 3013"/>
          <p:cNvSpPr/>
          <p:nvPr/>
        </p:nvSpPr>
        <p:spPr>
          <a:xfrm>
            <a:off x="8061424" y="27420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5" name="Oval 3014"/>
          <p:cNvSpPr/>
          <p:nvPr/>
        </p:nvSpPr>
        <p:spPr>
          <a:xfrm>
            <a:off x="8048645" y="27420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6" name="Oval 3015"/>
          <p:cNvSpPr/>
          <p:nvPr/>
        </p:nvSpPr>
        <p:spPr>
          <a:xfrm>
            <a:off x="8052805" y="27489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7" name="Oval 3016"/>
          <p:cNvSpPr/>
          <p:nvPr/>
        </p:nvSpPr>
        <p:spPr>
          <a:xfrm>
            <a:off x="8022652" y="27558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8" name="Oval 3017"/>
          <p:cNvSpPr/>
          <p:nvPr/>
        </p:nvSpPr>
        <p:spPr>
          <a:xfrm>
            <a:off x="8065618" y="27627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9" name="Oval 3018"/>
          <p:cNvSpPr/>
          <p:nvPr/>
        </p:nvSpPr>
        <p:spPr>
          <a:xfrm>
            <a:off x="8089252" y="27627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0" name="Oval 3019"/>
          <p:cNvSpPr/>
          <p:nvPr/>
        </p:nvSpPr>
        <p:spPr>
          <a:xfrm>
            <a:off x="8082392" y="27835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1" name="Oval 3020"/>
          <p:cNvSpPr/>
          <p:nvPr/>
        </p:nvSpPr>
        <p:spPr>
          <a:xfrm>
            <a:off x="8059983" y="27835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Oval 3021"/>
          <p:cNvSpPr/>
          <p:nvPr/>
        </p:nvSpPr>
        <p:spPr>
          <a:xfrm>
            <a:off x="8067339" y="27835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3" name="Oval 3022"/>
          <p:cNvSpPr/>
          <p:nvPr/>
        </p:nvSpPr>
        <p:spPr>
          <a:xfrm>
            <a:off x="8026693" y="27974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4" name="Oval 3023"/>
          <p:cNvSpPr/>
          <p:nvPr/>
        </p:nvSpPr>
        <p:spPr>
          <a:xfrm>
            <a:off x="8080710" y="27974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5" name="Oval 3024"/>
          <p:cNvSpPr/>
          <p:nvPr/>
        </p:nvSpPr>
        <p:spPr>
          <a:xfrm>
            <a:off x="8046938" y="28043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6" name="Oval 3025"/>
          <p:cNvSpPr/>
          <p:nvPr/>
        </p:nvSpPr>
        <p:spPr>
          <a:xfrm>
            <a:off x="8045692" y="28043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7" name="Oval 3026"/>
          <p:cNvSpPr/>
          <p:nvPr/>
        </p:nvSpPr>
        <p:spPr>
          <a:xfrm>
            <a:off x="8039952" y="28112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8" name="Oval 3027"/>
          <p:cNvSpPr/>
          <p:nvPr/>
        </p:nvSpPr>
        <p:spPr>
          <a:xfrm>
            <a:off x="8059080" y="28112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9" name="Oval 3028"/>
          <p:cNvSpPr/>
          <p:nvPr/>
        </p:nvSpPr>
        <p:spPr>
          <a:xfrm>
            <a:off x="8049475" y="28112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0" name="Oval 3029"/>
          <p:cNvSpPr/>
          <p:nvPr/>
        </p:nvSpPr>
        <p:spPr>
          <a:xfrm>
            <a:off x="8047589" y="28112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1" name="Oval 3030"/>
          <p:cNvSpPr/>
          <p:nvPr/>
        </p:nvSpPr>
        <p:spPr>
          <a:xfrm>
            <a:off x="8089777" y="281818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2" name="Oval 3031"/>
          <p:cNvSpPr/>
          <p:nvPr/>
        </p:nvSpPr>
        <p:spPr>
          <a:xfrm>
            <a:off x="8098418" y="281818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3" name="Oval 3032"/>
          <p:cNvSpPr/>
          <p:nvPr/>
        </p:nvSpPr>
        <p:spPr>
          <a:xfrm>
            <a:off x="8099253" y="28251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4" name="Oval 3033"/>
          <p:cNvSpPr/>
          <p:nvPr/>
        </p:nvSpPr>
        <p:spPr>
          <a:xfrm>
            <a:off x="8079148" y="28389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5" name="Oval 3034"/>
          <p:cNvSpPr/>
          <p:nvPr/>
        </p:nvSpPr>
        <p:spPr>
          <a:xfrm>
            <a:off x="8074048" y="284587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6" name="Oval 3035"/>
          <p:cNvSpPr/>
          <p:nvPr/>
        </p:nvSpPr>
        <p:spPr>
          <a:xfrm>
            <a:off x="8054554" y="284587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7" name="Oval 3036"/>
          <p:cNvSpPr/>
          <p:nvPr/>
        </p:nvSpPr>
        <p:spPr>
          <a:xfrm>
            <a:off x="8034823" y="28527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8" name="Oval 3037"/>
          <p:cNvSpPr/>
          <p:nvPr/>
        </p:nvSpPr>
        <p:spPr>
          <a:xfrm>
            <a:off x="8080112" y="28597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9" name="Oval 3038"/>
          <p:cNvSpPr/>
          <p:nvPr/>
        </p:nvSpPr>
        <p:spPr>
          <a:xfrm>
            <a:off x="8029509" y="288049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0" name="Oval 3039"/>
          <p:cNvSpPr/>
          <p:nvPr/>
        </p:nvSpPr>
        <p:spPr>
          <a:xfrm>
            <a:off x="8067738" y="288049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1" name="Oval 3040"/>
          <p:cNvSpPr/>
          <p:nvPr/>
        </p:nvSpPr>
        <p:spPr>
          <a:xfrm>
            <a:off x="8038290" y="28943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2" name="Oval 3041"/>
          <p:cNvSpPr/>
          <p:nvPr/>
        </p:nvSpPr>
        <p:spPr>
          <a:xfrm>
            <a:off x="8029312" y="28943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Oval 3042"/>
          <p:cNvSpPr/>
          <p:nvPr/>
        </p:nvSpPr>
        <p:spPr>
          <a:xfrm>
            <a:off x="8045283" y="29012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4" name="Oval 3043"/>
          <p:cNvSpPr/>
          <p:nvPr/>
        </p:nvSpPr>
        <p:spPr>
          <a:xfrm>
            <a:off x="8036414" y="29081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5" name="Oval 3044"/>
          <p:cNvSpPr/>
          <p:nvPr/>
        </p:nvSpPr>
        <p:spPr>
          <a:xfrm>
            <a:off x="8034921" y="292895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Oval 3045"/>
          <p:cNvSpPr/>
          <p:nvPr/>
        </p:nvSpPr>
        <p:spPr>
          <a:xfrm>
            <a:off x="8037231" y="292895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7" name="Oval 3046"/>
          <p:cNvSpPr/>
          <p:nvPr/>
        </p:nvSpPr>
        <p:spPr>
          <a:xfrm>
            <a:off x="8052470" y="29358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8" name="Oval 3047"/>
          <p:cNvSpPr/>
          <p:nvPr/>
        </p:nvSpPr>
        <p:spPr>
          <a:xfrm>
            <a:off x="8026356" y="29358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Oval 3048"/>
          <p:cNvSpPr/>
          <p:nvPr/>
        </p:nvSpPr>
        <p:spPr>
          <a:xfrm>
            <a:off x="8064885" y="29497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0" name="Oval 3049"/>
          <p:cNvSpPr/>
          <p:nvPr/>
        </p:nvSpPr>
        <p:spPr>
          <a:xfrm>
            <a:off x="8101600" y="29704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1" name="Oval 3050"/>
          <p:cNvSpPr/>
          <p:nvPr/>
        </p:nvSpPr>
        <p:spPr>
          <a:xfrm>
            <a:off x="8066496" y="29774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Oval 3051"/>
          <p:cNvSpPr/>
          <p:nvPr/>
        </p:nvSpPr>
        <p:spPr>
          <a:xfrm>
            <a:off x="8049241" y="29774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3" name="Oval 3052"/>
          <p:cNvSpPr/>
          <p:nvPr/>
        </p:nvSpPr>
        <p:spPr>
          <a:xfrm>
            <a:off x="8095167" y="29912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4" name="Oval 3053"/>
          <p:cNvSpPr/>
          <p:nvPr/>
        </p:nvSpPr>
        <p:spPr>
          <a:xfrm>
            <a:off x="8070858" y="29912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Oval 3054"/>
          <p:cNvSpPr/>
          <p:nvPr/>
        </p:nvSpPr>
        <p:spPr>
          <a:xfrm>
            <a:off x="8101821" y="30051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6" name="Oval 3055"/>
          <p:cNvSpPr/>
          <p:nvPr/>
        </p:nvSpPr>
        <p:spPr>
          <a:xfrm>
            <a:off x="8082548" y="30328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7" name="Oval 3056"/>
          <p:cNvSpPr/>
          <p:nvPr/>
        </p:nvSpPr>
        <p:spPr>
          <a:xfrm>
            <a:off x="8034963" y="30328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Oval 3057"/>
          <p:cNvSpPr/>
          <p:nvPr/>
        </p:nvSpPr>
        <p:spPr>
          <a:xfrm>
            <a:off x="8053178" y="304665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9" name="Oval 3058"/>
          <p:cNvSpPr/>
          <p:nvPr/>
        </p:nvSpPr>
        <p:spPr>
          <a:xfrm>
            <a:off x="8095861" y="30535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0" name="Oval 3059"/>
          <p:cNvSpPr/>
          <p:nvPr/>
        </p:nvSpPr>
        <p:spPr>
          <a:xfrm>
            <a:off x="8078799" y="30535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Oval 3060"/>
          <p:cNvSpPr/>
          <p:nvPr/>
        </p:nvSpPr>
        <p:spPr>
          <a:xfrm>
            <a:off x="8078056" y="30535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2" name="Oval 3061"/>
          <p:cNvSpPr/>
          <p:nvPr/>
        </p:nvSpPr>
        <p:spPr>
          <a:xfrm>
            <a:off x="8101073" y="30535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3" name="Oval 3062"/>
          <p:cNvSpPr/>
          <p:nvPr/>
        </p:nvSpPr>
        <p:spPr>
          <a:xfrm>
            <a:off x="8048433" y="30604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Oval 3063"/>
          <p:cNvSpPr/>
          <p:nvPr/>
        </p:nvSpPr>
        <p:spPr>
          <a:xfrm>
            <a:off x="8103479" y="30674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5" name="Oval 3064"/>
          <p:cNvSpPr/>
          <p:nvPr/>
        </p:nvSpPr>
        <p:spPr>
          <a:xfrm>
            <a:off x="8035607" y="30674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6" name="Oval 3065"/>
          <p:cNvSpPr/>
          <p:nvPr/>
        </p:nvSpPr>
        <p:spPr>
          <a:xfrm>
            <a:off x="8037871" y="31297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Oval 3066"/>
          <p:cNvSpPr/>
          <p:nvPr/>
        </p:nvSpPr>
        <p:spPr>
          <a:xfrm>
            <a:off x="8082513" y="31297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8" name="Oval 3067"/>
          <p:cNvSpPr/>
          <p:nvPr/>
        </p:nvSpPr>
        <p:spPr>
          <a:xfrm>
            <a:off x="8022213" y="31297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9" name="Oval 3068"/>
          <p:cNvSpPr/>
          <p:nvPr/>
        </p:nvSpPr>
        <p:spPr>
          <a:xfrm>
            <a:off x="8036794" y="31435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Oval 3069"/>
          <p:cNvSpPr/>
          <p:nvPr/>
        </p:nvSpPr>
        <p:spPr>
          <a:xfrm>
            <a:off x="8072404" y="31435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1" name="Oval 3070"/>
          <p:cNvSpPr/>
          <p:nvPr/>
        </p:nvSpPr>
        <p:spPr>
          <a:xfrm>
            <a:off x="8085754" y="31574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2" name="Oval 3071"/>
          <p:cNvSpPr/>
          <p:nvPr/>
        </p:nvSpPr>
        <p:spPr>
          <a:xfrm>
            <a:off x="8084698" y="31574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Oval 3072"/>
          <p:cNvSpPr/>
          <p:nvPr/>
        </p:nvSpPr>
        <p:spPr>
          <a:xfrm>
            <a:off x="8092298" y="317819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4" name="Oval 3073"/>
          <p:cNvSpPr/>
          <p:nvPr/>
        </p:nvSpPr>
        <p:spPr>
          <a:xfrm>
            <a:off x="8084449" y="317819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5" name="Oval 3074"/>
          <p:cNvSpPr/>
          <p:nvPr/>
        </p:nvSpPr>
        <p:spPr>
          <a:xfrm>
            <a:off x="8031142" y="32058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Oval 3075"/>
          <p:cNvSpPr/>
          <p:nvPr/>
        </p:nvSpPr>
        <p:spPr>
          <a:xfrm>
            <a:off x="8062352" y="32405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7" name="Oval 3076"/>
          <p:cNvSpPr/>
          <p:nvPr/>
        </p:nvSpPr>
        <p:spPr>
          <a:xfrm>
            <a:off x="8081171" y="32405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8" name="Oval 3077"/>
          <p:cNvSpPr/>
          <p:nvPr/>
        </p:nvSpPr>
        <p:spPr>
          <a:xfrm>
            <a:off x="8086552" y="32889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Oval 3078"/>
          <p:cNvSpPr/>
          <p:nvPr/>
        </p:nvSpPr>
        <p:spPr>
          <a:xfrm>
            <a:off x="8067544" y="33028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Oval 3079"/>
          <p:cNvSpPr/>
          <p:nvPr/>
        </p:nvSpPr>
        <p:spPr>
          <a:xfrm>
            <a:off x="8050081" y="33097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1" name="Oval 3080"/>
          <p:cNvSpPr/>
          <p:nvPr/>
        </p:nvSpPr>
        <p:spPr>
          <a:xfrm>
            <a:off x="8070802" y="33235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Oval 3081"/>
          <p:cNvSpPr/>
          <p:nvPr/>
        </p:nvSpPr>
        <p:spPr>
          <a:xfrm>
            <a:off x="8083484" y="33305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3" name="Oval 3082"/>
          <p:cNvSpPr/>
          <p:nvPr/>
        </p:nvSpPr>
        <p:spPr>
          <a:xfrm>
            <a:off x="8041953" y="33581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4" name="Oval 3083"/>
          <p:cNvSpPr/>
          <p:nvPr/>
        </p:nvSpPr>
        <p:spPr>
          <a:xfrm>
            <a:off x="8087433" y="33928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Oval 3084"/>
          <p:cNvSpPr/>
          <p:nvPr/>
        </p:nvSpPr>
        <p:spPr>
          <a:xfrm>
            <a:off x="8094126" y="351051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6" name="Oval 3085"/>
          <p:cNvSpPr/>
          <p:nvPr/>
        </p:nvSpPr>
        <p:spPr>
          <a:xfrm>
            <a:off x="8031144" y="35174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7" name="Oval 3086"/>
          <p:cNvSpPr/>
          <p:nvPr/>
        </p:nvSpPr>
        <p:spPr>
          <a:xfrm>
            <a:off x="8069550" y="35382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Oval 3087"/>
          <p:cNvSpPr/>
          <p:nvPr/>
        </p:nvSpPr>
        <p:spPr>
          <a:xfrm>
            <a:off x="8076470" y="35797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9" name="Oval 3088"/>
          <p:cNvSpPr/>
          <p:nvPr/>
        </p:nvSpPr>
        <p:spPr>
          <a:xfrm>
            <a:off x="8052032" y="3628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0" name="Oval 3089"/>
          <p:cNvSpPr/>
          <p:nvPr/>
        </p:nvSpPr>
        <p:spPr>
          <a:xfrm>
            <a:off x="8069789" y="3655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Oval 3090"/>
          <p:cNvSpPr/>
          <p:nvPr/>
        </p:nvSpPr>
        <p:spPr>
          <a:xfrm>
            <a:off x="8067537" y="37112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Oval 3091"/>
          <p:cNvSpPr/>
          <p:nvPr/>
        </p:nvSpPr>
        <p:spPr>
          <a:xfrm>
            <a:off x="8095738" y="37112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3" name="Oval 3092"/>
          <p:cNvSpPr/>
          <p:nvPr/>
        </p:nvSpPr>
        <p:spPr>
          <a:xfrm>
            <a:off x="8060152" y="37112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Oval 3093"/>
          <p:cNvSpPr/>
          <p:nvPr/>
        </p:nvSpPr>
        <p:spPr>
          <a:xfrm>
            <a:off x="8029110" y="39605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5" name="Oval 3094"/>
          <p:cNvSpPr/>
          <p:nvPr/>
        </p:nvSpPr>
        <p:spPr>
          <a:xfrm>
            <a:off x="8078559" y="39951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6" name="Oval 3095"/>
          <p:cNvSpPr/>
          <p:nvPr/>
        </p:nvSpPr>
        <p:spPr>
          <a:xfrm>
            <a:off x="8075937" y="412668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Oval 3096"/>
          <p:cNvSpPr/>
          <p:nvPr/>
        </p:nvSpPr>
        <p:spPr>
          <a:xfrm>
            <a:off x="8072365" y="46251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8" name="Oval 3097"/>
          <p:cNvSpPr/>
          <p:nvPr/>
        </p:nvSpPr>
        <p:spPr>
          <a:xfrm>
            <a:off x="8065789" y="51790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9" name="Oval 3098"/>
          <p:cNvSpPr/>
          <p:nvPr/>
        </p:nvSpPr>
        <p:spPr>
          <a:xfrm>
            <a:off x="8063358" y="51998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Oval 3099"/>
          <p:cNvSpPr/>
          <p:nvPr/>
        </p:nvSpPr>
        <p:spPr>
          <a:xfrm>
            <a:off x="8030124" y="52482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1" name="Oval 3100"/>
          <p:cNvSpPr/>
          <p:nvPr/>
        </p:nvSpPr>
        <p:spPr>
          <a:xfrm>
            <a:off x="8103159" y="52690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2" name="Oval 3101"/>
          <p:cNvSpPr/>
          <p:nvPr/>
        </p:nvSpPr>
        <p:spPr>
          <a:xfrm>
            <a:off x="8053584" y="54282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3" name="Oval 3102"/>
          <p:cNvSpPr/>
          <p:nvPr/>
        </p:nvSpPr>
        <p:spPr>
          <a:xfrm>
            <a:off x="8048237" y="54698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4" name="Oval 3103"/>
          <p:cNvSpPr/>
          <p:nvPr/>
        </p:nvSpPr>
        <p:spPr>
          <a:xfrm>
            <a:off x="8049797" y="56775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5" name="Oval 3104"/>
          <p:cNvSpPr/>
          <p:nvPr/>
        </p:nvSpPr>
        <p:spPr>
          <a:xfrm>
            <a:off x="8039856" y="56982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6" name="TextBox 3105"/>
          <p:cNvSpPr txBox="1"/>
          <p:nvPr/>
        </p:nvSpPr>
        <p:spPr>
          <a:xfrm>
            <a:off x="793242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16</a:t>
            </a:r>
          </a:p>
        </p:txBody>
      </p:sp>
      <p:cxnSp>
        <p:nvCxnSpPr>
          <p:cNvPr id="3107" name="Connector 3106"/>
          <p:cNvCxnSpPr/>
          <p:nvPr/>
        </p:nvCxnSpPr>
        <p:spPr>
          <a:xfrm flipV="1">
            <a:off x="8378190" y="1188720"/>
            <a:ext cx="0" cy="472862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8" name="Connector 3107"/>
          <p:cNvCxnSpPr/>
          <p:nvPr/>
        </p:nvCxnSpPr>
        <p:spPr>
          <a:xfrm>
            <a:off x="8337328" y="5917344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9" name="Connector 3108"/>
          <p:cNvCxnSpPr/>
          <p:nvPr/>
        </p:nvCxnSpPr>
        <p:spPr>
          <a:xfrm>
            <a:off x="8337328" y="1188720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0" name="Rectangle 3109"/>
          <p:cNvSpPr/>
          <p:nvPr/>
        </p:nvSpPr>
        <p:spPr>
          <a:xfrm>
            <a:off x="8296466" y="2919549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11" name="Connector 3110"/>
          <p:cNvCxnSpPr/>
          <p:nvPr/>
        </p:nvCxnSpPr>
        <p:spPr>
          <a:xfrm>
            <a:off x="8296466" y="2573383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2" name="Oval 3111"/>
          <p:cNvSpPr/>
          <p:nvPr/>
        </p:nvSpPr>
        <p:spPr>
          <a:xfrm>
            <a:off x="833973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3" name="Oval 3112"/>
          <p:cNvSpPr/>
          <p:nvPr/>
        </p:nvSpPr>
        <p:spPr>
          <a:xfrm>
            <a:off x="834775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4" name="Oval 3113"/>
          <p:cNvSpPr/>
          <p:nvPr/>
        </p:nvSpPr>
        <p:spPr>
          <a:xfrm>
            <a:off x="8342476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5" name="Oval 3114"/>
          <p:cNvSpPr/>
          <p:nvPr/>
        </p:nvSpPr>
        <p:spPr>
          <a:xfrm>
            <a:off x="8370377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6" name="Oval 3115"/>
          <p:cNvSpPr/>
          <p:nvPr/>
        </p:nvSpPr>
        <p:spPr>
          <a:xfrm>
            <a:off x="833913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7" name="Oval 3116"/>
          <p:cNvSpPr/>
          <p:nvPr/>
        </p:nvSpPr>
        <p:spPr>
          <a:xfrm>
            <a:off x="8345707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8" name="Oval 3117"/>
          <p:cNvSpPr/>
          <p:nvPr/>
        </p:nvSpPr>
        <p:spPr>
          <a:xfrm>
            <a:off x="838052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9" name="Oval 3118"/>
          <p:cNvSpPr/>
          <p:nvPr/>
        </p:nvSpPr>
        <p:spPr>
          <a:xfrm>
            <a:off x="840038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0" name="Oval 3119"/>
          <p:cNvSpPr/>
          <p:nvPr/>
        </p:nvSpPr>
        <p:spPr>
          <a:xfrm>
            <a:off x="833372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1" name="Oval 3120"/>
          <p:cNvSpPr/>
          <p:nvPr/>
        </p:nvSpPr>
        <p:spPr>
          <a:xfrm>
            <a:off x="8360454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2" name="Oval 3121"/>
          <p:cNvSpPr/>
          <p:nvPr/>
        </p:nvSpPr>
        <p:spPr>
          <a:xfrm>
            <a:off x="8394041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3" name="Oval 3122"/>
          <p:cNvSpPr/>
          <p:nvPr/>
        </p:nvSpPr>
        <p:spPr>
          <a:xfrm>
            <a:off x="8359437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4" name="Oval 3123"/>
          <p:cNvSpPr/>
          <p:nvPr/>
        </p:nvSpPr>
        <p:spPr>
          <a:xfrm>
            <a:off x="837754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5" name="Oval 3124"/>
          <p:cNvSpPr/>
          <p:nvPr/>
        </p:nvSpPr>
        <p:spPr>
          <a:xfrm>
            <a:off x="832390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6" name="Oval 3125"/>
          <p:cNvSpPr/>
          <p:nvPr/>
        </p:nvSpPr>
        <p:spPr>
          <a:xfrm>
            <a:off x="839489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7" name="Oval 3126"/>
          <p:cNvSpPr/>
          <p:nvPr/>
        </p:nvSpPr>
        <p:spPr>
          <a:xfrm>
            <a:off x="8375947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8" name="Oval 3127"/>
          <p:cNvSpPr/>
          <p:nvPr/>
        </p:nvSpPr>
        <p:spPr>
          <a:xfrm>
            <a:off x="8350837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9" name="Oval 3128"/>
          <p:cNvSpPr/>
          <p:nvPr/>
        </p:nvSpPr>
        <p:spPr>
          <a:xfrm>
            <a:off x="8382987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0" name="Oval 3129"/>
          <p:cNvSpPr/>
          <p:nvPr/>
        </p:nvSpPr>
        <p:spPr>
          <a:xfrm>
            <a:off x="838938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1" name="Oval 3130"/>
          <p:cNvSpPr/>
          <p:nvPr/>
        </p:nvSpPr>
        <p:spPr>
          <a:xfrm>
            <a:off x="839157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2" name="Oval 3131"/>
          <p:cNvSpPr/>
          <p:nvPr/>
        </p:nvSpPr>
        <p:spPr>
          <a:xfrm>
            <a:off x="8328336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3" name="Oval 3132"/>
          <p:cNvSpPr/>
          <p:nvPr/>
        </p:nvSpPr>
        <p:spPr>
          <a:xfrm>
            <a:off x="836871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4" name="Oval 3133"/>
          <p:cNvSpPr/>
          <p:nvPr/>
        </p:nvSpPr>
        <p:spPr>
          <a:xfrm>
            <a:off x="833433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Oval 3134"/>
          <p:cNvSpPr/>
          <p:nvPr/>
        </p:nvSpPr>
        <p:spPr>
          <a:xfrm>
            <a:off x="836793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6" name="Oval 3135"/>
          <p:cNvSpPr/>
          <p:nvPr/>
        </p:nvSpPr>
        <p:spPr>
          <a:xfrm>
            <a:off x="8325906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7" name="Oval 3136"/>
          <p:cNvSpPr/>
          <p:nvPr/>
        </p:nvSpPr>
        <p:spPr>
          <a:xfrm>
            <a:off x="8344886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Oval 3137"/>
          <p:cNvSpPr/>
          <p:nvPr/>
        </p:nvSpPr>
        <p:spPr>
          <a:xfrm>
            <a:off x="835392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9" name="Oval 3138"/>
          <p:cNvSpPr/>
          <p:nvPr/>
        </p:nvSpPr>
        <p:spPr>
          <a:xfrm>
            <a:off x="837567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0" name="Oval 3139"/>
          <p:cNvSpPr/>
          <p:nvPr/>
        </p:nvSpPr>
        <p:spPr>
          <a:xfrm>
            <a:off x="834606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Oval 3140"/>
          <p:cNvSpPr/>
          <p:nvPr/>
        </p:nvSpPr>
        <p:spPr>
          <a:xfrm>
            <a:off x="839096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2" name="Oval 3141"/>
          <p:cNvSpPr/>
          <p:nvPr/>
        </p:nvSpPr>
        <p:spPr>
          <a:xfrm>
            <a:off x="837699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3" name="Oval 3142"/>
          <p:cNvSpPr/>
          <p:nvPr/>
        </p:nvSpPr>
        <p:spPr>
          <a:xfrm>
            <a:off x="8330154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Oval 3143"/>
          <p:cNvSpPr/>
          <p:nvPr/>
        </p:nvSpPr>
        <p:spPr>
          <a:xfrm>
            <a:off x="8366684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5" name="Oval 3144"/>
          <p:cNvSpPr/>
          <p:nvPr/>
        </p:nvSpPr>
        <p:spPr>
          <a:xfrm>
            <a:off x="835579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6" name="Oval 3145"/>
          <p:cNvSpPr/>
          <p:nvPr/>
        </p:nvSpPr>
        <p:spPr>
          <a:xfrm>
            <a:off x="8328747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Oval 3146"/>
          <p:cNvSpPr/>
          <p:nvPr/>
        </p:nvSpPr>
        <p:spPr>
          <a:xfrm>
            <a:off x="838666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8" name="Oval 3147"/>
          <p:cNvSpPr/>
          <p:nvPr/>
        </p:nvSpPr>
        <p:spPr>
          <a:xfrm>
            <a:off x="8369007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9" name="Oval 3148"/>
          <p:cNvSpPr/>
          <p:nvPr/>
        </p:nvSpPr>
        <p:spPr>
          <a:xfrm>
            <a:off x="838877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Oval 3149"/>
          <p:cNvSpPr/>
          <p:nvPr/>
        </p:nvSpPr>
        <p:spPr>
          <a:xfrm>
            <a:off x="836358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1" name="Oval 3150"/>
          <p:cNvSpPr/>
          <p:nvPr/>
        </p:nvSpPr>
        <p:spPr>
          <a:xfrm>
            <a:off x="835934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2" name="Oval 3151"/>
          <p:cNvSpPr/>
          <p:nvPr/>
        </p:nvSpPr>
        <p:spPr>
          <a:xfrm>
            <a:off x="8358663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Oval 3152"/>
          <p:cNvSpPr/>
          <p:nvPr/>
        </p:nvSpPr>
        <p:spPr>
          <a:xfrm>
            <a:off x="833927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4" name="Oval 3153"/>
          <p:cNvSpPr/>
          <p:nvPr/>
        </p:nvSpPr>
        <p:spPr>
          <a:xfrm>
            <a:off x="832617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5" name="Oval 3154"/>
          <p:cNvSpPr/>
          <p:nvPr/>
        </p:nvSpPr>
        <p:spPr>
          <a:xfrm>
            <a:off x="839933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Oval 3155"/>
          <p:cNvSpPr/>
          <p:nvPr/>
        </p:nvSpPr>
        <p:spPr>
          <a:xfrm>
            <a:off x="8375945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7" name="Oval 3156"/>
          <p:cNvSpPr/>
          <p:nvPr/>
        </p:nvSpPr>
        <p:spPr>
          <a:xfrm>
            <a:off x="839081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8" name="Oval 3157"/>
          <p:cNvSpPr/>
          <p:nvPr/>
        </p:nvSpPr>
        <p:spPr>
          <a:xfrm>
            <a:off x="8362390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Oval 3158"/>
          <p:cNvSpPr/>
          <p:nvPr/>
        </p:nvSpPr>
        <p:spPr>
          <a:xfrm>
            <a:off x="8357629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0" name="Oval 3159"/>
          <p:cNvSpPr/>
          <p:nvPr/>
        </p:nvSpPr>
        <p:spPr>
          <a:xfrm>
            <a:off x="8326732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1" name="Oval 3160"/>
          <p:cNvSpPr/>
          <p:nvPr/>
        </p:nvSpPr>
        <p:spPr>
          <a:xfrm>
            <a:off x="8396598" y="11704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Oval 3161"/>
          <p:cNvSpPr/>
          <p:nvPr/>
        </p:nvSpPr>
        <p:spPr>
          <a:xfrm>
            <a:off x="8397076" y="12812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3" name="Oval 3162"/>
          <p:cNvSpPr/>
          <p:nvPr/>
        </p:nvSpPr>
        <p:spPr>
          <a:xfrm>
            <a:off x="8326338" y="13989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4" name="Oval 3163"/>
          <p:cNvSpPr/>
          <p:nvPr/>
        </p:nvSpPr>
        <p:spPr>
          <a:xfrm>
            <a:off x="8348606" y="15304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Oval 3164"/>
          <p:cNvSpPr/>
          <p:nvPr/>
        </p:nvSpPr>
        <p:spPr>
          <a:xfrm>
            <a:off x="8396592" y="16689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6" name="Oval 3165"/>
          <p:cNvSpPr/>
          <p:nvPr/>
        </p:nvSpPr>
        <p:spPr>
          <a:xfrm>
            <a:off x="8360447" y="17312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7" name="Oval 3166"/>
          <p:cNvSpPr/>
          <p:nvPr/>
        </p:nvSpPr>
        <p:spPr>
          <a:xfrm>
            <a:off x="8329485" y="17519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Oval 3167"/>
          <p:cNvSpPr/>
          <p:nvPr/>
        </p:nvSpPr>
        <p:spPr>
          <a:xfrm>
            <a:off x="8370690" y="177276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9" name="Oval 3168"/>
          <p:cNvSpPr/>
          <p:nvPr/>
        </p:nvSpPr>
        <p:spPr>
          <a:xfrm>
            <a:off x="8400751" y="17935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0" name="Oval 3169"/>
          <p:cNvSpPr/>
          <p:nvPr/>
        </p:nvSpPr>
        <p:spPr>
          <a:xfrm>
            <a:off x="8396114" y="18073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Oval 3170"/>
          <p:cNvSpPr/>
          <p:nvPr/>
        </p:nvSpPr>
        <p:spPr>
          <a:xfrm>
            <a:off x="8337565" y="18073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2" name="Oval 3171"/>
          <p:cNvSpPr/>
          <p:nvPr/>
        </p:nvSpPr>
        <p:spPr>
          <a:xfrm>
            <a:off x="8375438" y="18627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3" name="Oval 3172"/>
          <p:cNvSpPr/>
          <p:nvPr/>
        </p:nvSpPr>
        <p:spPr>
          <a:xfrm>
            <a:off x="8337412" y="18766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Oval 3173"/>
          <p:cNvSpPr/>
          <p:nvPr/>
        </p:nvSpPr>
        <p:spPr>
          <a:xfrm>
            <a:off x="8383591" y="18904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5" name="Oval 3174"/>
          <p:cNvSpPr/>
          <p:nvPr/>
        </p:nvSpPr>
        <p:spPr>
          <a:xfrm>
            <a:off x="8372094" y="19112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6" name="Oval 3175"/>
          <p:cNvSpPr/>
          <p:nvPr/>
        </p:nvSpPr>
        <p:spPr>
          <a:xfrm>
            <a:off x="8332440" y="19458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Oval 3176"/>
          <p:cNvSpPr/>
          <p:nvPr/>
        </p:nvSpPr>
        <p:spPr>
          <a:xfrm>
            <a:off x="8334289" y="19596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8" name="Oval 3177"/>
          <p:cNvSpPr/>
          <p:nvPr/>
        </p:nvSpPr>
        <p:spPr>
          <a:xfrm>
            <a:off x="8360642" y="19666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9" name="Oval 3178"/>
          <p:cNvSpPr/>
          <p:nvPr/>
        </p:nvSpPr>
        <p:spPr>
          <a:xfrm>
            <a:off x="8394270" y="19873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Oval 3179"/>
          <p:cNvSpPr/>
          <p:nvPr/>
        </p:nvSpPr>
        <p:spPr>
          <a:xfrm>
            <a:off x="8372401" y="19943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1" name="Oval 3180"/>
          <p:cNvSpPr/>
          <p:nvPr/>
        </p:nvSpPr>
        <p:spPr>
          <a:xfrm>
            <a:off x="8390390" y="19943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2" name="Oval 3181"/>
          <p:cNvSpPr/>
          <p:nvPr/>
        </p:nvSpPr>
        <p:spPr>
          <a:xfrm>
            <a:off x="8330262" y="20358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Oval 3182"/>
          <p:cNvSpPr/>
          <p:nvPr/>
        </p:nvSpPr>
        <p:spPr>
          <a:xfrm>
            <a:off x="8399434" y="20358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4" name="Oval 3183"/>
          <p:cNvSpPr/>
          <p:nvPr/>
        </p:nvSpPr>
        <p:spPr>
          <a:xfrm>
            <a:off x="8335597" y="20566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5" name="Oval 3184"/>
          <p:cNvSpPr/>
          <p:nvPr/>
        </p:nvSpPr>
        <p:spPr>
          <a:xfrm>
            <a:off x="8324944" y="20635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Oval 3185"/>
          <p:cNvSpPr/>
          <p:nvPr/>
        </p:nvSpPr>
        <p:spPr>
          <a:xfrm>
            <a:off x="8333529" y="20843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7" name="Oval 3186"/>
          <p:cNvSpPr/>
          <p:nvPr/>
        </p:nvSpPr>
        <p:spPr>
          <a:xfrm>
            <a:off x="8329925" y="20912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8" name="Oval 3187"/>
          <p:cNvSpPr/>
          <p:nvPr/>
        </p:nvSpPr>
        <p:spPr>
          <a:xfrm>
            <a:off x="8395349" y="20912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Oval 3188"/>
          <p:cNvSpPr/>
          <p:nvPr/>
        </p:nvSpPr>
        <p:spPr>
          <a:xfrm>
            <a:off x="8358739" y="21189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0" name="Oval 3189"/>
          <p:cNvSpPr/>
          <p:nvPr/>
        </p:nvSpPr>
        <p:spPr>
          <a:xfrm>
            <a:off x="8371238" y="21327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1" name="Oval 3190"/>
          <p:cNvSpPr/>
          <p:nvPr/>
        </p:nvSpPr>
        <p:spPr>
          <a:xfrm>
            <a:off x="8389672" y="21466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Oval 3191"/>
          <p:cNvSpPr/>
          <p:nvPr/>
        </p:nvSpPr>
        <p:spPr>
          <a:xfrm>
            <a:off x="8376449" y="21604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3" name="Oval 3192"/>
          <p:cNvSpPr/>
          <p:nvPr/>
        </p:nvSpPr>
        <p:spPr>
          <a:xfrm>
            <a:off x="8327030" y="21743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4" name="Oval 3193"/>
          <p:cNvSpPr/>
          <p:nvPr/>
        </p:nvSpPr>
        <p:spPr>
          <a:xfrm>
            <a:off x="8343490" y="21812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5" name="Oval 3194"/>
          <p:cNvSpPr/>
          <p:nvPr/>
        </p:nvSpPr>
        <p:spPr>
          <a:xfrm>
            <a:off x="8381005" y="22020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6" name="Oval 3195"/>
          <p:cNvSpPr/>
          <p:nvPr/>
        </p:nvSpPr>
        <p:spPr>
          <a:xfrm>
            <a:off x="8341384" y="22089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7" name="Oval 3196"/>
          <p:cNvSpPr/>
          <p:nvPr/>
        </p:nvSpPr>
        <p:spPr>
          <a:xfrm>
            <a:off x="8343293" y="22158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8" name="Oval 3197"/>
          <p:cNvSpPr/>
          <p:nvPr/>
        </p:nvSpPr>
        <p:spPr>
          <a:xfrm>
            <a:off x="8378386" y="22227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9" name="Oval 3198"/>
          <p:cNvSpPr/>
          <p:nvPr/>
        </p:nvSpPr>
        <p:spPr>
          <a:xfrm>
            <a:off x="8340986" y="22227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0" name="Oval 3199"/>
          <p:cNvSpPr/>
          <p:nvPr/>
        </p:nvSpPr>
        <p:spPr>
          <a:xfrm>
            <a:off x="8330216" y="22366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1" name="Oval 3200"/>
          <p:cNvSpPr/>
          <p:nvPr/>
        </p:nvSpPr>
        <p:spPr>
          <a:xfrm>
            <a:off x="8394379" y="22435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2" name="Oval 3201"/>
          <p:cNvSpPr/>
          <p:nvPr/>
        </p:nvSpPr>
        <p:spPr>
          <a:xfrm>
            <a:off x="8394678" y="22504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3" name="Oval 3202"/>
          <p:cNvSpPr/>
          <p:nvPr/>
        </p:nvSpPr>
        <p:spPr>
          <a:xfrm>
            <a:off x="8327057" y="22573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4" name="Oval 3203"/>
          <p:cNvSpPr/>
          <p:nvPr/>
        </p:nvSpPr>
        <p:spPr>
          <a:xfrm>
            <a:off x="8333566" y="22573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5" name="Oval 3204"/>
          <p:cNvSpPr/>
          <p:nvPr/>
        </p:nvSpPr>
        <p:spPr>
          <a:xfrm>
            <a:off x="8329041" y="22643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6" name="Oval 3205"/>
          <p:cNvSpPr/>
          <p:nvPr/>
        </p:nvSpPr>
        <p:spPr>
          <a:xfrm>
            <a:off x="8383544" y="22850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7" name="Oval 3206"/>
          <p:cNvSpPr/>
          <p:nvPr/>
        </p:nvSpPr>
        <p:spPr>
          <a:xfrm>
            <a:off x="8362404" y="22920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8" name="Oval 3207"/>
          <p:cNvSpPr/>
          <p:nvPr/>
        </p:nvSpPr>
        <p:spPr>
          <a:xfrm>
            <a:off x="8399085" y="22989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9" name="Oval 3208"/>
          <p:cNvSpPr/>
          <p:nvPr/>
        </p:nvSpPr>
        <p:spPr>
          <a:xfrm>
            <a:off x="8395715" y="22989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0" name="Oval 3209"/>
          <p:cNvSpPr/>
          <p:nvPr/>
        </p:nvSpPr>
        <p:spPr>
          <a:xfrm>
            <a:off x="8346081" y="23127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1" name="Oval 3210"/>
          <p:cNvSpPr/>
          <p:nvPr/>
        </p:nvSpPr>
        <p:spPr>
          <a:xfrm>
            <a:off x="8347624" y="23266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2" name="Oval 3211"/>
          <p:cNvSpPr/>
          <p:nvPr/>
        </p:nvSpPr>
        <p:spPr>
          <a:xfrm>
            <a:off x="8378392" y="23335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3" name="Oval 3212"/>
          <p:cNvSpPr/>
          <p:nvPr/>
        </p:nvSpPr>
        <p:spPr>
          <a:xfrm>
            <a:off x="8320628" y="23335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4" name="Oval 3213"/>
          <p:cNvSpPr/>
          <p:nvPr/>
        </p:nvSpPr>
        <p:spPr>
          <a:xfrm>
            <a:off x="8319533" y="236124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5" name="Oval 3214"/>
          <p:cNvSpPr/>
          <p:nvPr/>
        </p:nvSpPr>
        <p:spPr>
          <a:xfrm>
            <a:off x="8334564" y="23750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6" name="Oval 3215"/>
          <p:cNvSpPr/>
          <p:nvPr/>
        </p:nvSpPr>
        <p:spPr>
          <a:xfrm>
            <a:off x="8336256" y="23889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7" name="Oval 3216"/>
          <p:cNvSpPr/>
          <p:nvPr/>
        </p:nvSpPr>
        <p:spPr>
          <a:xfrm>
            <a:off x="8320608" y="23889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8" name="Oval 3217"/>
          <p:cNvSpPr/>
          <p:nvPr/>
        </p:nvSpPr>
        <p:spPr>
          <a:xfrm>
            <a:off x="8346890" y="23889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9" name="Oval 3218"/>
          <p:cNvSpPr/>
          <p:nvPr/>
        </p:nvSpPr>
        <p:spPr>
          <a:xfrm>
            <a:off x="8393093" y="23889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0" name="Oval 3219"/>
          <p:cNvSpPr/>
          <p:nvPr/>
        </p:nvSpPr>
        <p:spPr>
          <a:xfrm>
            <a:off x="8323160" y="240278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1" name="Oval 3220"/>
          <p:cNvSpPr/>
          <p:nvPr/>
        </p:nvSpPr>
        <p:spPr>
          <a:xfrm>
            <a:off x="8332833" y="24097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2" name="Oval 3221"/>
          <p:cNvSpPr/>
          <p:nvPr/>
        </p:nvSpPr>
        <p:spPr>
          <a:xfrm>
            <a:off x="8348002" y="24097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3" name="Oval 3222"/>
          <p:cNvSpPr/>
          <p:nvPr/>
        </p:nvSpPr>
        <p:spPr>
          <a:xfrm>
            <a:off x="8319184" y="24097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4" name="Oval 3223"/>
          <p:cNvSpPr/>
          <p:nvPr/>
        </p:nvSpPr>
        <p:spPr>
          <a:xfrm>
            <a:off x="8386907" y="24235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5" name="Oval 3224"/>
          <p:cNvSpPr/>
          <p:nvPr/>
        </p:nvSpPr>
        <p:spPr>
          <a:xfrm>
            <a:off x="8394984" y="24304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6" name="Oval 3225"/>
          <p:cNvSpPr/>
          <p:nvPr/>
        </p:nvSpPr>
        <p:spPr>
          <a:xfrm>
            <a:off x="8328005" y="24304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Oval 3226"/>
          <p:cNvSpPr/>
          <p:nvPr/>
        </p:nvSpPr>
        <p:spPr>
          <a:xfrm>
            <a:off x="8324186" y="24373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8" name="Oval 3227"/>
          <p:cNvSpPr/>
          <p:nvPr/>
        </p:nvSpPr>
        <p:spPr>
          <a:xfrm>
            <a:off x="8321579" y="24373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9" name="Oval 3228"/>
          <p:cNvSpPr/>
          <p:nvPr/>
        </p:nvSpPr>
        <p:spPr>
          <a:xfrm>
            <a:off x="8377080" y="24443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Oval 3229"/>
          <p:cNvSpPr/>
          <p:nvPr/>
        </p:nvSpPr>
        <p:spPr>
          <a:xfrm>
            <a:off x="8378757" y="24581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1" name="Oval 3230"/>
          <p:cNvSpPr/>
          <p:nvPr/>
        </p:nvSpPr>
        <p:spPr>
          <a:xfrm>
            <a:off x="8358594" y="24650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2" name="Oval 3231"/>
          <p:cNvSpPr/>
          <p:nvPr/>
        </p:nvSpPr>
        <p:spPr>
          <a:xfrm>
            <a:off x="8319297" y="24650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Oval 3232"/>
          <p:cNvSpPr/>
          <p:nvPr/>
        </p:nvSpPr>
        <p:spPr>
          <a:xfrm>
            <a:off x="8351143" y="24720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4" name="Oval 3233"/>
          <p:cNvSpPr/>
          <p:nvPr/>
        </p:nvSpPr>
        <p:spPr>
          <a:xfrm>
            <a:off x="8380291" y="24789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5" name="Oval 3234"/>
          <p:cNvSpPr/>
          <p:nvPr/>
        </p:nvSpPr>
        <p:spPr>
          <a:xfrm>
            <a:off x="8337391" y="24789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Oval 3235"/>
          <p:cNvSpPr/>
          <p:nvPr/>
        </p:nvSpPr>
        <p:spPr>
          <a:xfrm>
            <a:off x="8370731" y="24789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7" name="Oval 3236"/>
          <p:cNvSpPr/>
          <p:nvPr/>
        </p:nvSpPr>
        <p:spPr>
          <a:xfrm>
            <a:off x="8348345" y="24858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8" name="Oval 3237"/>
          <p:cNvSpPr/>
          <p:nvPr/>
        </p:nvSpPr>
        <p:spPr>
          <a:xfrm>
            <a:off x="8354082" y="24858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Oval 3238"/>
          <p:cNvSpPr/>
          <p:nvPr/>
        </p:nvSpPr>
        <p:spPr>
          <a:xfrm>
            <a:off x="8361403" y="24927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0" name="Oval 3239"/>
          <p:cNvSpPr/>
          <p:nvPr/>
        </p:nvSpPr>
        <p:spPr>
          <a:xfrm>
            <a:off x="8380203" y="24927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1" name="Oval 3240"/>
          <p:cNvSpPr/>
          <p:nvPr/>
        </p:nvSpPr>
        <p:spPr>
          <a:xfrm>
            <a:off x="8329807" y="24997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Oval 3241"/>
          <p:cNvSpPr/>
          <p:nvPr/>
        </p:nvSpPr>
        <p:spPr>
          <a:xfrm>
            <a:off x="8384543" y="24997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3" name="Oval 3242"/>
          <p:cNvSpPr/>
          <p:nvPr/>
        </p:nvSpPr>
        <p:spPr>
          <a:xfrm>
            <a:off x="8337487" y="24997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4" name="Oval 3243"/>
          <p:cNvSpPr/>
          <p:nvPr/>
        </p:nvSpPr>
        <p:spPr>
          <a:xfrm>
            <a:off x="8383066" y="25066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Oval 3244"/>
          <p:cNvSpPr/>
          <p:nvPr/>
        </p:nvSpPr>
        <p:spPr>
          <a:xfrm>
            <a:off x="8386277" y="25066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6" name="Oval 3245"/>
          <p:cNvSpPr/>
          <p:nvPr/>
        </p:nvSpPr>
        <p:spPr>
          <a:xfrm>
            <a:off x="8341523" y="25066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7" name="Oval 3246"/>
          <p:cNvSpPr/>
          <p:nvPr/>
        </p:nvSpPr>
        <p:spPr>
          <a:xfrm>
            <a:off x="8372195" y="25066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Oval 3247"/>
          <p:cNvSpPr/>
          <p:nvPr/>
        </p:nvSpPr>
        <p:spPr>
          <a:xfrm>
            <a:off x="8363628" y="25066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9" name="Oval 3248"/>
          <p:cNvSpPr/>
          <p:nvPr/>
        </p:nvSpPr>
        <p:spPr>
          <a:xfrm>
            <a:off x="8352862" y="251355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0" name="Oval 3249"/>
          <p:cNvSpPr/>
          <p:nvPr/>
        </p:nvSpPr>
        <p:spPr>
          <a:xfrm>
            <a:off x="8394393" y="251355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Oval 3250"/>
          <p:cNvSpPr/>
          <p:nvPr/>
        </p:nvSpPr>
        <p:spPr>
          <a:xfrm>
            <a:off x="8320188" y="25204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2" name="Oval 3251"/>
          <p:cNvSpPr/>
          <p:nvPr/>
        </p:nvSpPr>
        <p:spPr>
          <a:xfrm>
            <a:off x="8381917" y="25204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3" name="Oval 3252"/>
          <p:cNvSpPr/>
          <p:nvPr/>
        </p:nvSpPr>
        <p:spPr>
          <a:xfrm>
            <a:off x="8328812" y="25204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Oval 3253"/>
          <p:cNvSpPr/>
          <p:nvPr/>
        </p:nvSpPr>
        <p:spPr>
          <a:xfrm>
            <a:off x="8390392" y="25204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5" name="Oval 3254"/>
          <p:cNvSpPr/>
          <p:nvPr/>
        </p:nvSpPr>
        <p:spPr>
          <a:xfrm>
            <a:off x="8389852" y="25274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6" name="Oval 3255"/>
          <p:cNvSpPr/>
          <p:nvPr/>
        </p:nvSpPr>
        <p:spPr>
          <a:xfrm>
            <a:off x="8355244" y="25481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Oval 3256"/>
          <p:cNvSpPr/>
          <p:nvPr/>
        </p:nvSpPr>
        <p:spPr>
          <a:xfrm>
            <a:off x="8379648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8" name="Oval 3257"/>
          <p:cNvSpPr/>
          <p:nvPr/>
        </p:nvSpPr>
        <p:spPr>
          <a:xfrm>
            <a:off x="8330325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9" name="Oval 3258"/>
          <p:cNvSpPr/>
          <p:nvPr/>
        </p:nvSpPr>
        <p:spPr>
          <a:xfrm>
            <a:off x="8332357" y="25550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Oval 3259"/>
          <p:cNvSpPr/>
          <p:nvPr/>
        </p:nvSpPr>
        <p:spPr>
          <a:xfrm>
            <a:off x="8344508" y="25620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1" name="Oval 3260"/>
          <p:cNvSpPr/>
          <p:nvPr/>
        </p:nvSpPr>
        <p:spPr>
          <a:xfrm>
            <a:off x="8334861" y="25620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2" name="Oval 3261"/>
          <p:cNvSpPr/>
          <p:nvPr/>
        </p:nvSpPr>
        <p:spPr>
          <a:xfrm>
            <a:off x="8378569" y="256894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Oval 3262"/>
          <p:cNvSpPr/>
          <p:nvPr/>
        </p:nvSpPr>
        <p:spPr>
          <a:xfrm>
            <a:off x="8393747" y="256894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4" name="Oval 3263"/>
          <p:cNvSpPr/>
          <p:nvPr/>
        </p:nvSpPr>
        <p:spPr>
          <a:xfrm>
            <a:off x="8381309" y="25827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5" name="Oval 3264"/>
          <p:cNvSpPr/>
          <p:nvPr/>
        </p:nvSpPr>
        <p:spPr>
          <a:xfrm>
            <a:off x="8351092" y="25827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Oval 3265"/>
          <p:cNvSpPr/>
          <p:nvPr/>
        </p:nvSpPr>
        <p:spPr>
          <a:xfrm>
            <a:off x="8326014" y="25897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7" name="Oval 3266"/>
          <p:cNvSpPr/>
          <p:nvPr/>
        </p:nvSpPr>
        <p:spPr>
          <a:xfrm>
            <a:off x="8386787" y="260355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8" name="Oval 3267"/>
          <p:cNvSpPr/>
          <p:nvPr/>
        </p:nvSpPr>
        <p:spPr>
          <a:xfrm>
            <a:off x="8389719" y="261048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Oval 3268"/>
          <p:cNvSpPr/>
          <p:nvPr/>
        </p:nvSpPr>
        <p:spPr>
          <a:xfrm>
            <a:off x="8341408" y="26174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0" name="Oval 3269"/>
          <p:cNvSpPr/>
          <p:nvPr/>
        </p:nvSpPr>
        <p:spPr>
          <a:xfrm>
            <a:off x="8341382" y="26243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1" name="Oval 3270"/>
          <p:cNvSpPr/>
          <p:nvPr/>
        </p:nvSpPr>
        <p:spPr>
          <a:xfrm>
            <a:off x="8361375" y="26312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Oval 3271"/>
          <p:cNvSpPr/>
          <p:nvPr/>
        </p:nvSpPr>
        <p:spPr>
          <a:xfrm>
            <a:off x="8390834" y="26381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3" name="Oval 3272"/>
          <p:cNvSpPr/>
          <p:nvPr/>
        </p:nvSpPr>
        <p:spPr>
          <a:xfrm>
            <a:off x="8359763" y="26381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4" name="Oval 3273"/>
          <p:cNvSpPr/>
          <p:nvPr/>
        </p:nvSpPr>
        <p:spPr>
          <a:xfrm>
            <a:off x="8353345" y="26381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Oval 3274"/>
          <p:cNvSpPr/>
          <p:nvPr/>
        </p:nvSpPr>
        <p:spPr>
          <a:xfrm>
            <a:off x="8400415" y="26381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6" name="Oval 3275"/>
          <p:cNvSpPr/>
          <p:nvPr/>
        </p:nvSpPr>
        <p:spPr>
          <a:xfrm>
            <a:off x="8332357" y="26589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7" name="Oval 3276"/>
          <p:cNvSpPr/>
          <p:nvPr/>
        </p:nvSpPr>
        <p:spPr>
          <a:xfrm>
            <a:off x="8343830" y="26589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Oval 3277"/>
          <p:cNvSpPr/>
          <p:nvPr/>
        </p:nvSpPr>
        <p:spPr>
          <a:xfrm>
            <a:off x="8373290" y="26658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9" name="Oval 3278"/>
          <p:cNvSpPr/>
          <p:nvPr/>
        </p:nvSpPr>
        <p:spPr>
          <a:xfrm>
            <a:off x="8375978" y="26797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0" name="Oval 3279"/>
          <p:cNvSpPr/>
          <p:nvPr/>
        </p:nvSpPr>
        <p:spPr>
          <a:xfrm>
            <a:off x="8390409" y="26797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Oval 3280"/>
          <p:cNvSpPr/>
          <p:nvPr/>
        </p:nvSpPr>
        <p:spPr>
          <a:xfrm>
            <a:off x="8377507" y="26797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2" name="Oval 3281"/>
          <p:cNvSpPr/>
          <p:nvPr/>
        </p:nvSpPr>
        <p:spPr>
          <a:xfrm>
            <a:off x="8375378" y="26935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3" name="Oval 3282"/>
          <p:cNvSpPr/>
          <p:nvPr/>
        </p:nvSpPr>
        <p:spPr>
          <a:xfrm>
            <a:off x="8395467" y="26935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Oval 3283"/>
          <p:cNvSpPr/>
          <p:nvPr/>
        </p:nvSpPr>
        <p:spPr>
          <a:xfrm>
            <a:off x="8344271" y="27004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5" name="Oval 3284"/>
          <p:cNvSpPr/>
          <p:nvPr/>
        </p:nvSpPr>
        <p:spPr>
          <a:xfrm>
            <a:off x="8391138" y="27004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6" name="Oval 3285"/>
          <p:cNvSpPr/>
          <p:nvPr/>
        </p:nvSpPr>
        <p:spPr>
          <a:xfrm>
            <a:off x="8387485" y="27143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7" name="Oval 3286"/>
          <p:cNvSpPr/>
          <p:nvPr/>
        </p:nvSpPr>
        <p:spPr>
          <a:xfrm>
            <a:off x="8373956" y="27143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8" name="Oval 3287"/>
          <p:cNvSpPr/>
          <p:nvPr/>
        </p:nvSpPr>
        <p:spPr>
          <a:xfrm>
            <a:off x="8332062" y="272125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9" name="Oval 3288"/>
          <p:cNvSpPr/>
          <p:nvPr/>
        </p:nvSpPr>
        <p:spPr>
          <a:xfrm>
            <a:off x="8375143" y="27281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0" name="Oval 3289"/>
          <p:cNvSpPr/>
          <p:nvPr/>
        </p:nvSpPr>
        <p:spPr>
          <a:xfrm>
            <a:off x="8328836" y="27420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1" name="Oval 3290"/>
          <p:cNvSpPr/>
          <p:nvPr/>
        </p:nvSpPr>
        <p:spPr>
          <a:xfrm>
            <a:off x="8335638" y="27420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2" name="Oval 3291"/>
          <p:cNvSpPr/>
          <p:nvPr/>
        </p:nvSpPr>
        <p:spPr>
          <a:xfrm>
            <a:off x="8338299" y="27489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3" name="Oval 3292"/>
          <p:cNvSpPr/>
          <p:nvPr/>
        </p:nvSpPr>
        <p:spPr>
          <a:xfrm>
            <a:off x="8366835" y="27489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4" name="Oval 3293"/>
          <p:cNvSpPr/>
          <p:nvPr/>
        </p:nvSpPr>
        <p:spPr>
          <a:xfrm>
            <a:off x="8386200" y="27558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5" name="Oval 3294"/>
          <p:cNvSpPr/>
          <p:nvPr/>
        </p:nvSpPr>
        <p:spPr>
          <a:xfrm>
            <a:off x="8326069" y="27558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6" name="Oval 3295"/>
          <p:cNvSpPr/>
          <p:nvPr/>
        </p:nvSpPr>
        <p:spPr>
          <a:xfrm>
            <a:off x="8329756" y="27558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7" name="Oval 3296"/>
          <p:cNvSpPr/>
          <p:nvPr/>
        </p:nvSpPr>
        <p:spPr>
          <a:xfrm>
            <a:off x="8388148" y="27627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8" name="Oval 3297"/>
          <p:cNvSpPr/>
          <p:nvPr/>
        </p:nvSpPr>
        <p:spPr>
          <a:xfrm>
            <a:off x="8398838" y="27627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9" name="Oval 3298"/>
          <p:cNvSpPr/>
          <p:nvPr/>
        </p:nvSpPr>
        <p:spPr>
          <a:xfrm>
            <a:off x="8372970" y="27627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0" name="Oval 3299"/>
          <p:cNvSpPr/>
          <p:nvPr/>
        </p:nvSpPr>
        <p:spPr>
          <a:xfrm>
            <a:off x="8378633" y="27627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1" name="Oval 3300"/>
          <p:cNvSpPr/>
          <p:nvPr/>
        </p:nvSpPr>
        <p:spPr>
          <a:xfrm>
            <a:off x="8399164" y="27697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2" name="Oval 3301"/>
          <p:cNvSpPr/>
          <p:nvPr/>
        </p:nvSpPr>
        <p:spPr>
          <a:xfrm>
            <a:off x="8335708" y="277664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3" name="Oval 3302"/>
          <p:cNvSpPr/>
          <p:nvPr/>
        </p:nvSpPr>
        <p:spPr>
          <a:xfrm>
            <a:off x="8386872" y="277664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4" name="Oval 3303"/>
          <p:cNvSpPr/>
          <p:nvPr/>
        </p:nvSpPr>
        <p:spPr>
          <a:xfrm>
            <a:off x="8321832" y="27835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5" name="Oval 3304"/>
          <p:cNvSpPr/>
          <p:nvPr/>
        </p:nvSpPr>
        <p:spPr>
          <a:xfrm>
            <a:off x="8334060" y="27904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6" name="Oval 3305"/>
          <p:cNvSpPr/>
          <p:nvPr/>
        </p:nvSpPr>
        <p:spPr>
          <a:xfrm>
            <a:off x="8368885" y="27904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7" name="Oval 3306"/>
          <p:cNvSpPr/>
          <p:nvPr/>
        </p:nvSpPr>
        <p:spPr>
          <a:xfrm>
            <a:off x="8332630" y="27904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8" name="Oval 3307"/>
          <p:cNvSpPr/>
          <p:nvPr/>
        </p:nvSpPr>
        <p:spPr>
          <a:xfrm>
            <a:off x="8353257" y="28043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9" name="Oval 3308"/>
          <p:cNvSpPr/>
          <p:nvPr/>
        </p:nvSpPr>
        <p:spPr>
          <a:xfrm>
            <a:off x="8378453" y="28112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0" name="Oval 3309"/>
          <p:cNvSpPr/>
          <p:nvPr/>
        </p:nvSpPr>
        <p:spPr>
          <a:xfrm>
            <a:off x="8352408" y="28112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1" name="Oval 3310"/>
          <p:cNvSpPr/>
          <p:nvPr/>
        </p:nvSpPr>
        <p:spPr>
          <a:xfrm>
            <a:off x="8398994" y="28251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2" name="Oval 3311"/>
          <p:cNvSpPr/>
          <p:nvPr/>
        </p:nvSpPr>
        <p:spPr>
          <a:xfrm>
            <a:off x="8392420" y="28251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3" name="Oval 3312"/>
          <p:cNvSpPr/>
          <p:nvPr/>
        </p:nvSpPr>
        <p:spPr>
          <a:xfrm>
            <a:off x="8353695" y="28251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4" name="Oval 3313"/>
          <p:cNvSpPr/>
          <p:nvPr/>
        </p:nvSpPr>
        <p:spPr>
          <a:xfrm>
            <a:off x="8334465" y="28320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5" name="Oval 3314"/>
          <p:cNvSpPr/>
          <p:nvPr/>
        </p:nvSpPr>
        <p:spPr>
          <a:xfrm>
            <a:off x="8396821" y="28389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6" name="Oval 3315"/>
          <p:cNvSpPr/>
          <p:nvPr/>
        </p:nvSpPr>
        <p:spPr>
          <a:xfrm>
            <a:off x="8329455" y="28389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7" name="Oval 3316"/>
          <p:cNvSpPr/>
          <p:nvPr/>
        </p:nvSpPr>
        <p:spPr>
          <a:xfrm>
            <a:off x="8352830" y="28389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8" name="Oval 3317"/>
          <p:cNvSpPr/>
          <p:nvPr/>
        </p:nvSpPr>
        <p:spPr>
          <a:xfrm>
            <a:off x="8333207" y="284587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9" name="Oval 3318"/>
          <p:cNvSpPr/>
          <p:nvPr/>
        </p:nvSpPr>
        <p:spPr>
          <a:xfrm>
            <a:off x="8379155" y="284587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0" name="Oval 3319"/>
          <p:cNvSpPr/>
          <p:nvPr/>
        </p:nvSpPr>
        <p:spPr>
          <a:xfrm>
            <a:off x="8332302" y="28527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1" name="Oval 3320"/>
          <p:cNvSpPr/>
          <p:nvPr/>
        </p:nvSpPr>
        <p:spPr>
          <a:xfrm>
            <a:off x="8367849" y="28597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2" name="Oval 3321"/>
          <p:cNvSpPr/>
          <p:nvPr/>
        </p:nvSpPr>
        <p:spPr>
          <a:xfrm>
            <a:off x="8370491" y="28597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Oval 3322"/>
          <p:cNvSpPr/>
          <p:nvPr/>
        </p:nvSpPr>
        <p:spPr>
          <a:xfrm>
            <a:off x="8393421" y="28597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4" name="Oval 3323"/>
          <p:cNvSpPr/>
          <p:nvPr/>
        </p:nvSpPr>
        <p:spPr>
          <a:xfrm>
            <a:off x="8368993" y="28666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5" name="Oval 3324"/>
          <p:cNvSpPr/>
          <p:nvPr/>
        </p:nvSpPr>
        <p:spPr>
          <a:xfrm>
            <a:off x="8380728" y="28666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Oval 3325"/>
          <p:cNvSpPr/>
          <p:nvPr/>
        </p:nvSpPr>
        <p:spPr>
          <a:xfrm>
            <a:off x="8328800" y="28735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7" name="Oval 3326"/>
          <p:cNvSpPr/>
          <p:nvPr/>
        </p:nvSpPr>
        <p:spPr>
          <a:xfrm>
            <a:off x="8383563" y="288741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8" name="Oval 3327"/>
          <p:cNvSpPr/>
          <p:nvPr/>
        </p:nvSpPr>
        <p:spPr>
          <a:xfrm>
            <a:off x="8373387" y="288741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Oval 3328"/>
          <p:cNvSpPr/>
          <p:nvPr/>
        </p:nvSpPr>
        <p:spPr>
          <a:xfrm>
            <a:off x="8329751" y="29012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0" name="Oval 3329"/>
          <p:cNvSpPr/>
          <p:nvPr/>
        </p:nvSpPr>
        <p:spPr>
          <a:xfrm>
            <a:off x="8367181" y="29012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1" name="Oval 3330"/>
          <p:cNvSpPr/>
          <p:nvPr/>
        </p:nvSpPr>
        <p:spPr>
          <a:xfrm>
            <a:off x="8396905" y="29012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Oval 3331"/>
          <p:cNvSpPr/>
          <p:nvPr/>
        </p:nvSpPr>
        <p:spPr>
          <a:xfrm>
            <a:off x="8385765" y="29081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3" name="Oval 3332"/>
          <p:cNvSpPr/>
          <p:nvPr/>
        </p:nvSpPr>
        <p:spPr>
          <a:xfrm>
            <a:off x="8346192" y="29220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4" name="Oval 3333"/>
          <p:cNvSpPr/>
          <p:nvPr/>
        </p:nvSpPr>
        <p:spPr>
          <a:xfrm>
            <a:off x="8337951" y="29220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Oval 3334"/>
          <p:cNvSpPr/>
          <p:nvPr/>
        </p:nvSpPr>
        <p:spPr>
          <a:xfrm>
            <a:off x="8375275" y="29220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6" name="Oval 3335"/>
          <p:cNvSpPr/>
          <p:nvPr/>
        </p:nvSpPr>
        <p:spPr>
          <a:xfrm>
            <a:off x="8370944" y="29220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7" name="Oval 3336"/>
          <p:cNvSpPr/>
          <p:nvPr/>
        </p:nvSpPr>
        <p:spPr>
          <a:xfrm>
            <a:off x="8335822" y="29358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Oval 3337"/>
          <p:cNvSpPr/>
          <p:nvPr/>
        </p:nvSpPr>
        <p:spPr>
          <a:xfrm>
            <a:off x="8360944" y="29358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9" name="Oval 3338"/>
          <p:cNvSpPr/>
          <p:nvPr/>
        </p:nvSpPr>
        <p:spPr>
          <a:xfrm>
            <a:off x="8329700" y="29635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0" name="Oval 3339"/>
          <p:cNvSpPr/>
          <p:nvPr/>
        </p:nvSpPr>
        <p:spPr>
          <a:xfrm>
            <a:off x="8361238" y="29704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Oval 3340"/>
          <p:cNvSpPr/>
          <p:nvPr/>
        </p:nvSpPr>
        <p:spPr>
          <a:xfrm>
            <a:off x="8344113" y="29774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2" name="Oval 3341"/>
          <p:cNvSpPr/>
          <p:nvPr/>
        </p:nvSpPr>
        <p:spPr>
          <a:xfrm>
            <a:off x="8380917" y="29843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3" name="Oval 3342"/>
          <p:cNvSpPr/>
          <p:nvPr/>
        </p:nvSpPr>
        <p:spPr>
          <a:xfrm>
            <a:off x="8366191" y="30051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Oval 3343"/>
          <p:cNvSpPr/>
          <p:nvPr/>
        </p:nvSpPr>
        <p:spPr>
          <a:xfrm>
            <a:off x="8353178" y="30328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5" name="Oval 3344"/>
          <p:cNvSpPr/>
          <p:nvPr/>
        </p:nvSpPr>
        <p:spPr>
          <a:xfrm>
            <a:off x="8340912" y="30328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6" name="Oval 3345"/>
          <p:cNvSpPr/>
          <p:nvPr/>
        </p:nvSpPr>
        <p:spPr>
          <a:xfrm>
            <a:off x="8395442" y="30397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Oval 3346"/>
          <p:cNvSpPr/>
          <p:nvPr/>
        </p:nvSpPr>
        <p:spPr>
          <a:xfrm>
            <a:off x="8396666" y="30535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8" name="Oval 3347"/>
          <p:cNvSpPr/>
          <p:nvPr/>
        </p:nvSpPr>
        <p:spPr>
          <a:xfrm>
            <a:off x="8330979" y="30743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9" name="Oval 3348"/>
          <p:cNvSpPr/>
          <p:nvPr/>
        </p:nvSpPr>
        <p:spPr>
          <a:xfrm>
            <a:off x="8355566" y="30812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Oval 3349"/>
          <p:cNvSpPr/>
          <p:nvPr/>
        </p:nvSpPr>
        <p:spPr>
          <a:xfrm>
            <a:off x="8357724" y="30881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1" name="Oval 3350"/>
          <p:cNvSpPr/>
          <p:nvPr/>
        </p:nvSpPr>
        <p:spPr>
          <a:xfrm>
            <a:off x="8364726" y="30881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2" name="Oval 3351"/>
          <p:cNvSpPr/>
          <p:nvPr/>
        </p:nvSpPr>
        <p:spPr>
          <a:xfrm>
            <a:off x="8394770" y="31020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Oval 3352"/>
          <p:cNvSpPr/>
          <p:nvPr/>
        </p:nvSpPr>
        <p:spPr>
          <a:xfrm>
            <a:off x="8335540" y="31158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4" name="Oval 3353"/>
          <p:cNvSpPr/>
          <p:nvPr/>
        </p:nvSpPr>
        <p:spPr>
          <a:xfrm>
            <a:off x="8325565" y="31228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5" name="Oval 3354"/>
          <p:cNvSpPr/>
          <p:nvPr/>
        </p:nvSpPr>
        <p:spPr>
          <a:xfrm>
            <a:off x="8393076" y="31297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Oval 3355"/>
          <p:cNvSpPr/>
          <p:nvPr/>
        </p:nvSpPr>
        <p:spPr>
          <a:xfrm>
            <a:off x="8355783" y="315050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7" name="Oval 3356"/>
          <p:cNvSpPr/>
          <p:nvPr/>
        </p:nvSpPr>
        <p:spPr>
          <a:xfrm>
            <a:off x="8355773" y="315050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8" name="Oval 3357"/>
          <p:cNvSpPr/>
          <p:nvPr/>
        </p:nvSpPr>
        <p:spPr>
          <a:xfrm>
            <a:off x="8386260" y="31574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Oval 3358"/>
          <p:cNvSpPr/>
          <p:nvPr/>
        </p:nvSpPr>
        <p:spPr>
          <a:xfrm>
            <a:off x="8397348" y="31574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0" name="Oval 3359"/>
          <p:cNvSpPr/>
          <p:nvPr/>
        </p:nvSpPr>
        <p:spPr>
          <a:xfrm>
            <a:off x="8324848" y="31643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1" name="Oval 3360"/>
          <p:cNvSpPr/>
          <p:nvPr/>
        </p:nvSpPr>
        <p:spPr>
          <a:xfrm>
            <a:off x="8386202" y="317819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Oval 3361"/>
          <p:cNvSpPr/>
          <p:nvPr/>
        </p:nvSpPr>
        <p:spPr>
          <a:xfrm>
            <a:off x="8390092" y="31851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3" name="Oval 3362"/>
          <p:cNvSpPr/>
          <p:nvPr/>
        </p:nvSpPr>
        <p:spPr>
          <a:xfrm>
            <a:off x="8331183" y="31920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4" name="Oval 3363"/>
          <p:cNvSpPr/>
          <p:nvPr/>
        </p:nvSpPr>
        <p:spPr>
          <a:xfrm>
            <a:off x="8350054" y="32474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Oval 3364"/>
          <p:cNvSpPr/>
          <p:nvPr/>
        </p:nvSpPr>
        <p:spPr>
          <a:xfrm>
            <a:off x="8343247" y="32474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6" name="Oval 3365"/>
          <p:cNvSpPr/>
          <p:nvPr/>
        </p:nvSpPr>
        <p:spPr>
          <a:xfrm>
            <a:off x="8338080" y="32474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7" name="Oval 3366"/>
          <p:cNvSpPr/>
          <p:nvPr/>
        </p:nvSpPr>
        <p:spPr>
          <a:xfrm>
            <a:off x="8348899" y="32612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Oval 3367"/>
          <p:cNvSpPr/>
          <p:nvPr/>
        </p:nvSpPr>
        <p:spPr>
          <a:xfrm>
            <a:off x="8331448" y="32751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9" name="Oval 3368"/>
          <p:cNvSpPr/>
          <p:nvPr/>
        </p:nvSpPr>
        <p:spPr>
          <a:xfrm>
            <a:off x="8381690" y="32820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0" name="Oval 3369"/>
          <p:cNvSpPr/>
          <p:nvPr/>
        </p:nvSpPr>
        <p:spPr>
          <a:xfrm>
            <a:off x="8381374" y="32889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Oval 3370"/>
          <p:cNvSpPr/>
          <p:nvPr/>
        </p:nvSpPr>
        <p:spPr>
          <a:xfrm>
            <a:off x="8321668" y="33097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2" name="Oval 3371"/>
          <p:cNvSpPr/>
          <p:nvPr/>
        </p:nvSpPr>
        <p:spPr>
          <a:xfrm>
            <a:off x="8336098" y="33235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3" name="Oval 3372"/>
          <p:cNvSpPr/>
          <p:nvPr/>
        </p:nvSpPr>
        <p:spPr>
          <a:xfrm>
            <a:off x="8352055" y="33235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Oval 3373"/>
          <p:cNvSpPr/>
          <p:nvPr/>
        </p:nvSpPr>
        <p:spPr>
          <a:xfrm>
            <a:off x="8339980" y="33443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5" name="Oval 3374"/>
          <p:cNvSpPr/>
          <p:nvPr/>
        </p:nvSpPr>
        <p:spPr>
          <a:xfrm>
            <a:off x="8351347" y="33928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6" name="Oval 3375"/>
          <p:cNvSpPr/>
          <p:nvPr/>
        </p:nvSpPr>
        <p:spPr>
          <a:xfrm>
            <a:off x="8360802" y="33928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Oval 3376"/>
          <p:cNvSpPr/>
          <p:nvPr/>
        </p:nvSpPr>
        <p:spPr>
          <a:xfrm>
            <a:off x="8322778" y="34343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8" name="Oval 3377"/>
          <p:cNvSpPr/>
          <p:nvPr/>
        </p:nvSpPr>
        <p:spPr>
          <a:xfrm>
            <a:off x="8362647" y="34412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9" name="Oval 3378"/>
          <p:cNvSpPr/>
          <p:nvPr/>
        </p:nvSpPr>
        <p:spPr>
          <a:xfrm>
            <a:off x="8383854" y="34482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Oval 3379"/>
          <p:cNvSpPr/>
          <p:nvPr/>
        </p:nvSpPr>
        <p:spPr>
          <a:xfrm>
            <a:off x="8369148" y="34758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1" name="Oval 3380"/>
          <p:cNvSpPr/>
          <p:nvPr/>
        </p:nvSpPr>
        <p:spPr>
          <a:xfrm>
            <a:off x="8355786" y="34828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2" name="Oval 3381"/>
          <p:cNvSpPr/>
          <p:nvPr/>
        </p:nvSpPr>
        <p:spPr>
          <a:xfrm>
            <a:off x="8394531" y="35174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3" name="Oval 3382"/>
          <p:cNvSpPr/>
          <p:nvPr/>
        </p:nvSpPr>
        <p:spPr>
          <a:xfrm>
            <a:off x="8319981" y="35174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4" name="Oval 3383"/>
          <p:cNvSpPr/>
          <p:nvPr/>
        </p:nvSpPr>
        <p:spPr>
          <a:xfrm>
            <a:off x="8339751" y="3524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5" name="Oval 3384"/>
          <p:cNvSpPr/>
          <p:nvPr/>
        </p:nvSpPr>
        <p:spPr>
          <a:xfrm>
            <a:off x="8389727" y="35589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6" name="Oval 3385"/>
          <p:cNvSpPr/>
          <p:nvPr/>
        </p:nvSpPr>
        <p:spPr>
          <a:xfrm>
            <a:off x="8336133" y="38220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7" name="Oval 3386"/>
          <p:cNvSpPr/>
          <p:nvPr/>
        </p:nvSpPr>
        <p:spPr>
          <a:xfrm>
            <a:off x="8376433" y="412668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8" name="Oval 3387"/>
          <p:cNvSpPr/>
          <p:nvPr/>
        </p:nvSpPr>
        <p:spPr>
          <a:xfrm>
            <a:off x="8325171" y="41474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9" name="Oval 3388"/>
          <p:cNvSpPr/>
          <p:nvPr/>
        </p:nvSpPr>
        <p:spPr>
          <a:xfrm>
            <a:off x="8382928" y="45213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0" name="Oval 3389"/>
          <p:cNvSpPr/>
          <p:nvPr/>
        </p:nvSpPr>
        <p:spPr>
          <a:xfrm>
            <a:off x="8386648" y="486748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1" name="Oval 3390"/>
          <p:cNvSpPr/>
          <p:nvPr/>
        </p:nvSpPr>
        <p:spPr>
          <a:xfrm>
            <a:off x="8391224" y="49228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2" name="Oval 3391"/>
          <p:cNvSpPr/>
          <p:nvPr/>
        </p:nvSpPr>
        <p:spPr>
          <a:xfrm>
            <a:off x="8388350" y="534519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3" name="Oval 3392"/>
          <p:cNvSpPr/>
          <p:nvPr/>
        </p:nvSpPr>
        <p:spPr>
          <a:xfrm>
            <a:off x="8337743" y="55528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4" name="Oval 3393"/>
          <p:cNvSpPr/>
          <p:nvPr/>
        </p:nvSpPr>
        <p:spPr>
          <a:xfrm>
            <a:off x="8355884" y="56013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5" name="Oval 3394"/>
          <p:cNvSpPr/>
          <p:nvPr/>
        </p:nvSpPr>
        <p:spPr>
          <a:xfrm>
            <a:off x="8387164" y="5684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6" name="Oval 3395"/>
          <p:cNvSpPr/>
          <p:nvPr/>
        </p:nvSpPr>
        <p:spPr>
          <a:xfrm>
            <a:off x="8378583" y="56982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7" name="Oval 3396"/>
          <p:cNvSpPr/>
          <p:nvPr/>
        </p:nvSpPr>
        <p:spPr>
          <a:xfrm>
            <a:off x="8330203" y="57121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8" name="Oval 3397"/>
          <p:cNvSpPr/>
          <p:nvPr/>
        </p:nvSpPr>
        <p:spPr>
          <a:xfrm>
            <a:off x="8393769" y="57121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9" name="Oval 3398"/>
          <p:cNvSpPr/>
          <p:nvPr/>
        </p:nvSpPr>
        <p:spPr>
          <a:xfrm>
            <a:off x="8323641" y="57882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0" name="Oval 3399"/>
          <p:cNvSpPr/>
          <p:nvPr/>
        </p:nvSpPr>
        <p:spPr>
          <a:xfrm>
            <a:off x="8394182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1" name="Oval 3400"/>
          <p:cNvSpPr/>
          <p:nvPr/>
        </p:nvSpPr>
        <p:spPr>
          <a:xfrm>
            <a:off x="8322985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2" name="Oval 3401"/>
          <p:cNvSpPr/>
          <p:nvPr/>
        </p:nvSpPr>
        <p:spPr>
          <a:xfrm>
            <a:off x="8336136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3" name="Oval 3402"/>
          <p:cNvSpPr/>
          <p:nvPr/>
        </p:nvSpPr>
        <p:spPr>
          <a:xfrm>
            <a:off x="8391613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4" name="TextBox 3403"/>
          <p:cNvSpPr txBox="1"/>
          <p:nvPr/>
        </p:nvSpPr>
        <p:spPr>
          <a:xfrm>
            <a:off x="822960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17</a:t>
            </a:r>
          </a:p>
        </p:txBody>
      </p:sp>
      <p:cxnSp>
        <p:nvCxnSpPr>
          <p:cNvPr id="3405" name="Connector 3404"/>
          <p:cNvCxnSpPr/>
          <p:nvPr/>
        </p:nvCxnSpPr>
        <p:spPr>
          <a:xfrm flipV="1">
            <a:off x="8675370" y="5799647"/>
            <a:ext cx="0" cy="20845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6" name="Connector 3405"/>
          <p:cNvCxnSpPr/>
          <p:nvPr/>
        </p:nvCxnSpPr>
        <p:spPr>
          <a:xfrm>
            <a:off x="8634508" y="600810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7" name="Connector 3406"/>
          <p:cNvCxnSpPr/>
          <p:nvPr/>
        </p:nvCxnSpPr>
        <p:spPr>
          <a:xfrm>
            <a:off x="8634508" y="5799647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8" name="Rectangle 3407"/>
          <p:cNvSpPr/>
          <p:nvPr/>
        </p:nvSpPr>
        <p:spPr>
          <a:xfrm>
            <a:off x="8593646" y="5988032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9" name="Connector 3408"/>
          <p:cNvCxnSpPr/>
          <p:nvPr/>
        </p:nvCxnSpPr>
        <p:spPr>
          <a:xfrm>
            <a:off x="8593646" y="5952805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0" name="Oval 3409"/>
          <p:cNvSpPr/>
          <p:nvPr/>
        </p:nvSpPr>
        <p:spPr>
          <a:xfrm>
            <a:off x="8684166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1" name="Oval 3410"/>
          <p:cNvSpPr/>
          <p:nvPr/>
        </p:nvSpPr>
        <p:spPr>
          <a:xfrm>
            <a:off x="8639748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2" name="Oval 3411"/>
          <p:cNvSpPr/>
          <p:nvPr/>
        </p:nvSpPr>
        <p:spPr>
          <a:xfrm>
            <a:off x="8644867" y="596305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3" name="Oval 3412"/>
          <p:cNvSpPr/>
          <p:nvPr/>
        </p:nvSpPr>
        <p:spPr>
          <a:xfrm>
            <a:off x="8631340" y="59898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4" name="TextBox 3413"/>
          <p:cNvSpPr txBox="1"/>
          <p:nvPr/>
        </p:nvSpPr>
        <p:spPr>
          <a:xfrm>
            <a:off x="852678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20</a:t>
            </a:r>
          </a:p>
        </p:txBody>
      </p:sp>
      <p:cxnSp>
        <p:nvCxnSpPr>
          <p:cNvPr id="3415" name="Connector 3414"/>
          <p:cNvCxnSpPr/>
          <p:nvPr/>
        </p:nvCxnSpPr>
        <p:spPr>
          <a:xfrm flipV="1">
            <a:off x="8972550" y="5702721"/>
            <a:ext cx="0" cy="31073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6" name="Connector 3415"/>
          <p:cNvCxnSpPr/>
          <p:nvPr/>
        </p:nvCxnSpPr>
        <p:spPr>
          <a:xfrm>
            <a:off x="8931688" y="6013460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7" name="Connector 3416"/>
          <p:cNvCxnSpPr/>
          <p:nvPr/>
        </p:nvCxnSpPr>
        <p:spPr>
          <a:xfrm>
            <a:off x="8931688" y="570272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8" name="Rectangle 3417"/>
          <p:cNvSpPr/>
          <p:nvPr/>
        </p:nvSpPr>
        <p:spPr>
          <a:xfrm>
            <a:off x="8890826" y="5980013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19" name="Connector 3418"/>
          <p:cNvCxnSpPr/>
          <p:nvPr/>
        </p:nvCxnSpPr>
        <p:spPr>
          <a:xfrm>
            <a:off x="8890826" y="5951960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0" name="Oval 3419"/>
          <p:cNvSpPr/>
          <p:nvPr/>
        </p:nvSpPr>
        <p:spPr>
          <a:xfrm>
            <a:off x="8959847" y="5684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1" name="Oval 3420"/>
          <p:cNvSpPr/>
          <p:nvPr/>
        </p:nvSpPr>
        <p:spPr>
          <a:xfrm>
            <a:off x="8984306" y="56913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Oval 3421"/>
          <p:cNvSpPr/>
          <p:nvPr/>
        </p:nvSpPr>
        <p:spPr>
          <a:xfrm>
            <a:off x="8922427" y="57398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3" name="Oval 3422"/>
          <p:cNvSpPr/>
          <p:nvPr/>
        </p:nvSpPr>
        <p:spPr>
          <a:xfrm>
            <a:off x="8919774" y="57467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4" name="Oval 3423"/>
          <p:cNvSpPr/>
          <p:nvPr/>
        </p:nvSpPr>
        <p:spPr>
          <a:xfrm>
            <a:off x="8919610" y="57605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Oval 3424"/>
          <p:cNvSpPr/>
          <p:nvPr/>
        </p:nvSpPr>
        <p:spPr>
          <a:xfrm>
            <a:off x="8942080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6" name="Oval 3425"/>
          <p:cNvSpPr/>
          <p:nvPr/>
        </p:nvSpPr>
        <p:spPr>
          <a:xfrm>
            <a:off x="8942072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7" name="Oval 3426"/>
          <p:cNvSpPr/>
          <p:nvPr/>
        </p:nvSpPr>
        <p:spPr>
          <a:xfrm>
            <a:off x="8975358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Oval 3427"/>
          <p:cNvSpPr/>
          <p:nvPr/>
        </p:nvSpPr>
        <p:spPr>
          <a:xfrm>
            <a:off x="8942848" y="58021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9" name="Oval 3428"/>
          <p:cNvSpPr/>
          <p:nvPr/>
        </p:nvSpPr>
        <p:spPr>
          <a:xfrm>
            <a:off x="8934749" y="58021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0" name="Oval 3429"/>
          <p:cNvSpPr/>
          <p:nvPr/>
        </p:nvSpPr>
        <p:spPr>
          <a:xfrm>
            <a:off x="8932204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Oval 3430"/>
          <p:cNvSpPr/>
          <p:nvPr/>
        </p:nvSpPr>
        <p:spPr>
          <a:xfrm>
            <a:off x="8977679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2" name="Oval 3431"/>
          <p:cNvSpPr/>
          <p:nvPr/>
        </p:nvSpPr>
        <p:spPr>
          <a:xfrm>
            <a:off x="8928737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3" name="Oval 3432"/>
          <p:cNvSpPr/>
          <p:nvPr/>
        </p:nvSpPr>
        <p:spPr>
          <a:xfrm>
            <a:off x="8950090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Oval 3433"/>
          <p:cNvSpPr/>
          <p:nvPr/>
        </p:nvSpPr>
        <p:spPr>
          <a:xfrm>
            <a:off x="8968822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5" name="Oval 3434"/>
          <p:cNvSpPr/>
          <p:nvPr/>
        </p:nvSpPr>
        <p:spPr>
          <a:xfrm>
            <a:off x="8991012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6" name="Oval 3435"/>
          <p:cNvSpPr/>
          <p:nvPr/>
        </p:nvSpPr>
        <p:spPr>
          <a:xfrm>
            <a:off x="8923121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Oval 3436"/>
          <p:cNvSpPr/>
          <p:nvPr/>
        </p:nvSpPr>
        <p:spPr>
          <a:xfrm>
            <a:off x="8987282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8" name="Oval 3437"/>
          <p:cNvSpPr/>
          <p:nvPr/>
        </p:nvSpPr>
        <p:spPr>
          <a:xfrm>
            <a:off x="8987061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9" name="Oval 3438"/>
          <p:cNvSpPr/>
          <p:nvPr/>
        </p:nvSpPr>
        <p:spPr>
          <a:xfrm>
            <a:off x="8989766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Oval 3439"/>
          <p:cNvSpPr/>
          <p:nvPr/>
        </p:nvSpPr>
        <p:spPr>
          <a:xfrm>
            <a:off x="8987430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1" name="Oval 3440"/>
          <p:cNvSpPr/>
          <p:nvPr/>
        </p:nvSpPr>
        <p:spPr>
          <a:xfrm>
            <a:off x="8985619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2" name="Oval 3441"/>
          <p:cNvSpPr/>
          <p:nvPr/>
        </p:nvSpPr>
        <p:spPr>
          <a:xfrm>
            <a:off x="8977533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Oval 3442"/>
          <p:cNvSpPr/>
          <p:nvPr/>
        </p:nvSpPr>
        <p:spPr>
          <a:xfrm>
            <a:off x="8949043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4" name="Oval 3443"/>
          <p:cNvSpPr/>
          <p:nvPr/>
        </p:nvSpPr>
        <p:spPr>
          <a:xfrm>
            <a:off x="8970634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5" name="Oval 3444"/>
          <p:cNvSpPr/>
          <p:nvPr/>
        </p:nvSpPr>
        <p:spPr>
          <a:xfrm>
            <a:off x="8951789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Oval 3445"/>
          <p:cNvSpPr/>
          <p:nvPr/>
        </p:nvSpPr>
        <p:spPr>
          <a:xfrm>
            <a:off x="8923168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7" name="Oval 3446"/>
          <p:cNvSpPr/>
          <p:nvPr/>
        </p:nvSpPr>
        <p:spPr>
          <a:xfrm>
            <a:off x="897972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8" name="Oval 3447"/>
          <p:cNvSpPr/>
          <p:nvPr/>
        </p:nvSpPr>
        <p:spPr>
          <a:xfrm>
            <a:off x="8928101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Oval 3448"/>
          <p:cNvSpPr/>
          <p:nvPr/>
        </p:nvSpPr>
        <p:spPr>
          <a:xfrm>
            <a:off x="8959919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0" name="Oval 3449"/>
          <p:cNvSpPr/>
          <p:nvPr/>
        </p:nvSpPr>
        <p:spPr>
          <a:xfrm>
            <a:off x="8970917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1" name="Oval 3450"/>
          <p:cNvSpPr/>
          <p:nvPr/>
        </p:nvSpPr>
        <p:spPr>
          <a:xfrm>
            <a:off x="8933895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Oval 3451"/>
          <p:cNvSpPr/>
          <p:nvPr/>
        </p:nvSpPr>
        <p:spPr>
          <a:xfrm>
            <a:off x="8923032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3" name="Oval 3452"/>
          <p:cNvSpPr/>
          <p:nvPr/>
        </p:nvSpPr>
        <p:spPr>
          <a:xfrm>
            <a:off x="8940862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4" name="Oval 3453"/>
          <p:cNvSpPr/>
          <p:nvPr/>
        </p:nvSpPr>
        <p:spPr>
          <a:xfrm>
            <a:off x="8936835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Oval 3454"/>
          <p:cNvSpPr/>
          <p:nvPr/>
        </p:nvSpPr>
        <p:spPr>
          <a:xfrm>
            <a:off x="899404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6" name="Oval 3455"/>
          <p:cNvSpPr/>
          <p:nvPr/>
        </p:nvSpPr>
        <p:spPr>
          <a:xfrm>
            <a:off x="8924077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7" name="Oval 3456"/>
          <p:cNvSpPr/>
          <p:nvPr/>
        </p:nvSpPr>
        <p:spPr>
          <a:xfrm>
            <a:off x="8930255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Oval 3457"/>
          <p:cNvSpPr/>
          <p:nvPr/>
        </p:nvSpPr>
        <p:spPr>
          <a:xfrm>
            <a:off x="8965407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9" name="Oval 3458"/>
          <p:cNvSpPr/>
          <p:nvPr/>
        </p:nvSpPr>
        <p:spPr>
          <a:xfrm>
            <a:off x="8987089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0" name="Oval 3459"/>
          <p:cNvSpPr/>
          <p:nvPr/>
        </p:nvSpPr>
        <p:spPr>
          <a:xfrm>
            <a:off x="8970556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Oval 3460"/>
          <p:cNvSpPr/>
          <p:nvPr/>
        </p:nvSpPr>
        <p:spPr>
          <a:xfrm>
            <a:off x="8962060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2" name="Oval 3461"/>
          <p:cNvSpPr/>
          <p:nvPr/>
        </p:nvSpPr>
        <p:spPr>
          <a:xfrm>
            <a:off x="8933787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3" name="Oval 3462"/>
          <p:cNvSpPr/>
          <p:nvPr/>
        </p:nvSpPr>
        <p:spPr>
          <a:xfrm>
            <a:off x="8928206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Oval 3463"/>
          <p:cNvSpPr/>
          <p:nvPr/>
        </p:nvSpPr>
        <p:spPr>
          <a:xfrm>
            <a:off x="8990231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5" name="Oval 3464"/>
          <p:cNvSpPr/>
          <p:nvPr/>
        </p:nvSpPr>
        <p:spPr>
          <a:xfrm>
            <a:off x="8965217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6" name="Oval 3465"/>
          <p:cNvSpPr/>
          <p:nvPr/>
        </p:nvSpPr>
        <p:spPr>
          <a:xfrm>
            <a:off x="8941388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Oval 3466"/>
          <p:cNvSpPr/>
          <p:nvPr/>
        </p:nvSpPr>
        <p:spPr>
          <a:xfrm>
            <a:off x="8936368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8" name="Oval 3467"/>
          <p:cNvSpPr/>
          <p:nvPr/>
        </p:nvSpPr>
        <p:spPr>
          <a:xfrm>
            <a:off x="8982421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9" name="Oval 3468"/>
          <p:cNvSpPr/>
          <p:nvPr/>
        </p:nvSpPr>
        <p:spPr>
          <a:xfrm>
            <a:off x="892950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Oval 3469"/>
          <p:cNvSpPr/>
          <p:nvPr/>
        </p:nvSpPr>
        <p:spPr>
          <a:xfrm>
            <a:off x="896417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1" name="Oval 3470"/>
          <p:cNvSpPr/>
          <p:nvPr/>
        </p:nvSpPr>
        <p:spPr>
          <a:xfrm>
            <a:off x="898707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2" name="Oval 3471"/>
          <p:cNvSpPr/>
          <p:nvPr/>
        </p:nvSpPr>
        <p:spPr>
          <a:xfrm>
            <a:off x="894782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Oval 3472"/>
          <p:cNvSpPr/>
          <p:nvPr/>
        </p:nvSpPr>
        <p:spPr>
          <a:xfrm>
            <a:off x="892944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4" name="Oval 3473"/>
          <p:cNvSpPr/>
          <p:nvPr/>
        </p:nvSpPr>
        <p:spPr>
          <a:xfrm>
            <a:off x="892380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5" name="Oval 3474"/>
          <p:cNvSpPr/>
          <p:nvPr/>
        </p:nvSpPr>
        <p:spPr>
          <a:xfrm>
            <a:off x="895210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Oval 3475"/>
          <p:cNvSpPr/>
          <p:nvPr/>
        </p:nvSpPr>
        <p:spPr>
          <a:xfrm>
            <a:off x="891816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7" name="Oval 3476"/>
          <p:cNvSpPr/>
          <p:nvPr/>
        </p:nvSpPr>
        <p:spPr>
          <a:xfrm>
            <a:off x="899494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8" name="Oval 3477"/>
          <p:cNvSpPr/>
          <p:nvPr/>
        </p:nvSpPr>
        <p:spPr>
          <a:xfrm>
            <a:off x="8959592" y="59497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9" name="Oval 3478"/>
          <p:cNvSpPr/>
          <p:nvPr/>
        </p:nvSpPr>
        <p:spPr>
          <a:xfrm>
            <a:off x="8963281" y="59500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0" name="Oval 3479"/>
          <p:cNvSpPr/>
          <p:nvPr/>
        </p:nvSpPr>
        <p:spPr>
          <a:xfrm>
            <a:off x="8968075" y="59522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1" name="Oval 3480"/>
          <p:cNvSpPr/>
          <p:nvPr/>
        </p:nvSpPr>
        <p:spPr>
          <a:xfrm>
            <a:off x="8936114" y="59531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2" name="Oval 3481"/>
          <p:cNvSpPr/>
          <p:nvPr/>
        </p:nvSpPr>
        <p:spPr>
          <a:xfrm>
            <a:off x="8920758" y="59535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3" name="Oval 3482"/>
          <p:cNvSpPr/>
          <p:nvPr/>
        </p:nvSpPr>
        <p:spPr>
          <a:xfrm>
            <a:off x="8951878" y="59536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4" name="Oval 3483"/>
          <p:cNvSpPr/>
          <p:nvPr/>
        </p:nvSpPr>
        <p:spPr>
          <a:xfrm>
            <a:off x="8959577" y="59577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5" name="Oval 3484"/>
          <p:cNvSpPr/>
          <p:nvPr/>
        </p:nvSpPr>
        <p:spPr>
          <a:xfrm>
            <a:off x="8976826" y="59577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6" name="Oval 3485"/>
          <p:cNvSpPr/>
          <p:nvPr/>
        </p:nvSpPr>
        <p:spPr>
          <a:xfrm>
            <a:off x="8983802" y="59588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7" name="Oval 3486"/>
          <p:cNvSpPr/>
          <p:nvPr/>
        </p:nvSpPr>
        <p:spPr>
          <a:xfrm>
            <a:off x="8943986" y="59591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8" name="Oval 3487"/>
          <p:cNvSpPr/>
          <p:nvPr/>
        </p:nvSpPr>
        <p:spPr>
          <a:xfrm>
            <a:off x="8933760" y="59601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9" name="Oval 3488"/>
          <p:cNvSpPr/>
          <p:nvPr/>
        </p:nvSpPr>
        <p:spPr>
          <a:xfrm>
            <a:off x="8957105" y="59617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0" name="Oval 3489"/>
          <p:cNvSpPr/>
          <p:nvPr/>
        </p:nvSpPr>
        <p:spPr>
          <a:xfrm>
            <a:off x="8938626" y="59634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1" name="Oval 3490"/>
          <p:cNvSpPr/>
          <p:nvPr/>
        </p:nvSpPr>
        <p:spPr>
          <a:xfrm>
            <a:off x="8927797" y="59648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2" name="Oval 3491"/>
          <p:cNvSpPr/>
          <p:nvPr/>
        </p:nvSpPr>
        <p:spPr>
          <a:xfrm>
            <a:off x="8946460" y="59662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3" name="Oval 3492"/>
          <p:cNvSpPr/>
          <p:nvPr/>
        </p:nvSpPr>
        <p:spPr>
          <a:xfrm>
            <a:off x="8931179" y="59679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4" name="Oval 3493"/>
          <p:cNvSpPr/>
          <p:nvPr/>
        </p:nvSpPr>
        <p:spPr>
          <a:xfrm>
            <a:off x="8915705" y="59681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5" name="Oval 3494"/>
          <p:cNvSpPr/>
          <p:nvPr/>
        </p:nvSpPr>
        <p:spPr>
          <a:xfrm>
            <a:off x="8964728" y="59692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6" name="Oval 3495"/>
          <p:cNvSpPr/>
          <p:nvPr/>
        </p:nvSpPr>
        <p:spPr>
          <a:xfrm>
            <a:off x="8987150" y="59703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7" name="Oval 3496"/>
          <p:cNvSpPr/>
          <p:nvPr/>
        </p:nvSpPr>
        <p:spPr>
          <a:xfrm>
            <a:off x="8942411" y="59703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8" name="Oval 3497"/>
          <p:cNvSpPr/>
          <p:nvPr/>
        </p:nvSpPr>
        <p:spPr>
          <a:xfrm>
            <a:off x="8956702" y="59712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9" name="Oval 3498"/>
          <p:cNvSpPr/>
          <p:nvPr/>
        </p:nvSpPr>
        <p:spPr>
          <a:xfrm>
            <a:off x="8949998" y="59752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0" name="Oval 3499"/>
          <p:cNvSpPr/>
          <p:nvPr/>
        </p:nvSpPr>
        <p:spPr>
          <a:xfrm>
            <a:off x="8954754" y="59754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1" name="Oval 3500"/>
          <p:cNvSpPr/>
          <p:nvPr/>
        </p:nvSpPr>
        <p:spPr>
          <a:xfrm>
            <a:off x="8942368" y="597679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2" name="Oval 3501"/>
          <p:cNvSpPr/>
          <p:nvPr/>
        </p:nvSpPr>
        <p:spPr>
          <a:xfrm>
            <a:off x="8923404" y="59771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3" name="Oval 3502"/>
          <p:cNvSpPr/>
          <p:nvPr/>
        </p:nvSpPr>
        <p:spPr>
          <a:xfrm>
            <a:off x="8947082" y="59775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4" name="Oval 3503"/>
          <p:cNvSpPr/>
          <p:nvPr/>
        </p:nvSpPr>
        <p:spPr>
          <a:xfrm>
            <a:off x="8964529" y="59782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5" name="Oval 3504"/>
          <p:cNvSpPr/>
          <p:nvPr/>
        </p:nvSpPr>
        <p:spPr>
          <a:xfrm>
            <a:off x="8956111" y="59830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6" name="Oval 3505"/>
          <p:cNvSpPr/>
          <p:nvPr/>
        </p:nvSpPr>
        <p:spPr>
          <a:xfrm>
            <a:off x="8937707" y="59845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7" name="Oval 3506"/>
          <p:cNvSpPr/>
          <p:nvPr/>
        </p:nvSpPr>
        <p:spPr>
          <a:xfrm>
            <a:off x="8982545" y="59872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8" name="Oval 3507"/>
          <p:cNvSpPr/>
          <p:nvPr/>
        </p:nvSpPr>
        <p:spPr>
          <a:xfrm>
            <a:off x="8962514" y="59877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9" name="Oval 3508"/>
          <p:cNvSpPr/>
          <p:nvPr/>
        </p:nvSpPr>
        <p:spPr>
          <a:xfrm>
            <a:off x="8918267" y="59902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0" name="Oval 3509"/>
          <p:cNvSpPr/>
          <p:nvPr/>
        </p:nvSpPr>
        <p:spPr>
          <a:xfrm>
            <a:off x="8952479" y="59907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1" name="Oval 3510"/>
          <p:cNvSpPr/>
          <p:nvPr/>
        </p:nvSpPr>
        <p:spPr>
          <a:xfrm>
            <a:off x="8954490" y="599405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2" name="Oval 3511"/>
          <p:cNvSpPr/>
          <p:nvPr/>
        </p:nvSpPr>
        <p:spPr>
          <a:xfrm>
            <a:off x="8933171" y="59951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3" name="TextBox 3512"/>
          <p:cNvSpPr txBox="1"/>
          <p:nvPr/>
        </p:nvSpPr>
        <p:spPr>
          <a:xfrm>
            <a:off x="882396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23</a:t>
            </a:r>
          </a:p>
        </p:txBody>
      </p:sp>
      <p:cxnSp>
        <p:nvCxnSpPr>
          <p:cNvPr id="3514" name="Connector 3513"/>
          <p:cNvCxnSpPr/>
          <p:nvPr/>
        </p:nvCxnSpPr>
        <p:spPr>
          <a:xfrm flipV="1">
            <a:off x="9269730" y="5467328"/>
            <a:ext cx="0" cy="54496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5" name="Connector 3514"/>
          <p:cNvCxnSpPr/>
          <p:nvPr/>
        </p:nvCxnSpPr>
        <p:spPr>
          <a:xfrm>
            <a:off x="9228868" y="6012297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6" name="Connector 3515"/>
          <p:cNvCxnSpPr/>
          <p:nvPr/>
        </p:nvCxnSpPr>
        <p:spPr>
          <a:xfrm>
            <a:off x="9228868" y="5467328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7" name="Rectangle 3516"/>
          <p:cNvSpPr/>
          <p:nvPr/>
        </p:nvSpPr>
        <p:spPr>
          <a:xfrm>
            <a:off x="9188006" y="5978117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18" name="Connector 3517"/>
          <p:cNvCxnSpPr/>
          <p:nvPr/>
        </p:nvCxnSpPr>
        <p:spPr>
          <a:xfrm>
            <a:off x="9188006" y="5951960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9" name="Oval 3518"/>
          <p:cNvSpPr/>
          <p:nvPr/>
        </p:nvSpPr>
        <p:spPr>
          <a:xfrm>
            <a:off x="9279893" y="54490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0" name="Oval 3519"/>
          <p:cNvSpPr/>
          <p:nvPr/>
        </p:nvSpPr>
        <p:spPr>
          <a:xfrm>
            <a:off x="9266673" y="54559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1" name="Oval 3520"/>
          <p:cNvSpPr/>
          <p:nvPr/>
        </p:nvSpPr>
        <p:spPr>
          <a:xfrm>
            <a:off x="9267913" y="55944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2" name="Oval 3521"/>
          <p:cNvSpPr/>
          <p:nvPr/>
        </p:nvSpPr>
        <p:spPr>
          <a:xfrm>
            <a:off x="9282694" y="56705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Oval 3522"/>
          <p:cNvSpPr/>
          <p:nvPr/>
        </p:nvSpPr>
        <p:spPr>
          <a:xfrm>
            <a:off x="9279912" y="5684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4" name="Oval 3523"/>
          <p:cNvSpPr/>
          <p:nvPr/>
        </p:nvSpPr>
        <p:spPr>
          <a:xfrm>
            <a:off x="9225827" y="5684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5" name="Oval 3524"/>
          <p:cNvSpPr/>
          <p:nvPr/>
        </p:nvSpPr>
        <p:spPr>
          <a:xfrm>
            <a:off x="9274390" y="57328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Oval 3525"/>
          <p:cNvSpPr/>
          <p:nvPr/>
        </p:nvSpPr>
        <p:spPr>
          <a:xfrm>
            <a:off x="9266215" y="57536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7" name="Oval 3526"/>
          <p:cNvSpPr/>
          <p:nvPr/>
        </p:nvSpPr>
        <p:spPr>
          <a:xfrm>
            <a:off x="9281975" y="57605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8" name="Oval 3527"/>
          <p:cNvSpPr/>
          <p:nvPr/>
        </p:nvSpPr>
        <p:spPr>
          <a:xfrm>
            <a:off x="9233427" y="5767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Oval 3528"/>
          <p:cNvSpPr/>
          <p:nvPr/>
        </p:nvSpPr>
        <p:spPr>
          <a:xfrm>
            <a:off x="9271956" y="5767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0" name="Oval 3529"/>
          <p:cNvSpPr/>
          <p:nvPr/>
        </p:nvSpPr>
        <p:spPr>
          <a:xfrm>
            <a:off x="9254176" y="5767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1" name="Oval 3530"/>
          <p:cNvSpPr/>
          <p:nvPr/>
        </p:nvSpPr>
        <p:spPr>
          <a:xfrm>
            <a:off x="9263578" y="57744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Oval 3531"/>
          <p:cNvSpPr/>
          <p:nvPr/>
        </p:nvSpPr>
        <p:spPr>
          <a:xfrm>
            <a:off x="9232493" y="57744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3" name="Oval 3532"/>
          <p:cNvSpPr/>
          <p:nvPr/>
        </p:nvSpPr>
        <p:spPr>
          <a:xfrm>
            <a:off x="9235497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4" name="Oval 3533"/>
          <p:cNvSpPr/>
          <p:nvPr/>
        </p:nvSpPr>
        <p:spPr>
          <a:xfrm>
            <a:off x="9263837" y="57882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Oval 3534"/>
          <p:cNvSpPr/>
          <p:nvPr/>
        </p:nvSpPr>
        <p:spPr>
          <a:xfrm>
            <a:off x="9283174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6" name="Oval 3535"/>
          <p:cNvSpPr/>
          <p:nvPr/>
        </p:nvSpPr>
        <p:spPr>
          <a:xfrm>
            <a:off x="9275065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7" name="Oval 3536"/>
          <p:cNvSpPr/>
          <p:nvPr/>
        </p:nvSpPr>
        <p:spPr>
          <a:xfrm>
            <a:off x="9220490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Oval 3537"/>
          <p:cNvSpPr/>
          <p:nvPr/>
        </p:nvSpPr>
        <p:spPr>
          <a:xfrm>
            <a:off x="9249447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9" name="Oval 3538"/>
          <p:cNvSpPr/>
          <p:nvPr/>
        </p:nvSpPr>
        <p:spPr>
          <a:xfrm>
            <a:off x="9244142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0" name="Oval 3539"/>
          <p:cNvSpPr/>
          <p:nvPr/>
        </p:nvSpPr>
        <p:spPr>
          <a:xfrm>
            <a:off x="9243464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Oval 3540"/>
          <p:cNvSpPr/>
          <p:nvPr/>
        </p:nvSpPr>
        <p:spPr>
          <a:xfrm>
            <a:off x="9285859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2" name="Oval 3541"/>
          <p:cNvSpPr/>
          <p:nvPr/>
        </p:nvSpPr>
        <p:spPr>
          <a:xfrm>
            <a:off x="9289607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3" name="Oval 3542"/>
          <p:cNvSpPr/>
          <p:nvPr/>
        </p:nvSpPr>
        <p:spPr>
          <a:xfrm>
            <a:off x="9243747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Oval 3543"/>
          <p:cNvSpPr/>
          <p:nvPr/>
        </p:nvSpPr>
        <p:spPr>
          <a:xfrm>
            <a:off x="9259128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5" name="Oval 3544"/>
          <p:cNvSpPr/>
          <p:nvPr/>
        </p:nvSpPr>
        <p:spPr>
          <a:xfrm>
            <a:off x="9285949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6" name="Oval 3545"/>
          <p:cNvSpPr/>
          <p:nvPr/>
        </p:nvSpPr>
        <p:spPr>
          <a:xfrm>
            <a:off x="9242162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Oval 3546"/>
          <p:cNvSpPr/>
          <p:nvPr/>
        </p:nvSpPr>
        <p:spPr>
          <a:xfrm>
            <a:off x="9268261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8" name="Oval 3547"/>
          <p:cNvSpPr/>
          <p:nvPr/>
        </p:nvSpPr>
        <p:spPr>
          <a:xfrm>
            <a:off x="9272120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9" name="Oval 3548"/>
          <p:cNvSpPr/>
          <p:nvPr/>
        </p:nvSpPr>
        <p:spPr>
          <a:xfrm>
            <a:off x="9221281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Oval 3549"/>
          <p:cNvSpPr/>
          <p:nvPr/>
        </p:nvSpPr>
        <p:spPr>
          <a:xfrm>
            <a:off x="9220034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1" name="Oval 3550"/>
          <p:cNvSpPr/>
          <p:nvPr/>
        </p:nvSpPr>
        <p:spPr>
          <a:xfrm>
            <a:off x="9223030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2" name="Oval 3551"/>
          <p:cNvSpPr/>
          <p:nvPr/>
        </p:nvSpPr>
        <p:spPr>
          <a:xfrm>
            <a:off x="9267755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Oval 3552"/>
          <p:cNvSpPr/>
          <p:nvPr/>
        </p:nvSpPr>
        <p:spPr>
          <a:xfrm>
            <a:off x="9284440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4" name="Oval 3553"/>
          <p:cNvSpPr/>
          <p:nvPr/>
        </p:nvSpPr>
        <p:spPr>
          <a:xfrm>
            <a:off x="9272190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5" name="Oval 3554"/>
          <p:cNvSpPr/>
          <p:nvPr/>
        </p:nvSpPr>
        <p:spPr>
          <a:xfrm>
            <a:off x="9220881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Oval 3555"/>
          <p:cNvSpPr/>
          <p:nvPr/>
        </p:nvSpPr>
        <p:spPr>
          <a:xfrm>
            <a:off x="9259823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7" name="Oval 3556"/>
          <p:cNvSpPr/>
          <p:nvPr/>
        </p:nvSpPr>
        <p:spPr>
          <a:xfrm>
            <a:off x="9283126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8" name="Oval 3557"/>
          <p:cNvSpPr/>
          <p:nvPr/>
        </p:nvSpPr>
        <p:spPr>
          <a:xfrm>
            <a:off x="9246774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Oval 3558"/>
          <p:cNvSpPr/>
          <p:nvPr/>
        </p:nvSpPr>
        <p:spPr>
          <a:xfrm>
            <a:off x="9237182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0" name="Oval 3559"/>
          <p:cNvSpPr/>
          <p:nvPr/>
        </p:nvSpPr>
        <p:spPr>
          <a:xfrm>
            <a:off x="9238500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1" name="Oval 3560"/>
          <p:cNvSpPr/>
          <p:nvPr/>
        </p:nvSpPr>
        <p:spPr>
          <a:xfrm>
            <a:off x="9260868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Oval 3561"/>
          <p:cNvSpPr/>
          <p:nvPr/>
        </p:nvSpPr>
        <p:spPr>
          <a:xfrm>
            <a:off x="9214467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3" name="Oval 3562"/>
          <p:cNvSpPr/>
          <p:nvPr/>
        </p:nvSpPr>
        <p:spPr>
          <a:xfrm>
            <a:off x="9234445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4" name="Oval 3563"/>
          <p:cNvSpPr/>
          <p:nvPr/>
        </p:nvSpPr>
        <p:spPr>
          <a:xfrm>
            <a:off x="9258924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Oval 3564"/>
          <p:cNvSpPr/>
          <p:nvPr/>
        </p:nvSpPr>
        <p:spPr>
          <a:xfrm>
            <a:off x="9272678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6" name="Oval 3565"/>
          <p:cNvSpPr/>
          <p:nvPr/>
        </p:nvSpPr>
        <p:spPr>
          <a:xfrm>
            <a:off x="9243283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7" name="Oval 3566"/>
          <p:cNvSpPr/>
          <p:nvPr/>
        </p:nvSpPr>
        <p:spPr>
          <a:xfrm>
            <a:off x="9277567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Oval 3567"/>
          <p:cNvSpPr/>
          <p:nvPr/>
        </p:nvSpPr>
        <p:spPr>
          <a:xfrm>
            <a:off x="9274888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9" name="Oval 3568"/>
          <p:cNvSpPr/>
          <p:nvPr/>
        </p:nvSpPr>
        <p:spPr>
          <a:xfrm>
            <a:off x="9238925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0" name="Oval 3569"/>
          <p:cNvSpPr/>
          <p:nvPr/>
        </p:nvSpPr>
        <p:spPr>
          <a:xfrm>
            <a:off x="9262386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Oval 3570"/>
          <p:cNvSpPr/>
          <p:nvPr/>
        </p:nvSpPr>
        <p:spPr>
          <a:xfrm>
            <a:off x="9234796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2" name="Oval 3571"/>
          <p:cNvSpPr/>
          <p:nvPr/>
        </p:nvSpPr>
        <p:spPr>
          <a:xfrm>
            <a:off x="9286974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3" name="Oval 3572"/>
          <p:cNvSpPr/>
          <p:nvPr/>
        </p:nvSpPr>
        <p:spPr>
          <a:xfrm>
            <a:off x="9287973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Oval 3573"/>
          <p:cNvSpPr/>
          <p:nvPr/>
        </p:nvSpPr>
        <p:spPr>
          <a:xfrm>
            <a:off x="9276335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5" name="Oval 3574"/>
          <p:cNvSpPr/>
          <p:nvPr/>
        </p:nvSpPr>
        <p:spPr>
          <a:xfrm>
            <a:off x="9221565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6" name="Oval 3575"/>
          <p:cNvSpPr/>
          <p:nvPr/>
        </p:nvSpPr>
        <p:spPr>
          <a:xfrm>
            <a:off x="9215404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Oval 3576"/>
          <p:cNvSpPr/>
          <p:nvPr/>
        </p:nvSpPr>
        <p:spPr>
          <a:xfrm>
            <a:off x="9229568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8" name="Oval 3577"/>
          <p:cNvSpPr/>
          <p:nvPr/>
        </p:nvSpPr>
        <p:spPr>
          <a:xfrm>
            <a:off x="9261166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9" name="Oval 3578"/>
          <p:cNvSpPr/>
          <p:nvPr/>
        </p:nvSpPr>
        <p:spPr>
          <a:xfrm>
            <a:off x="9266186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Oval 3579"/>
          <p:cNvSpPr/>
          <p:nvPr/>
        </p:nvSpPr>
        <p:spPr>
          <a:xfrm>
            <a:off x="9282606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1" name="Oval 3580"/>
          <p:cNvSpPr/>
          <p:nvPr/>
        </p:nvSpPr>
        <p:spPr>
          <a:xfrm>
            <a:off x="9265483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2" name="Oval 3581"/>
          <p:cNvSpPr/>
          <p:nvPr/>
        </p:nvSpPr>
        <p:spPr>
          <a:xfrm>
            <a:off x="9287066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3" name="Oval 3582"/>
          <p:cNvSpPr/>
          <p:nvPr/>
        </p:nvSpPr>
        <p:spPr>
          <a:xfrm>
            <a:off x="9259993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4" name="Oval 3583"/>
          <p:cNvSpPr/>
          <p:nvPr/>
        </p:nvSpPr>
        <p:spPr>
          <a:xfrm>
            <a:off x="9263396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5" name="Oval 3584"/>
          <p:cNvSpPr/>
          <p:nvPr/>
        </p:nvSpPr>
        <p:spPr>
          <a:xfrm>
            <a:off x="9248756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6" name="Oval 3585"/>
          <p:cNvSpPr/>
          <p:nvPr/>
        </p:nvSpPr>
        <p:spPr>
          <a:xfrm>
            <a:off x="9210987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7" name="Oval 3586"/>
          <p:cNvSpPr/>
          <p:nvPr/>
        </p:nvSpPr>
        <p:spPr>
          <a:xfrm>
            <a:off x="9271212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8" name="Oval 3587"/>
          <p:cNvSpPr/>
          <p:nvPr/>
        </p:nvSpPr>
        <p:spPr>
          <a:xfrm>
            <a:off x="9241151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9" name="Oval 3588"/>
          <p:cNvSpPr/>
          <p:nvPr/>
        </p:nvSpPr>
        <p:spPr>
          <a:xfrm>
            <a:off x="9271295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0" name="Oval 3589"/>
          <p:cNvSpPr/>
          <p:nvPr/>
        </p:nvSpPr>
        <p:spPr>
          <a:xfrm>
            <a:off x="9292058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1" name="Oval 3590"/>
          <p:cNvSpPr/>
          <p:nvPr/>
        </p:nvSpPr>
        <p:spPr>
          <a:xfrm>
            <a:off x="9254670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2" name="Oval 3591"/>
          <p:cNvSpPr/>
          <p:nvPr/>
        </p:nvSpPr>
        <p:spPr>
          <a:xfrm>
            <a:off x="9234733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3" name="Oval 3592"/>
          <p:cNvSpPr/>
          <p:nvPr/>
        </p:nvSpPr>
        <p:spPr>
          <a:xfrm>
            <a:off x="9262268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4" name="Oval 3593"/>
          <p:cNvSpPr/>
          <p:nvPr/>
        </p:nvSpPr>
        <p:spPr>
          <a:xfrm>
            <a:off x="9227947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5" name="Oval 3594"/>
          <p:cNvSpPr/>
          <p:nvPr/>
        </p:nvSpPr>
        <p:spPr>
          <a:xfrm>
            <a:off x="9266235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6" name="Oval 3595"/>
          <p:cNvSpPr/>
          <p:nvPr/>
        </p:nvSpPr>
        <p:spPr>
          <a:xfrm>
            <a:off x="9240953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7" name="Oval 3596"/>
          <p:cNvSpPr/>
          <p:nvPr/>
        </p:nvSpPr>
        <p:spPr>
          <a:xfrm>
            <a:off x="9291395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8" name="Oval 3597"/>
          <p:cNvSpPr/>
          <p:nvPr/>
        </p:nvSpPr>
        <p:spPr>
          <a:xfrm>
            <a:off x="926614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9" name="Oval 3598"/>
          <p:cNvSpPr/>
          <p:nvPr/>
        </p:nvSpPr>
        <p:spPr>
          <a:xfrm>
            <a:off x="9250155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0" name="Oval 3599"/>
          <p:cNvSpPr/>
          <p:nvPr/>
        </p:nvSpPr>
        <p:spPr>
          <a:xfrm>
            <a:off x="9212746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1" name="Oval 3600"/>
          <p:cNvSpPr/>
          <p:nvPr/>
        </p:nvSpPr>
        <p:spPr>
          <a:xfrm>
            <a:off x="9266606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2" name="Oval 3601"/>
          <p:cNvSpPr/>
          <p:nvPr/>
        </p:nvSpPr>
        <p:spPr>
          <a:xfrm>
            <a:off x="926620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3" name="Oval 3602"/>
          <p:cNvSpPr/>
          <p:nvPr/>
        </p:nvSpPr>
        <p:spPr>
          <a:xfrm>
            <a:off x="9254353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4" name="Oval 3603"/>
          <p:cNvSpPr/>
          <p:nvPr/>
        </p:nvSpPr>
        <p:spPr>
          <a:xfrm>
            <a:off x="928922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5" name="Oval 3604"/>
          <p:cNvSpPr/>
          <p:nvPr/>
        </p:nvSpPr>
        <p:spPr>
          <a:xfrm>
            <a:off x="9210926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6" name="Oval 3605"/>
          <p:cNvSpPr/>
          <p:nvPr/>
        </p:nvSpPr>
        <p:spPr>
          <a:xfrm>
            <a:off x="9246124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7" name="Oval 3606"/>
          <p:cNvSpPr/>
          <p:nvPr/>
        </p:nvSpPr>
        <p:spPr>
          <a:xfrm>
            <a:off x="9226249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8" name="Oval 3607"/>
          <p:cNvSpPr/>
          <p:nvPr/>
        </p:nvSpPr>
        <p:spPr>
          <a:xfrm>
            <a:off x="9290375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9" name="Oval 3608"/>
          <p:cNvSpPr/>
          <p:nvPr/>
        </p:nvSpPr>
        <p:spPr>
          <a:xfrm>
            <a:off x="9240997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0" name="Oval 3609"/>
          <p:cNvSpPr/>
          <p:nvPr/>
        </p:nvSpPr>
        <p:spPr>
          <a:xfrm>
            <a:off x="9258479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1" name="Oval 3610"/>
          <p:cNvSpPr/>
          <p:nvPr/>
        </p:nvSpPr>
        <p:spPr>
          <a:xfrm>
            <a:off x="9264227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2" name="Oval 3611"/>
          <p:cNvSpPr/>
          <p:nvPr/>
        </p:nvSpPr>
        <p:spPr>
          <a:xfrm>
            <a:off x="9235703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3" name="Oval 3612"/>
          <p:cNvSpPr/>
          <p:nvPr/>
        </p:nvSpPr>
        <p:spPr>
          <a:xfrm>
            <a:off x="9228942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4" name="Oval 3613"/>
          <p:cNvSpPr/>
          <p:nvPr/>
        </p:nvSpPr>
        <p:spPr>
          <a:xfrm>
            <a:off x="9283986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Oval 3614"/>
          <p:cNvSpPr/>
          <p:nvPr/>
        </p:nvSpPr>
        <p:spPr>
          <a:xfrm>
            <a:off x="9245705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6" name="Oval 3615"/>
          <p:cNvSpPr/>
          <p:nvPr/>
        </p:nvSpPr>
        <p:spPr>
          <a:xfrm>
            <a:off x="9275848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7" name="Oval 3616"/>
          <p:cNvSpPr/>
          <p:nvPr/>
        </p:nvSpPr>
        <p:spPr>
          <a:xfrm>
            <a:off x="9244583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Oval 3617"/>
          <p:cNvSpPr/>
          <p:nvPr/>
        </p:nvSpPr>
        <p:spPr>
          <a:xfrm>
            <a:off x="9287614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9" name="Oval 3618"/>
          <p:cNvSpPr/>
          <p:nvPr/>
        </p:nvSpPr>
        <p:spPr>
          <a:xfrm>
            <a:off x="9277053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0" name="Oval 3619"/>
          <p:cNvSpPr/>
          <p:nvPr/>
        </p:nvSpPr>
        <p:spPr>
          <a:xfrm>
            <a:off x="928179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Oval 3620"/>
          <p:cNvSpPr/>
          <p:nvPr/>
        </p:nvSpPr>
        <p:spPr>
          <a:xfrm>
            <a:off x="9228126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2" name="Oval 3621"/>
          <p:cNvSpPr/>
          <p:nvPr/>
        </p:nvSpPr>
        <p:spPr>
          <a:xfrm>
            <a:off x="925274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3" name="Oval 3622"/>
          <p:cNvSpPr/>
          <p:nvPr/>
        </p:nvSpPr>
        <p:spPr>
          <a:xfrm>
            <a:off x="9262068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Oval 3623"/>
          <p:cNvSpPr/>
          <p:nvPr/>
        </p:nvSpPr>
        <p:spPr>
          <a:xfrm>
            <a:off x="9282494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5" name="Oval 3624"/>
          <p:cNvSpPr/>
          <p:nvPr/>
        </p:nvSpPr>
        <p:spPr>
          <a:xfrm>
            <a:off x="9290172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6" name="Oval 3625"/>
          <p:cNvSpPr/>
          <p:nvPr/>
        </p:nvSpPr>
        <p:spPr>
          <a:xfrm>
            <a:off x="9279743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Oval 3626"/>
          <p:cNvSpPr/>
          <p:nvPr/>
        </p:nvSpPr>
        <p:spPr>
          <a:xfrm>
            <a:off x="9231396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8" name="Oval 3627"/>
          <p:cNvSpPr/>
          <p:nvPr/>
        </p:nvSpPr>
        <p:spPr>
          <a:xfrm>
            <a:off x="9285628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9" name="Oval 3628"/>
          <p:cNvSpPr/>
          <p:nvPr/>
        </p:nvSpPr>
        <p:spPr>
          <a:xfrm>
            <a:off x="9265331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Oval 3629"/>
          <p:cNvSpPr/>
          <p:nvPr/>
        </p:nvSpPr>
        <p:spPr>
          <a:xfrm>
            <a:off x="9236767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1" name="Oval 3630"/>
          <p:cNvSpPr/>
          <p:nvPr/>
        </p:nvSpPr>
        <p:spPr>
          <a:xfrm>
            <a:off x="928372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2" name="Oval 3631"/>
          <p:cNvSpPr/>
          <p:nvPr/>
        </p:nvSpPr>
        <p:spPr>
          <a:xfrm>
            <a:off x="9222309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Oval 3632"/>
          <p:cNvSpPr/>
          <p:nvPr/>
        </p:nvSpPr>
        <p:spPr>
          <a:xfrm>
            <a:off x="9226217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4" name="Oval 3633"/>
          <p:cNvSpPr/>
          <p:nvPr/>
        </p:nvSpPr>
        <p:spPr>
          <a:xfrm>
            <a:off x="9246463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5" name="Oval 3634"/>
          <p:cNvSpPr/>
          <p:nvPr/>
        </p:nvSpPr>
        <p:spPr>
          <a:xfrm>
            <a:off x="9284609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Oval 3635"/>
          <p:cNvSpPr/>
          <p:nvPr/>
        </p:nvSpPr>
        <p:spPr>
          <a:xfrm>
            <a:off x="924467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7" name="Oval 3636"/>
          <p:cNvSpPr/>
          <p:nvPr/>
        </p:nvSpPr>
        <p:spPr>
          <a:xfrm>
            <a:off x="9252039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8" name="Oval 3637"/>
          <p:cNvSpPr/>
          <p:nvPr/>
        </p:nvSpPr>
        <p:spPr>
          <a:xfrm>
            <a:off x="9222386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Oval 3638"/>
          <p:cNvSpPr/>
          <p:nvPr/>
        </p:nvSpPr>
        <p:spPr>
          <a:xfrm>
            <a:off x="923741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0" name="Oval 3639"/>
          <p:cNvSpPr/>
          <p:nvPr/>
        </p:nvSpPr>
        <p:spPr>
          <a:xfrm>
            <a:off x="9271253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1" name="Oval 3640"/>
          <p:cNvSpPr/>
          <p:nvPr/>
        </p:nvSpPr>
        <p:spPr>
          <a:xfrm>
            <a:off x="923266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Oval 3641"/>
          <p:cNvSpPr/>
          <p:nvPr/>
        </p:nvSpPr>
        <p:spPr>
          <a:xfrm>
            <a:off x="9218411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3" name="Oval 3642"/>
          <p:cNvSpPr/>
          <p:nvPr/>
        </p:nvSpPr>
        <p:spPr>
          <a:xfrm>
            <a:off x="9227473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4" name="Oval 3643"/>
          <p:cNvSpPr/>
          <p:nvPr/>
        </p:nvSpPr>
        <p:spPr>
          <a:xfrm>
            <a:off x="9227840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Oval 3644"/>
          <p:cNvSpPr/>
          <p:nvPr/>
        </p:nvSpPr>
        <p:spPr>
          <a:xfrm>
            <a:off x="925687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6" name="Oval 3645"/>
          <p:cNvSpPr/>
          <p:nvPr/>
        </p:nvSpPr>
        <p:spPr>
          <a:xfrm>
            <a:off x="9226988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7" name="Oval 3646"/>
          <p:cNvSpPr/>
          <p:nvPr/>
        </p:nvSpPr>
        <p:spPr>
          <a:xfrm>
            <a:off x="924229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Oval 3647"/>
          <p:cNvSpPr/>
          <p:nvPr/>
        </p:nvSpPr>
        <p:spPr>
          <a:xfrm>
            <a:off x="9240891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9" name="Oval 3648"/>
          <p:cNvSpPr/>
          <p:nvPr/>
        </p:nvSpPr>
        <p:spPr>
          <a:xfrm>
            <a:off x="9259201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0" name="Oval 3649"/>
          <p:cNvSpPr/>
          <p:nvPr/>
        </p:nvSpPr>
        <p:spPr>
          <a:xfrm>
            <a:off x="929070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Oval 3650"/>
          <p:cNvSpPr/>
          <p:nvPr/>
        </p:nvSpPr>
        <p:spPr>
          <a:xfrm>
            <a:off x="9247308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2" name="Oval 3651"/>
          <p:cNvSpPr/>
          <p:nvPr/>
        </p:nvSpPr>
        <p:spPr>
          <a:xfrm>
            <a:off x="924313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3" name="Oval 3652"/>
          <p:cNvSpPr/>
          <p:nvPr/>
        </p:nvSpPr>
        <p:spPr>
          <a:xfrm>
            <a:off x="922738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Oval 3653"/>
          <p:cNvSpPr/>
          <p:nvPr/>
        </p:nvSpPr>
        <p:spPr>
          <a:xfrm>
            <a:off x="9275067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5" name="Oval 3654"/>
          <p:cNvSpPr/>
          <p:nvPr/>
        </p:nvSpPr>
        <p:spPr>
          <a:xfrm>
            <a:off x="923795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6" name="Oval 3655"/>
          <p:cNvSpPr/>
          <p:nvPr/>
        </p:nvSpPr>
        <p:spPr>
          <a:xfrm>
            <a:off x="9284152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Oval 3656"/>
          <p:cNvSpPr/>
          <p:nvPr/>
        </p:nvSpPr>
        <p:spPr>
          <a:xfrm>
            <a:off x="9268092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8" name="Oval 3657"/>
          <p:cNvSpPr/>
          <p:nvPr/>
        </p:nvSpPr>
        <p:spPr>
          <a:xfrm>
            <a:off x="9218986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9" name="Oval 3658"/>
          <p:cNvSpPr/>
          <p:nvPr/>
        </p:nvSpPr>
        <p:spPr>
          <a:xfrm>
            <a:off x="926148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Oval 3659"/>
          <p:cNvSpPr/>
          <p:nvPr/>
        </p:nvSpPr>
        <p:spPr>
          <a:xfrm>
            <a:off x="925468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1" name="Oval 3660"/>
          <p:cNvSpPr/>
          <p:nvPr/>
        </p:nvSpPr>
        <p:spPr>
          <a:xfrm>
            <a:off x="9278016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2" name="Oval 3661"/>
          <p:cNvSpPr/>
          <p:nvPr/>
        </p:nvSpPr>
        <p:spPr>
          <a:xfrm>
            <a:off x="925138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Oval 3662"/>
          <p:cNvSpPr/>
          <p:nvPr/>
        </p:nvSpPr>
        <p:spPr>
          <a:xfrm>
            <a:off x="928317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4" name="Oval 3663"/>
          <p:cNvSpPr/>
          <p:nvPr/>
        </p:nvSpPr>
        <p:spPr>
          <a:xfrm>
            <a:off x="9247877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5" name="Oval 3664"/>
          <p:cNvSpPr/>
          <p:nvPr/>
        </p:nvSpPr>
        <p:spPr>
          <a:xfrm>
            <a:off x="926087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Oval 3665"/>
          <p:cNvSpPr/>
          <p:nvPr/>
        </p:nvSpPr>
        <p:spPr>
          <a:xfrm>
            <a:off x="925402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7" name="Oval 3666"/>
          <p:cNvSpPr/>
          <p:nvPr/>
        </p:nvSpPr>
        <p:spPr>
          <a:xfrm>
            <a:off x="925987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8" name="Oval 3667"/>
          <p:cNvSpPr/>
          <p:nvPr/>
        </p:nvSpPr>
        <p:spPr>
          <a:xfrm>
            <a:off x="927598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Oval 3668"/>
          <p:cNvSpPr/>
          <p:nvPr/>
        </p:nvSpPr>
        <p:spPr>
          <a:xfrm>
            <a:off x="922156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0" name="Oval 3669"/>
          <p:cNvSpPr/>
          <p:nvPr/>
        </p:nvSpPr>
        <p:spPr>
          <a:xfrm>
            <a:off x="925801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1" name="Oval 3670"/>
          <p:cNvSpPr/>
          <p:nvPr/>
        </p:nvSpPr>
        <p:spPr>
          <a:xfrm>
            <a:off x="925936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Oval 3671"/>
          <p:cNvSpPr/>
          <p:nvPr/>
        </p:nvSpPr>
        <p:spPr>
          <a:xfrm>
            <a:off x="9245115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3" name="Oval 3672"/>
          <p:cNvSpPr/>
          <p:nvPr/>
        </p:nvSpPr>
        <p:spPr>
          <a:xfrm>
            <a:off x="9272917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4" name="Oval 3673"/>
          <p:cNvSpPr/>
          <p:nvPr/>
        </p:nvSpPr>
        <p:spPr>
          <a:xfrm>
            <a:off x="9280725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5" name="Oval 3674"/>
          <p:cNvSpPr/>
          <p:nvPr/>
        </p:nvSpPr>
        <p:spPr>
          <a:xfrm>
            <a:off x="9255483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6" name="Oval 3675"/>
          <p:cNvSpPr/>
          <p:nvPr/>
        </p:nvSpPr>
        <p:spPr>
          <a:xfrm>
            <a:off x="9254588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7" name="Oval 3676"/>
          <p:cNvSpPr/>
          <p:nvPr/>
        </p:nvSpPr>
        <p:spPr>
          <a:xfrm>
            <a:off x="9233783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8" name="Oval 3677"/>
          <p:cNvSpPr/>
          <p:nvPr/>
        </p:nvSpPr>
        <p:spPr>
          <a:xfrm>
            <a:off x="9246353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9" name="Oval 3678"/>
          <p:cNvSpPr/>
          <p:nvPr/>
        </p:nvSpPr>
        <p:spPr>
          <a:xfrm>
            <a:off x="9263889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0" name="Oval 3679"/>
          <p:cNvSpPr/>
          <p:nvPr/>
        </p:nvSpPr>
        <p:spPr>
          <a:xfrm>
            <a:off x="9278822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1" name="Oval 3680"/>
          <p:cNvSpPr/>
          <p:nvPr/>
        </p:nvSpPr>
        <p:spPr>
          <a:xfrm>
            <a:off x="9246095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2" name="Oval 3681"/>
          <p:cNvSpPr/>
          <p:nvPr/>
        </p:nvSpPr>
        <p:spPr>
          <a:xfrm>
            <a:off x="9243837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3" name="Oval 3682"/>
          <p:cNvSpPr/>
          <p:nvPr/>
        </p:nvSpPr>
        <p:spPr>
          <a:xfrm>
            <a:off x="9290227" y="59475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4" name="Oval 3683"/>
          <p:cNvSpPr/>
          <p:nvPr/>
        </p:nvSpPr>
        <p:spPr>
          <a:xfrm>
            <a:off x="9276613" y="594757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5" name="Oval 3684"/>
          <p:cNvSpPr/>
          <p:nvPr/>
        </p:nvSpPr>
        <p:spPr>
          <a:xfrm>
            <a:off x="9212882" y="59478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6" name="Oval 3685"/>
          <p:cNvSpPr/>
          <p:nvPr/>
        </p:nvSpPr>
        <p:spPr>
          <a:xfrm>
            <a:off x="9276749" y="59485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7" name="Oval 3686"/>
          <p:cNvSpPr/>
          <p:nvPr/>
        </p:nvSpPr>
        <p:spPr>
          <a:xfrm>
            <a:off x="9227679" y="59492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8" name="Oval 3687"/>
          <p:cNvSpPr/>
          <p:nvPr/>
        </p:nvSpPr>
        <p:spPr>
          <a:xfrm>
            <a:off x="9240047" y="59496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9" name="Oval 3688"/>
          <p:cNvSpPr/>
          <p:nvPr/>
        </p:nvSpPr>
        <p:spPr>
          <a:xfrm>
            <a:off x="9281506" y="59498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0" name="Oval 3689"/>
          <p:cNvSpPr/>
          <p:nvPr/>
        </p:nvSpPr>
        <p:spPr>
          <a:xfrm>
            <a:off x="9282825" y="59501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1" name="Oval 3690"/>
          <p:cNvSpPr/>
          <p:nvPr/>
        </p:nvSpPr>
        <p:spPr>
          <a:xfrm>
            <a:off x="9274905" y="59510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2" name="Oval 3691"/>
          <p:cNvSpPr/>
          <p:nvPr/>
        </p:nvSpPr>
        <p:spPr>
          <a:xfrm>
            <a:off x="9292045" y="59515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3" name="Oval 3692"/>
          <p:cNvSpPr/>
          <p:nvPr/>
        </p:nvSpPr>
        <p:spPr>
          <a:xfrm>
            <a:off x="9251365" y="59521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4" name="Oval 3693"/>
          <p:cNvSpPr/>
          <p:nvPr/>
        </p:nvSpPr>
        <p:spPr>
          <a:xfrm>
            <a:off x="9224607" y="59524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5" name="Oval 3694"/>
          <p:cNvSpPr/>
          <p:nvPr/>
        </p:nvSpPr>
        <p:spPr>
          <a:xfrm>
            <a:off x="9229614" y="59526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6" name="Oval 3695"/>
          <p:cNvSpPr/>
          <p:nvPr/>
        </p:nvSpPr>
        <p:spPr>
          <a:xfrm>
            <a:off x="9260911" y="59527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7" name="Oval 3696"/>
          <p:cNvSpPr/>
          <p:nvPr/>
        </p:nvSpPr>
        <p:spPr>
          <a:xfrm>
            <a:off x="9241029" y="595330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8" name="Oval 3697"/>
          <p:cNvSpPr/>
          <p:nvPr/>
        </p:nvSpPr>
        <p:spPr>
          <a:xfrm>
            <a:off x="9271756" y="59536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9" name="Oval 3698"/>
          <p:cNvSpPr/>
          <p:nvPr/>
        </p:nvSpPr>
        <p:spPr>
          <a:xfrm>
            <a:off x="9225456" y="59543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0" name="Oval 3699"/>
          <p:cNvSpPr/>
          <p:nvPr/>
        </p:nvSpPr>
        <p:spPr>
          <a:xfrm>
            <a:off x="9262253" y="59544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1" name="Oval 3700"/>
          <p:cNvSpPr/>
          <p:nvPr/>
        </p:nvSpPr>
        <p:spPr>
          <a:xfrm>
            <a:off x="9211432" y="595498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2" name="Oval 3701"/>
          <p:cNvSpPr/>
          <p:nvPr/>
        </p:nvSpPr>
        <p:spPr>
          <a:xfrm>
            <a:off x="9221266" y="59566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3" name="Oval 3702"/>
          <p:cNvSpPr/>
          <p:nvPr/>
        </p:nvSpPr>
        <p:spPr>
          <a:xfrm>
            <a:off x="9259175" y="59570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4" name="Oval 3703"/>
          <p:cNvSpPr/>
          <p:nvPr/>
        </p:nvSpPr>
        <p:spPr>
          <a:xfrm>
            <a:off x="9211769" y="59584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5" name="Oval 3704"/>
          <p:cNvSpPr/>
          <p:nvPr/>
        </p:nvSpPr>
        <p:spPr>
          <a:xfrm>
            <a:off x="9223886" y="595871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6" name="Oval 3705"/>
          <p:cNvSpPr/>
          <p:nvPr/>
        </p:nvSpPr>
        <p:spPr>
          <a:xfrm>
            <a:off x="9269580" y="595899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Oval 3706"/>
          <p:cNvSpPr/>
          <p:nvPr/>
        </p:nvSpPr>
        <p:spPr>
          <a:xfrm>
            <a:off x="9285335" y="595907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8" name="Oval 3707"/>
          <p:cNvSpPr/>
          <p:nvPr/>
        </p:nvSpPr>
        <p:spPr>
          <a:xfrm>
            <a:off x="9290255" y="59592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9" name="Oval 3708"/>
          <p:cNvSpPr/>
          <p:nvPr/>
        </p:nvSpPr>
        <p:spPr>
          <a:xfrm>
            <a:off x="9278537" y="59597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Oval 3709"/>
          <p:cNvSpPr/>
          <p:nvPr/>
        </p:nvSpPr>
        <p:spPr>
          <a:xfrm>
            <a:off x="9252398" y="59598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1" name="Oval 3710"/>
          <p:cNvSpPr/>
          <p:nvPr/>
        </p:nvSpPr>
        <p:spPr>
          <a:xfrm>
            <a:off x="9220176" y="59599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2" name="Oval 3711"/>
          <p:cNvSpPr/>
          <p:nvPr/>
        </p:nvSpPr>
        <p:spPr>
          <a:xfrm>
            <a:off x="9260192" y="59599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Oval 3712"/>
          <p:cNvSpPr/>
          <p:nvPr/>
        </p:nvSpPr>
        <p:spPr>
          <a:xfrm>
            <a:off x="9233666" y="59609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4" name="Oval 3713"/>
          <p:cNvSpPr/>
          <p:nvPr/>
        </p:nvSpPr>
        <p:spPr>
          <a:xfrm>
            <a:off x="9286447" y="59612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5" name="Oval 3714"/>
          <p:cNvSpPr/>
          <p:nvPr/>
        </p:nvSpPr>
        <p:spPr>
          <a:xfrm>
            <a:off x="9252098" y="59614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Oval 3715"/>
          <p:cNvSpPr/>
          <p:nvPr/>
        </p:nvSpPr>
        <p:spPr>
          <a:xfrm>
            <a:off x="9237836" y="59618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7" name="Oval 3716"/>
          <p:cNvSpPr/>
          <p:nvPr/>
        </p:nvSpPr>
        <p:spPr>
          <a:xfrm>
            <a:off x="9259894" y="59619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8" name="Oval 3717"/>
          <p:cNvSpPr/>
          <p:nvPr/>
        </p:nvSpPr>
        <p:spPr>
          <a:xfrm>
            <a:off x="9280073" y="59623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Oval 3718"/>
          <p:cNvSpPr/>
          <p:nvPr/>
        </p:nvSpPr>
        <p:spPr>
          <a:xfrm>
            <a:off x="9276194" y="59632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0" name="Oval 3719"/>
          <p:cNvSpPr/>
          <p:nvPr/>
        </p:nvSpPr>
        <p:spPr>
          <a:xfrm>
            <a:off x="9279895" y="5963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1" name="Oval 3720"/>
          <p:cNvSpPr/>
          <p:nvPr/>
        </p:nvSpPr>
        <p:spPr>
          <a:xfrm>
            <a:off x="9237534" y="59643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Oval 3721"/>
          <p:cNvSpPr/>
          <p:nvPr/>
        </p:nvSpPr>
        <p:spPr>
          <a:xfrm>
            <a:off x="9214458" y="59644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3" name="Oval 3722"/>
          <p:cNvSpPr/>
          <p:nvPr/>
        </p:nvSpPr>
        <p:spPr>
          <a:xfrm>
            <a:off x="9215201" y="59647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4" name="Oval 3723"/>
          <p:cNvSpPr/>
          <p:nvPr/>
        </p:nvSpPr>
        <p:spPr>
          <a:xfrm>
            <a:off x="9254808" y="59647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Oval 3724"/>
          <p:cNvSpPr/>
          <p:nvPr/>
        </p:nvSpPr>
        <p:spPr>
          <a:xfrm>
            <a:off x="9221070" y="59648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6" name="Oval 3725"/>
          <p:cNvSpPr/>
          <p:nvPr/>
        </p:nvSpPr>
        <p:spPr>
          <a:xfrm>
            <a:off x="9281537" y="5965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7" name="Oval 3726"/>
          <p:cNvSpPr/>
          <p:nvPr/>
        </p:nvSpPr>
        <p:spPr>
          <a:xfrm>
            <a:off x="9220234" y="59668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Oval 3727"/>
          <p:cNvSpPr/>
          <p:nvPr/>
        </p:nvSpPr>
        <p:spPr>
          <a:xfrm>
            <a:off x="9266095" y="59672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9" name="Oval 3728"/>
          <p:cNvSpPr/>
          <p:nvPr/>
        </p:nvSpPr>
        <p:spPr>
          <a:xfrm>
            <a:off x="9256011" y="59685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0" name="Oval 3729"/>
          <p:cNvSpPr/>
          <p:nvPr/>
        </p:nvSpPr>
        <p:spPr>
          <a:xfrm>
            <a:off x="9284879" y="59692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Oval 3730"/>
          <p:cNvSpPr/>
          <p:nvPr/>
        </p:nvSpPr>
        <p:spPr>
          <a:xfrm>
            <a:off x="9287406" y="59694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2" name="Oval 3731"/>
          <p:cNvSpPr/>
          <p:nvPr/>
        </p:nvSpPr>
        <p:spPr>
          <a:xfrm>
            <a:off x="9219069" y="596995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3" name="Oval 3732"/>
          <p:cNvSpPr/>
          <p:nvPr/>
        </p:nvSpPr>
        <p:spPr>
          <a:xfrm>
            <a:off x="9278217" y="59700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Oval 3733"/>
          <p:cNvSpPr/>
          <p:nvPr/>
        </p:nvSpPr>
        <p:spPr>
          <a:xfrm>
            <a:off x="9258432" y="597040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5" name="Oval 3734"/>
          <p:cNvSpPr/>
          <p:nvPr/>
        </p:nvSpPr>
        <p:spPr>
          <a:xfrm>
            <a:off x="9273928" y="59705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6" name="Oval 3735"/>
          <p:cNvSpPr/>
          <p:nvPr/>
        </p:nvSpPr>
        <p:spPr>
          <a:xfrm>
            <a:off x="9277375" y="59712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Oval 3736"/>
          <p:cNvSpPr/>
          <p:nvPr/>
        </p:nvSpPr>
        <p:spPr>
          <a:xfrm>
            <a:off x="9252227" y="59713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8" name="Oval 3737"/>
          <p:cNvSpPr/>
          <p:nvPr/>
        </p:nvSpPr>
        <p:spPr>
          <a:xfrm>
            <a:off x="9218799" y="59717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9" name="Oval 3738"/>
          <p:cNvSpPr/>
          <p:nvPr/>
        </p:nvSpPr>
        <p:spPr>
          <a:xfrm>
            <a:off x="9281885" y="59718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Oval 3739"/>
          <p:cNvSpPr/>
          <p:nvPr/>
        </p:nvSpPr>
        <p:spPr>
          <a:xfrm>
            <a:off x="9291230" y="59725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1" name="Oval 3740"/>
          <p:cNvSpPr/>
          <p:nvPr/>
        </p:nvSpPr>
        <p:spPr>
          <a:xfrm>
            <a:off x="9267405" y="59731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2" name="Oval 3741"/>
          <p:cNvSpPr/>
          <p:nvPr/>
        </p:nvSpPr>
        <p:spPr>
          <a:xfrm>
            <a:off x="9245896" y="59731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Oval 3742"/>
          <p:cNvSpPr/>
          <p:nvPr/>
        </p:nvSpPr>
        <p:spPr>
          <a:xfrm>
            <a:off x="9277674" y="59743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4" name="Oval 3743"/>
          <p:cNvSpPr/>
          <p:nvPr/>
        </p:nvSpPr>
        <p:spPr>
          <a:xfrm>
            <a:off x="9263845" y="59744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5" name="Oval 3744"/>
          <p:cNvSpPr/>
          <p:nvPr/>
        </p:nvSpPr>
        <p:spPr>
          <a:xfrm>
            <a:off x="9220575" y="59754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Oval 3745"/>
          <p:cNvSpPr/>
          <p:nvPr/>
        </p:nvSpPr>
        <p:spPr>
          <a:xfrm>
            <a:off x="9252193" y="59754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7" name="Oval 3746"/>
          <p:cNvSpPr/>
          <p:nvPr/>
        </p:nvSpPr>
        <p:spPr>
          <a:xfrm>
            <a:off x="9257916" y="59756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8" name="Oval 3747"/>
          <p:cNvSpPr/>
          <p:nvPr/>
        </p:nvSpPr>
        <p:spPr>
          <a:xfrm>
            <a:off x="9254222" y="59757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Oval 3748"/>
          <p:cNvSpPr/>
          <p:nvPr/>
        </p:nvSpPr>
        <p:spPr>
          <a:xfrm>
            <a:off x="9226177" y="59758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0" name="Oval 3749"/>
          <p:cNvSpPr/>
          <p:nvPr/>
        </p:nvSpPr>
        <p:spPr>
          <a:xfrm>
            <a:off x="9281095" y="59773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1" name="Oval 3750"/>
          <p:cNvSpPr/>
          <p:nvPr/>
        </p:nvSpPr>
        <p:spPr>
          <a:xfrm>
            <a:off x="9246443" y="59775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Oval 3751"/>
          <p:cNvSpPr/>
          <p:nvPr/>
        </p:nvSpPr>
        <p:spPr>
          <a:xfrm>
            <a:off x="9280264" y="59778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3" name="Oval 3752"/>
          <p:cNvSpPr/>
          <p:nvPr/>
        </p:nvSpPr>
        <p:spPr>
          <a:xfrm>
            <a:off x="9230396" y="59779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4" name="Oval 3753"/>
          <p:cNvSpPr/>
          <p:nvPr/>
        </p:nvSpPr>
        <p:spPr>
          <a:xfrm>
            <a:off x="9276783" y="59783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Oval 3754"/>
          <p:cNvSpPr/>
          <p:nvPr/>
        </p:nvSpPr>
        <p:spPr>
          <a:xfrm>
            <a:off x="9238697" y="598042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6" name="Oval 3755"/>
          <p:cNvSpPr/>
          <p:nvPr/>
        </p:nvSpPr>
        <p:spPr>
          <a:xfrm>
            <a:off x="9277047" y="598149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7" name="Oval 3756"/>
          <p:cNvSpPr/>
          <p:nvPr/>
        </p:nvSpPr>
        <p:spPr>
          <a:xfrm>
            <a:off x="9274325" y="59818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Oval 3757"/>
          <p:cNvSpPr/>
          <p:nvPr/>
        </p:nvSpPr>
        <p:spPr>
          <a:xfrm>
            <a:off x="9224585" y="59820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9" name="Oval 3758"/>
          <p:cNvSpPr/>
          <p:nvPr/>
        </p:nvSpPr>
        <p:spPr>
          <a:xfrm>
            <a:off x="9277001" y="59834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0" name="Oval 3759"/>
          <p:cNvSpPr/>
          <p:nvPr/>
        </p:nvSpPr>
        <p:spPr>
          <a:xfrm>
            <a:off x="9286098" y="598346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Oval 3760"/>
          <p:cNvSpPr/>
          <p:nvPr/>
        </p:nvSpPr>
        <p:spPr>
          <a:xfrm>
            <a:off x="9259673" y="59835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2" name="Oval 3761"/>
          <p:cNvSpPr/>
          <p:nvPr/>
        </p:nvSpPr>
        <p:spPr>
          <a:xfrm>
            <a:off x="9226665" y="59837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3" name="Oval 3762"/>
          <p:cNvSpPr/>
          <p:nvPr/>
        </p:nvSpPr>
        <p:spPr>
          <a:xfrm>
            <a:off x="9235607" y="59839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Oval 3763"/>
          <p:cNvSpPr/>
          <p:nvPr/>
        </p:nvSpPr>
        <p:spPr>
          <a:xfrm>
            <a:off x="9221405" y="59845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5" name="Oval 3764"/>
          <p:cNvSpPr/>
          <p:nvPr/>
        </p:nvSpPr>
        <p:spPr>
          <a:xfrm>
            <a:off x="9267206" y="59856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6" name="Oval 3765"/>
          <p:cNvSpPr/>
          <p:nvPr/>
        </p:nvSpPr>
        <p:spPr>
          <a:xfrm>
            <a:off x="9276235" y="5985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7" name="Oval 3766"/>
          <p:cNvSpPr/>
          <p:nvPr/>
        </p:nvSpPr>
        <p:spPr>
          <a:xfrm>
            <a:off x="9286792" y="59884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8" name="Oval 3767"/>
          <p:cNvSpPr/>
          <p:nvPr/>
        </p:nvSpPr>
        <p:spPr>
          <a:xfrm>
            <a:off x="9212944" y="59887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9" name="Oval 3768"/>
          <p:cNvSpPr/>
          <p:nvPr/>
        </p:nvSpPr>
        <p:spPr>
          <a:xfrm>
            <a:off x="9257930" y="5990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0" name="Oval 3769"/>
          <p:cNvSpPr/>
          <p:nvPr/>
        </p:nvSpPr>
        <p:spPr>
          <a:xfrm>
            <a:off x="9230498" y="59907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1" name="Oval 3770"/>
          <p:cNvSpPr/>
          <p:nvPr/>
        </p:nvSpPr>
        <p:spPr>
          <a:xfrm>
            <a:off x="9213837" y="59921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2" name="Oval 3771"/>
          <p:cNvSpPr/>
          <p:nvPr/>
        </p:nvSpPr>
        <p:spPr>
          <a:xfrm>
            <a:off x="9247230" y="59925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3" name="Oval 3772"/>
          <p:cNvSpPr/>
          <p:nvPr/>
        </p:nvSpPr>
        <p:spPr>
          <a:xfrm>
            <a:off x="9273943" y="59940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4" name="TextBox 3773"/>
          <p:cNvSpPr txBox="1"/>
          <p:nvPr/>
        </p:nvSpPr>
        <p:spPr>
          <a:xfrm>
            <a:off x="912114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24</a:t>
            </a:r>
          </a:p>
        </p:txBody>
      </p:sp>
      <p:cxnSp>
        <p:nvCxnSpPr>
          <p:cNvPr id="3775" name="Connector 3774"/>
          <p:cNvCxnSpPr/>
          <p:nvPr/>
        </p:nvCxnSpPr>
        <p:spPr>
          <a:xfrm flipV="1">
            <a:off x="9566910" y="5785801"/>
            <a:ext cx="0" cy="221698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6" name="Connector 3775"/>
          <p:cNvCxnSpPr/>
          <p:nvPr/>
        </p:nvCxnSpPr>
        <p:spPr>
          <a:xfrm>
            <a:off x="9526048" y="6007499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7" name="Connector 3776"/>
          <p:cNvCxnSpPr/>
          <p:nvPr/>
        </p:nvCxnSpPr>
        <p:spPr>
          <a:xfrm>
            <a:off x="9526048" y="578580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8" name="Rectangle 3777"/>
          <p:cNvSpPr/>
          <p:nvPr/>
        </p:nvSpPr>
        <p:spPr>
          <a:xfrm>
            <a:off x="9485186" y="5985670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79" name="Connector 3778"/>
          <p:cNvCxnSpPr/>
          <p:nvPr/>
        </p:nvCxnSpPr>
        <p:spPr>
          <a:xfrm>
            <a:off x="9485186" y="5971955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0" name="Oval 3779"/>
          <p:cNvSpPr/>
          <p:nvPr/>
        </p:nvSpPr>
        <p:spPr>
          <a:xfrm>
            <a:off x="9534602" y="5767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1" name="Oval 3780"/>
          <p:cNvSpPr/>
          <p:nvPr/>
        </p:nvSpPr>
        <p:spPr>
          <a:xfrm>
            <a:off x="9540057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2" name="Oval 3781"/>
          <p:cNvSpPr/>
          <p:nvPr/>
        </p:nvSpPr>
        <p:spPr>
          <a:xfrm>
            <a:off x="9547301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3" name="Oval 3782"/>
          <p:cNvSpPr/>
          <p:nvPr/>
        </p:nvSpPr>
        <p:spPr>
          <a:xfrm>
            <a:off x="9512386" y="58021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4" name="Oval 3783"/>
          <p:cNvSpPr/>
          <p:nvPr/>
        </p:nvSpPr>
        <p:spPr>
          <a:xfrm>
            <a:off x="9507763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5" name="Oval 3784"/>
          <p:cNvSpPr/>
          <p:nvPr/>
        </p:nvSpPr>
        <p:spPr>
          <a:xfrm>
            <a:off x="9522004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6" name="Oval 3785"/>
          <p:cNvSpPr/>
          <p:nvPr/>
        </p:nvSpPr>
        <p:spPr>
          <a:xfrm>
            <a:off x="9553715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7" name="Oval 3786"/>
          <p:cNvSpPr/>
          <p:nvPr/>
        </p:nvSpPr>
        <p:spPr>
          <a:xfrm>
            <a:off x="9543640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8" name="Oval 3787"/>
          <p:cNvSpPr/>
          <p:nvPr/>
        </p:nvSpPr>
        <p:spPr>
          <a:xfrm>
            <a:off x="9566491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9" name="Oval 3788"/>
          <p:cNvSpPr/>
          <p:nvPr/>
        </p:nvSpPr>
        <p:spPr>
          <a:xfrm>
            <a:off x="9509244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0" name="Oval 3789"/>
          <p:cNvSpPr/>
          <p:nvPr/>
        </p:nvSpPr>
        <p:spPr>
          <a:xfrm>
            <a:off x="9508121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1" name="Oval 3790"/>
          <p:cNvSpPr/>
          <p:nvPr/>
        </p:nvSpPr>
        <p:spPr>
          <a:xfrm>
            <a:off x="9585694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2" name="Oval 3791"/>
          <p:cNvSpPr/>
          <p:nvPr/>
        </p:nvSpPr>
        <p:spPr>
          <a:xfrm>
            <a:off x="9520151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3" name="Oval 3792"/>
          <p:cNvSpPr/>
          <p:nvPr/>
        </p:nvSpPr>
        <p:spPr>
          <a:xfrm>
            <a:off x="9517579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4" name="Oval 3793"/>
          <p:cNvSpPr/>
          <p:nvPr/>
        </p:nvSpPr>
        <p:spPr>
          <a:xfrm>
            <a:off x="9564600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5" name="Oval 3794"/>
          <p:cNvSpPr/>
          <p:nvPr/>
        </p:nvSpPr>
        <p:spPr>
          <a:xfrm>
            <a:off x="9586475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6" name="Oval 3795"/>
          <p:cNvSpPr/>
          <p:nvPr/>
        </p:nvSpPr>
        <p:spPr>
          <a:xfrm>
            <a:off x="9521167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7" name="Oval 3796"/>
          <p:cNvSpPr/>
          <p:nvPr/>
        </p:nvSpPr>
        <p:spPr>
          <a:xfrm>
            <a:off x="9520295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8" name="Oval 3797"/>
          <p:cNvSpPr/>
          <p:nvPr/>
        </p:nvSpPr>
        <p:spPr>
          <a:xfrm>
            <a:off x="9571455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Oval 3798"/>
          <p:cNvSpPr/>
          <p:nvPr/>
        </p:nvSpPr>
        <p:spPr>
          <a:xfrm>
            <a:off x="9508400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0" name="Oval 3799"/>
          <p:cNvSpPr/>
          <p:nvPr/>
        </p:nvSpPr>
        <p:spPr>
          <a:xfrm>
            <a:off x="9540926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1" name="Oval 3800"/>
          <p:cNvSpPr/>
          <p:nvPr/>
        </p:nvSpPr>
        <p:spPr>
          <a:xfrm>
            <a:off x="9513027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Oval 3801"/>
          <p:cNvSpPr/>
          <p:nvPr/>
        </p:nvSpPr>
        <p:spPr>
          <a:xfrm>
            <a:off x="9572088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3" name="Oval 3802"/>
          <p:cNvSpPr/>
          <p:nvPr/>
        </p:nvSpPr>
        <p:spPr>
          <a:xfrm>
            <a:off x="9544592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4" name="Oval 3803"/>
          <p:cNvSpPr/>
          <p:nvPr/>
        </p:nvSpPr>
        <p:spPr>
          <a:xfrm>
            <a:off x="9529292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Oval 3804"/>
          <p:cNvSpPr/>
          <p:nvPr/>
        </p:nvSpPr>
        <p:spPr>
          <a:xfrm>
            <a:off x="957561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6" name="Oval 3805"/>
          <p:cNvSpPr/>
          <p:nvPr/>
        </p:nvSpPr>
        <p:spPr>
          <a:xfrm>
            <a:off x="9509773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7" name="Oval 3806"/>
          <p:cNvSpPr/>
          <p:nvPr/>
        </p:nvSpPr>
        <p:spPr>
          <a:xfrm>
            <a:off x="955370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Oval 3807"/>
          <p:cNvSpPr/>
          <p:nvPr/>
        </p:nvSpPr>
        <p:spPr>
          <a:xfrm>
            <a:off x="9577285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9" name="Oval 3808"/>
          <p:cNvSpPr/>
          <p:nvPr/>
        </p:nvSpPr>
        <p:spPr>
          <a:xfrm>
            <a:off x="952975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0" name="Oval 3809"/>
          <p:cNvSpPr/>
          <p:nvPr/>
        </p:nvSpPr>
        <p:spPr>
          <a:xfrm>
            <a:off x="9540630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Oval 3810"/>
          <p:cNvSpPr/>
          <p:nvPr/>
        </p:nvSpPr>
        <p:spPr>
          <a:xfrm>
            <a:off x="950852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2" name="Oval 3811"/>
          <p:cNvSpPr/>
          <p:nvPr/>
        </p:nvSpPr>
        <p:spPr>
          <a:xfrm>
            <a:off x="9577302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3" name="Oval 3812"/>
          <p:cNvSpPr/>
          <p:nvPr/>
        </p:nvSpPr>
        <p:spPr>
          <a:xfrm>
            <a:off x="954661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Oval 3813"/>
          <p:cNvSpPr/>
          <p:nvPr/>
        </p:nvSpPr>
        <p:spPr>
          <a:xfrm>
            <a:off x="9549506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5" name="Oval 3814"/>
          <p:cNvSpPr/>
          <p:nvPr/>
        </p:nvSpPr>
        <p:spPr>
          <a:xfrm>
            <a:off x="952173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6" name="Oval 3815"/>
          <p:cNvSpPr/>
          <p:nvPr/>
        </p:nvSpPr>
        <p:spPr>
          <a:xfrm>
            <a:off x="9531183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Oval 3816"/>
          <p:cNvSpPr/>
          <p:nvPr/>
        </p:nvSpPr>
        <p:spPr>
          <a:xfrm>
            <a:off x="9537687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8" name="Oval 3817"/>
          <p:cNvSpPr/>
          <p:nvPr/>
        </p:nvSpPr>
        <p:spPr>
          <a:xfrm>
            <a:off x="954873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9" name="Oval 3818"/>
          <p:cNvSpPr/>
          <p:nvPr/>
        </p:nvSpPr>
        <p:spPr>
          <a:xfrm>
            <a:off x="952441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Oval 3819"/>
          <p:cNvSpPr/>
          <p:nvPr/>
        </p:nvSpPr>
        <p:spPr>
          <a:xfrm>
            <a:off x="956151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1" name="Oval 3820"/>
          <p:cNvSpPr/>
          <p:nvPr/>
        </p:nvSpPr>
        <p:spPr>
          <a:xfrm>
            <a:off x="9563018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2" name="Oval 3821"/>
          <p:cNvSpPr/>
          <p:nvPr/>
        </p:nvSpPr>
        <p:spPr>
          <a:xfrm>
            <a:off x="9561900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Oval 3822"/>
          <p:cNvSpPr/>
          <p:nvPr/>
        </p:nvSpPr>
        <p:spPr>
          <a:xfrm>
            <a:off x="9575029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4" name="Oval 3823"/>
          <p:cNvSpPr/>
          <p:nvPr/>
        </p:nvSpPr>
        <p:spPr>
          <a:xfrm>
            <a:off x="9584310" y="59492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5" name="Oval 3824"/>
          <p:cNvSpPr/>
          <p:nvPr/>
        </p:nvSpPr>
        <p:spPr>
          <a:xfrm>
            <a:off x="9555061" y="59502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Oval 3825"/>
          <p:cNvSpPr/>
          <p:nvPr/>
        </p:nvSpPr>
        <p:spPr>
          <a:xfrm>
            <a:off x="9560658" y="59502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7" name="Oval 3826"/>
          <p:cNvSpPr/>
          <p:nvPr/>
        </p:nvSpPr>
        <p:spPr>
          <a:xfrm>
            <a:off x="9569655" y="59506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8" name="Oval 3827"/>
          <p:cNvSpPr/>
          <p:nvPr/>
        </p:nvSpPr>
        <p:spPr>
          <a:xfrm>
            <a:off x="9525266" y="59522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Oval 3828"/>
          <p:cNvSpPr/>
          <p:nvPr/>
        </p:nvSpPr>
        <p:spPr>
          <a:xfrm>
            <a:off x="9515381" y="59522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0" name="Oval 3829"/>
          <p:cNvSpPr/>
          <p:nvPr/>
        </p:nvSpPr>
        <p:spPr>
          <a:xfrm>
            <a:off x="9544559" y="595285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1" name="Oval 3830"/>
          <p:cNvSpPr/>
          <p:nvPr/>
        </p:nvSpPr>
        <p:spPr>
          <a:xfrm>
            <a:off x="9578771" y="59531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Oval 3831"/>
          <p:cNvSpPr/>
          <p:nvPr/>
        </p:nvSpPr>
        <p:spPr>
          <a:xfrm>
            <a:off x="9565116" y="59536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3" name="Oval 3832"/>
          <p:cNvSpPr/>
          <p:nvPr/>
        </p:nvSpPr>
        <p:spPr>
          <a:xfrm>
            <a:off x="9547731" y="59536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4" name="Oval 3833"/>
          <p:cNvSpPr/>
          <p:nvPr/>
        </p:nvSpPr>
        <p:spPr>
          <a:xfrm>
            <a:off x="9544645" y="5953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Oval 3834"/>
          <p:cNvSpPr/>
          <p:nvPr/>
        </p:nvSpPr>
        <p:spPr>
          <a:xfrm>
            <a:off x="9555032" y="595419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6" name="Oval 3835"/>
          <p:cNvSpPr/>
          <p:nvPr/>
        </p:nvSpPr>
        <p:spPr>
          <a:xfrm>
            <a:off x="9536928" y="59542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7" name="Oval 3836"/>
          <p:cNvSpPr/>
          <p:nvPr/>
        </p:nvSpPr>
        <p:spPr>
          <a:xfrm>
            <a:off x="9561140" y="59544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Oval 3837"/>
          <p:cNvSpPr/>
          <p:nvPr/>
        </p:nvSpPr>
        <p:spPr>
          <a:xfrm>
            <a:off x="9509117" y="59568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9" name="Oval 3838"/>
          <p:cNvSpPr/>
          <p:nvPr/>
        </p:nvSpPr>
        <p:spPr>
          <a:xfrm>
            <a:off x="9544487" y="59571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0" name="Oval 3839"/>
          <p:cNvSpPr/>
          <p:nvPr/>
        </p:nvSpPr>
        <p:spPr>
          <a:xfrm>
            <a:off x="9519653" y="59573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Oval 3840"/>
          <p:cNvSpPr/>
          <p:nvPr/>
        </p:nvSpPr>
        <p:spPr>
          <a:xfrm>
            <a:off x="9526135" y="5957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2" name="Oval 3841"/>
          <p:cNvSpPr/>
          <p:nvPr/>
        </p:nvSpPr>
        <p:spPr>
          <a:xfrm>
            <a:off x="9519195" y="59584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3" name="Oval 3842"/>
          <p:cNvSpPr/>
          <p:nvPr/>
        </p:nvSpPr>
        <p:spPr>
          <a:xfrm>
            <a:off x="9563711" y="59585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Oval 3843"/>
          <p:cNvSpPr/>
          <p:nvPr/>
        </p:nvSpPr>
        <p:spPr>
          <a:xfrm>
            <a:off x="9561112" y="59592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5" name="Oval 3844"/>
          <p:cNvSpPr/>
          <p:nvPr/>
        </p:nvSpPr>
        <p:spPr>
          <a:xfrm>
            <a:off x="9546128" y="59600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6" name="Oval 3845"/>
          <p:cNvSpPr/>
          <p:nvPr/>
        </p:nvSpPr>
        <p:spPr>
          <a:xfrm>
            <a:off x="9524592" y="59612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Oval 3846"/>
          <p:cNvSpPr/>
          <p:nvPr/>
        </p:nvSpPr>
        <p:spPr>
          <a:xfrm>
            <a:off x="9526707" y="596158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8" name="Oval 3847"/>
          <p:cNvSpPr/>
          <p:nvPr/>
        </p:nvSpPr>
        <p:spPr>
          <a:xfrm>
            <a:off x="9576124" y="59621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9" name="Oval 3848"/>
          <p:cNvSpPr/>
          <p:nvPr/>
        </p:nvSpPr>
        <p:spPr>
          <a:xfrm>
            <a:off x="9528273" y="59629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Oval 3849"/>
          <p:cNvSpPr/>
          <p:nvPr/>
        </p:nvSpPr>
        <p:spPr>
          <a:xfrm>
            <a:off x="9571493" y="59634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1" name="Oval 3850"/>
          <p:cNvSpPr/>
          <p:nvPr/>
        </p:nvSpPr>
        <p:spPr>
          <a:xfrm>
            <a:off x="9579195" y="59641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2" name="Oval 3851"/>
          <p:cNvSpPr/>
          <p:nvPr/>
        </p:nvSpPr>
        <p:spPr>
          <a:xfrm>
            <a:off x="9581104" y="59646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Oval 3852"/>
          <p:cNvSpPr/>
          <p:nvPr/>
        </p:nvSpPr>
        <p:spPr>
          <a:xfrm>
            <a:off x="9522331" y="59646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4" name="Oval 3853"/>
          <p:cNvSpPr/>
          <p:nvPr/>
        </p:nvSpPr>
        <p:spPr>
          <a:xfrm>
            <a:off x="9527023" y="59648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5" name="Oval 3854"/>
          <p:cNvSpPr/>
          <p:nvPr/>
        </p:nvSpPr>
        <p:spPr>
          <a:xfrm>
            <a:off x="9582574" y="5966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Oval 3855"/>
          <p:cNvSpPr/>
          <p:nvPr/>
        </p:nvSpPr>
        <p:spPr>
          <a:xfrm>
            <a:off x="9529018" y="59665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7" name="Oval 3856"/>
          <p:cNvSpPr/>
          <p:nvPr/>
        </p:nvSpPr>
        <p:spPr>
          <a:xfrm>
            <a:off x="9574358" y="59667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8" name="Oval 3857"/>
          <p:cNvSpPr/>
          <p:nvPr/>
        </p:nvSpPr>
        <p:spPr>
          <a:xfrm>
            <a:off x="9586535" y="59673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9" name="Oval 3858"/>
          <p:cNvSpPr/>
          <p:nvPr/>
        </p:nvSpPr>
        <p:spPr>
          <a:xfrm>
            <a:off x="9566813" y="59673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0" name="Oval 3859"/>
          <p:cNvSpPr/>
          <p:nvPr/>
        </p:nvSpPr>
        <p:spPr>
          <a:xfrm>
            <a:off x="9565232" y="59687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1" name="Oval 3860"/>
          <p:cNvSpPr/>
          <p:nvPr/>
        </p:nvSpPr>
        <p:spPr>
          <a:xfrm>
            <a:off x="9526419" y="59687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2" name="Oval 3861"/>
          <p:cNvSpPr/>
          <p:nvPr/>
        </p:nvSpPr>
        <p:spPr>
          <a:xfrm>
            <a:off x="9532946" y="59693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3" name="Oval 3862"/>
          <p:cNvSpPr/>
          <p:nvPr/>
        </p:nvSpPr>
        <p:spPr>
          <a:xfrm>
            <a:off x="9567541" y="596961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4" name="Oval 3863"/>
          <p:cNvSpPr/>
          <p:nvPr/>
        </p:nvSpPr>
        <p:spPr>
          <a:xfrm>
            <a:off x="9535150" y="59701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5" name="Oval 3864"/>
          <p:cNvSpPr/>
          <p:nvPr/>
        </p:nvSpPr>
        <p:spPr>
          <a:xfrm>
            <a:off x="9552780" y="59706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6" name="Oval 3865"/>
          <p:cNvSpPr/>
          <p:nvPr/>
        </p:nvSpPr>
        <p:spPr>
          <a:xfrm>
            <a:off x="9548725" y="59707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7" name="Oval 3866"/>
          <p:cNvSpPr/>
          <p:nvPr/>
        </p:nvSpPr>
        <p:spPr>
          <a:xfrm>
            <a:off x="9553391" y="59715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8" name="Oval 3867"/>
          <p:cNvSpPr/>
          <p:nvPr/>
        </p:nvSpPr>
        <p:spPr>
          <a:xfrm>
            <a:off x="9556666" y="59715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9" name="Oval 3868"/>
          <p:cNvSpPr/>
          <p:nvPr/>
        </p:nvSpPr>
        <p:spPr>
          <a:xfrm>
            <a:off x="9550075" y="597204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0" name="Oval 3869"/>
          <p:cNvSpPr/>
          <p:nvPr/>
        </p:nvSpPr>
        <p:spPr>
          <a:xfrm>
            <a:off x="9511171" y="59722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1" name="Oval 3870"/>
          <p:cNvSpPr/>
          <p:nvPr/>
        </p:nvSpPr>
        <p:spPr>
          <a:xfrm>
            <a:off x="9561812" y="59730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2" name="Oval 3871"/>
          <p:cNvSpPr/>
          <p:nvPr/>
        </p:nvSpPr>
        <p:spPr>
          <a:xfrm>
            <a:off x="9539258" y="59735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3" name="Oval 3872"/>
          <p:cNvSpPr/>
          <p:nvPr/>
        </p:nvSpPr>
        <p:spPr>
          <a:xfrm>
            <a:off x="9543407" y="59745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4" name="Oval 3873"/>
          <p:cNvSpPr/>
          <p:nvPr/>
        </p:nvSpPr>
        <p:spPr>
          <a:xfrm>
            <a:off x="9524554" y="5974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5" name="Oval 3874"/>
          <p:cNvSpPr/>
          <p:nvPr/>
        </p:nvSpPr>
        <p:spPr>
          <a:xfrm>
            <a:off x="9554435" y="597473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6" name="Oval 3875"/>
          <p:cNvSpPr/>
          <p:nvPr/>
        </p:nvSpPr>
        <p:spPr>
          <a:xfrm>
            <a:off x="9554963" y="59748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7" name="Oval 3876"/>
          <p:cNvSpPr/>
          <p:nvPr/>
        </p:nvSpPr>
        <p:spPr>
          <a:xfrm>
            <a:off x="9561810" y="59763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8" name="Oval 3877"/>
          <p:cNvSpPr/>
          <p:nvPr/>
        </p:nvSpPr>
        <p:spPr>
          <a:xfrm>
            <a:off x="9534774" y="597806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9" name="Oval 3878"/>
          <p:cNvSpPr/>
          <p:nvPr/>
        </p:nvSpPr>
        <p:spPr>
          <a:xfrm>
            <a:off x="9542737" y="59790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0" name="Oval 3879"/>
          <p:cNvSpPr/>
          <p:nvPr/>
        </p:nvSpPr>
        <p:spPr>
          <a:xfrm>
            <a:off x="9543140" y="59793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1" name="Oval 3880"/>
          <p:cNvSpPr/>
          <p:nvPr/>
        </p:nvSpPr>
        <p:spPr>
          <a:xfrm>
            <a:off x="9576191" y="598028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2" name="Oval 3881"/>
          <p:cNvSpPr/>
          <p:nvPr/>
        </p:nvSpPr>
        <p:spPr>
          <a:xfrm>
            <a:off x="9551563" y="59825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3" name="Oval 3882"/>
          <p:cNvSpPr/>
          <p:nvPr/>
        </p:nvSpPr>
        <p:spPr>
          <a:xfrm>
            <a:off x="9550796" y="59859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4" name="Oval 3883"/>
          <p:cNvSpPr/>
          <p:nvPr/>
        </p:nvSpPr>
        <p:spPr>
          <a:xfrm>
            <a:off x="9559475" y="598865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5" name="Oval 3884"/>
          <p:cNvSpPr/>
          <p:nvPr/>
        </p:nvSpPr>
        <p:spPr>
          <a:xfrm>
            <a:off x="9549643" y="598921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6" name="TextBox 3885"/>
          <p:cNvSpPr txBox="1"/>
          <p:nvPr/>
        </p:nvSpPr>
        <p:spPr>
          <a:xfrm>
            <a:off x="941832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25</a:t>
            </a:r>
          </a:p>
        </p:txBody>
      </p:sp>
      <p:cxnSp>
        <p:nvCxnSpPr>
          <p:cNvPr id="3887" name="Connector 3886"/>
          <p:cNvCxnSpPr/>
          <p:nvPr/>
        </p:nvCxnSpPr>
        <p:spPr>
          <a:xfrm flipV="1">
            <a:off x="9864090" y="5578101"/>
            <a:ext cx="0" cy="42488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8" name="Connector 3887"/>
          <p:cNvCxnSpPr/>
          <p:nvPr/>
        </p:nvCxnSpPr>
        <p:spPr>
          <a:xfrm>
            <a:off x="9823228" y="6002985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9" name="Connector 3888"/>
          <p:cNvCxnSpPr/>
          <p:nvPr/>
        </p:nvCxnSpPr>
        <p:spPr>
          <a:xfrm>
            <a:off x="9823228" y="557810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0" name="Rectangle 3889"/>
          <p:cNvSpPr/>
          <p:nvPr/>
        </p:nvSpPr>
        <p:spPr>
          <a:xfrm>
            <a:off x="9782366" y="5984444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1" name="Connector 3890"/>
          <p:cNvCxnSpPr/>
          <p:nvPr/>
        </p:nvCxnSpPr>
        <p:spPr>
          <a:xfrm>
            <a:off x="9782366" y="5958884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2" name="Oval 3891"/>
          <p:cNvSpPr/>
          <p:nvPr/>
        </p:nvSpPr>
        <p:spPr>
          <a:xfrm>
            <a:off x="9873954" y="55598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" name="Oval 3892"/>
          <p:cNvSpPr/>
          <p:nvPr/>
        </p:nvSpPr>
        <p:spPr>
          <a:xfrm>
            <a:off x="9872212" y="57328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" name="Oval 3893"/>
          <p:cNvSpPr/>
          <p:nvPr/>
        </p:nvSpPr>
        <p:spPr>
          <a:xfrm>
            <a:off x="987537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5" name="Oval 3894"/>
          <p:cNvSpPr/>
          <p:nvPr/>
        </p:nvSpPr>
        <p:spPr>
          <a:xfrm>
            <a:off x="9854405" y="59661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6" name="Oval 3895"/>
          <p:cNvSpPr/>
          <p:nvPr/>
        </p:nvSpPr>
        <p:spPr>
          <a:xfrm>
            <a:off x="9835628" y="59846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" name="TextBox 3896"/>
          <p:cNvSpPr txBox="1"/>
          <p:nvPr/>
        </p:nvSpPr>
        <p:spPr>
          <a:xfrm>
            <a:off x="971550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27</a:t>
            </a:r>
          </a:p>
        </p:txBody>
      </p:sp>
      <p:cxnSp>
        <p:nvCxnSpPr>
          <p:cNvPr id="3898" name="Connector 3897"/>
          <p:cNvCxnSpPr/>
          <p:nvPr/>
        </p:nvCxnSpPr>
        <p:spPr>
          <a:xfrm flipV="1">
            <a:off x="10161270" y="5647334"/>
            <a:ext cx="0" cy="36254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9" name="Connector 3898"/>
          <p:cNvCxnSpPr/>
          <p:nvPr/>
        </p:nvCxnSpPr>
        <p:spPr>
          <a:xfrm>
            <a:off x="10120408" y="600988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0" name="Connector 3899"/>
          <p:cNvCxnSpPr/>
          <p:nvPr/>
        </p:nvCxnSpPr>
        <p:spPr>
          <a:xfrm>
            <a:off x="10120408" y="5647334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1" name="Rectangle 3900"/>
          <p:cNvSpPr/>
          <p:nvPr/>
        </p:nvSpPr>
        <p:spPr>
          <a:xfrm>
            <a:off x="10079546" y="5987248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02" name="Connector 3901"/>
          <p:cNvCxnSpPr/>
          <p:nvPr/>
        </p:nvCxnSpPr>
        <p:spPr>
          <a:xfrm>
            <a:off x="10079546" y="5969365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3" name="Oval 3902"/>
          <p:cNvSpPr/>
          <p:nvPr/>
        </p:nvSpPr>
        <p:spPr>
          <a:xfrm>
            <a:off x="10112886" y="56290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" name="Oval 3903"/>
          <p:cNvSpPr/>
          <p:nvPr/>
        </p:nvSpPr>
        <p:spPr>
          <a:xfrm>
            <a:off x="10147564" y="56636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" name="Oval 3904"/>
          <p:cNvSpPr/>
          <p:nvPr/>
        </p:nvSpPr>
        <p:spPr>
          <a:xfrm>
            <a:off x="10136596" y="57882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6" name="Oval 3905"/>
          <p:cNvSpPr/>
          <p:nvPr/>
        </p:nvSpPr>
        <p:spPr>
          <a:xfrm>
            <a:off x="10143654" y="58021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7" name="Oval 3906"/>
          <p:cNvSpPr/>
          <p:nvPr/>
        </p:nvSpPr>
        <p:spPr>
          <a:xfrm>
            <a:off x="10113534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8" name="Oval 3907"/>
          <p:cNvSpPr/>
          <p:nvPr/>
        </p:nvSpPr>
        <p:spPr>
          <a:xfrm>
            <a:off x="10179776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9" name="Oval 3908"/>
          <p:cNvSpPr/>
          <p:nvPr/>
        </p:nvSpPr>
        <p:spPr>
          <a:xfrm>
            <a:off x="10158142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0" name="Oval 3909"/>
          <p:cNvSpPr/>
          <p:nvPr/>
        </p:nvSpPr>
        <p:spPr>
          <a:xfrm>
            <a:off x="10120384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1" name="Oval 3910"/>
          <p:cNvSpPr/>
          <p:nvPr/>
        </p:nvSpPr>
        <p:spPr>
          <a:xfrm>
            <a:off x="10159427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2" name="Oval 3911"/>
          <p:cNvSpPr/>
          <p:nvPr/>
        </p:nvSpPr>
        <p:spPr>
          <a:xfrm>
            <a:off x="10149794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3" name="Oval 3912"/>
          <p:cNvSpPr/>
          <p:nvPr/>
        </p:nvSpPr>
        <p:spPr>
          <a:xfrm>
            <a:off x="10124186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4" name="Oval 3913"/>
          <p:cNvSpPr/>
          <p:nvPr/>
        </p:nvSpPr>
        <p:spPr>
          <a:xfrm>
            <a:off x="10124435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5" name="Oval 3914"/>
          <p:cNvSpPr/>
          <p:nvPr/>
        </p:nvSpPr>
        <p:spPr>
          <a:xfrm>
            <a:off x="1017515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6" name="Oval 3915"/>
          <p:cNvSpPr/>
          <p:nvPr/>
        </p:nvSpPr>
        <p:spPr>
          <a:xfrm>
            <a:off x="1012615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7" name="Oval 3916"/>
          <p:cNvSpPr/>
          <p:nvPr/>
        </p:nvSpPr>
        <p:spPr>
          <a:xfrm>
            <a:off x="1013993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8" name="Oval 3917"/>
          <p:cNvSpPr/>
          <p:nvPr/>
        </p:nvSpPr>
        <p:spPr>
          <a:xfrm>
            <a:off x="10165244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9" name="Oval 3918"/>
          <p:cNvSpPr/>
          <p:nvPr/>
        </p:nvSpPr>
        <p:spPr>
          <a:xfrm>
            <a:off x="10151745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0" name="Oval 3919"/>
          <p:cNvSpPr/>
          <p:nvPr/>
        </p:nvSpPr>
        <p:spPr>
          <a:xfrm>
            <a:off x="10122374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1" name="Oval 3920"/>
          <p:cNvSpPr/>
          <p:nvPr/>
        </p:nvSpPr>
        <p:spPr>
          <a:xfrm>
            <a:off x="10110706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2" name="Oval 3921"/>
          <p:cNvSpPr/>
          <p:nvPr/>
        </p:nvSpPr>
        <p:spPr>
          <a:xfrm>
            <a:off x="10153818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3" name="Oval 3922"/>
          <p:cNvSpPr/>
          <p:nvPr/>
        </p:nvSpPr>
        <p:spPr>
          <a:xfrm>
            <a:off x="10119644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4" name="Oval 3923"/>
          <p:cNvSpPr/>
          <p:nvPr/>
        </p:nvSpPr>
        <p:spPr>
          <a:xfrm>
            <a:off x="1015871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5" name="Oval 3924"/>
          <p:cNvSpPr/>
          <p:nvPr/>
        </p:nvSpPr>
        <p:spPr>
          <a:xfrm>
            <a:off x="10135224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6" name="Oval 3925"/>
          <p:cNvSpPr/>
          <p:nvPr/>
        </p:nvSpPr>
        <p:spPr>
          <a:xfrm>
            <a:off x="10159772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7" name="Oval 3926"/>
          <p:cNvSpPr/>
          <p:nvPr/>
        </p:nvSpPr>
        <p:spPr>
          <a:xfrm>
            <a:off x="1017985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8" name="Oval 3927"/>
          <p:cNvSpPr/>
          <p:nvPr/>
        </p:nvSpPr>
        <p:spPr>
          <a:xfrm>
            <a:off x="1010345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9" name="Oval 3928"/>
          <p:cNvSpPr/>
          <p:nvPr/>
        </p:nvSpPr>
        <p:spPr>
          <a:xfrm>
            <a:off x="1017348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0" name="Oval 3929"/>
          <p:cNvSpPr/>
          <p:nvPr/>
        </p:nvSpPr>
        <p:spPr>
          <a:xfrm>
            <a:off x="1015760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1" name="Oval 3930"/>
          <p:cNvSpPr/>
          <p:nvPr/>
        </p:nvSpPr>
        <p:spPr>
          <a:xfrm>
            <a:off x="1016102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2" name="Oval 3931"/>
          <p:cNvSpPr/>
          <p:nvPr/>
        </p:nvSpPr>
        <p:spPr>
          <a:xfrm>
            <a:off x="10136724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3" name="Oval 3932"/>
          <p:cNvSpPr/>
          <p:nvPr/>
        </p:nvSpPr>
        <p:spPr>
          <a:xfrm>
            <a:off x="10109290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4" name="Oval 3933"/>
          <p:cNvSpPr/>
          <p:nvPr/>
        </p:nvSpPr>
        <p:spPr>
          <a:xfrm>
            <a:off x="10144709" y="59488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Oval 3934"/>
          <p:cNvSpPr/>
          <p:nvPr/>
        </p:nvSpPr>
        <p:spPr>
          <a:xfrm>
            <a:off x="10106587" y="59498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6" name="Oval 3935"/>
          <p:cNvSpPr/>
          <p:nvPr/>
        </p:nvSpPr>
        <p:spPr>
          <a:xfrm>
            <a:off x="10108025" y="59502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7" name="Oval 3936"/>
          <p:cNvSpPr/>
          <p:nvPr/>
        </p:nvSpPr>
        <p:spPr>
          <a:xfrm>
            <a:off x="10131203" y="595107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Oval 3937"/>
          <p:cNvSpPr/>
          <p:nvPr/>
        </p:nvSpPr>
        <p:spPr>
          <a:xfrm>
            <a:off x="10179984" y="59514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9" name="Oval 3938"/>
          <p:cNvSpPr/>
          <p:nvPr/>
        </p:nvSpPr>
        <p:spPr>
          <a:xfrm>
            <a:off x="10113209" y="59516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0" name="Oval 3939"/>
          <p:cNvSpPr/>
          <p:nvPr/>
        </p:nvSpPr>
        <p:spPr>
          <a:xfrm>
            <a:off x="10107545" y="59517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Oval 3940"/>
          <p:cNvSpPr/>
          <p:nvPr/>
        </p:nvSpPr>
        <p:spPr>
          <a:xfrm>
            <a:off x="10174214" y="59518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2" name="Oval 3941"/>
          <p:cNvSpPr/>
          <p:nvPr/>
        </p:nvSpPr>
        <p:spPr>
          <a:xfrm>
            <a:off x="10118383" y="59523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3" name="Oval 3942"/>
          <p:cNvSpPr/>
          <p:nvPr/>
        </p:nvSpPr>
        <p:spPr>
          <a:xfrm>
            <a:off x="10108353" y="59538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Oval 3943"/>
          <p:cNvSpPr/>
          <p:nvPr/>
        </p:nvSpPr>
        <p:spPr>
          <a:xfrm>
            <a:off x="10121279" y="59555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5" name="Oval 3944"/>
          <p:cNvSpPr/>
          <p:nvPr/>
        </p:nvSpPr>
        <p:spPr>
          <a:xfrm>
            <a:off x="10179105" y="59569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6" name="Oval 3945"/>
          <p:cNvSpPr/>
          <p:nvPr/>
        </p:nvSpPr>
        <p:spPr>
          <a:xfrm>
            <a:off x="10144886" y="59587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Oval 3946"/>
          <p:cNvSpPr/>
          <p:nvPr/>
        </p:nvSpPr>
        <p:spPr>
          <a:xfrm>
            <a:off x="10138532" y="59592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8" name="Oval 3947"/>
          <p:cNvSpPr/>
          <p:nvPr/>
        </p:nvSpPr>
        <p:spPr>
          <a:xfrm>
            <a:off x="10120066" y="595961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9" name="Oval 3948"/>
          <p:cNvSpPr/>
          <p:nvPr/>
        </p:nvSpPr>
        <p:spPr>
          <a:xfrm>
            <a:off x="10136051" y="59601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Oval 3949"/>
          <p:cNvSpPr/>
          <p:nvPr/>
        </p:nvSpPr>
        <p:spPr>
          <a:xfrm>
            <a:off x="10125683" y="59636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1" name="Oval 3950"/>
          <p:cNvSpPr/>
          <p:nvPr/>
        </p:nvSpPr>
        <p:spPr>
          <a:xfrm>
            <a:off x="10118114" y="59648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2" name="Oval 3951"/>
          <p:cNvSpPr/>
          <p:nvPr/>
        </p:nvSpPr>
        <p:spPr>
          <a:xfrm>
            <a:off x="10126439" y="59660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Oval 3952"/>
          <p:cNvSpPr/>
          <p:nvPr/>
        </p:nvSpPr>
        <p:spPr>
          <a:xfrm>
            <a:off x="10182511" y="59689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4" name="Oval 3953"/>
          <p:cNvSpPr/>
          <p:nvPr/>
        </p:nvSpPr>
        <p:spPr>
          <a:xfrm>
            <a:off x="10141154" y="596896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5" name="Oval 3954"/>
          <p:cNvSpPr/>
          <p:nvPr/>
        </p:nvSpPr>
        <p:spPr>
          <a:xfrm>
            <a:off x="10107880" y="59692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Oval 3955"/>
          <p:cNvSpPr/>
          <p:nvPr/>
        </p:nvSpPr>
        <p:spPr>
          <a:xfrm>
            <a:off x="10129236" y="59711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7" name="Oval 3956"/>
          <p:cNvSpPr/>
          <p:nvPr/>
        </p:nvSpPr>
        <p:spPr>
          <a:xfrm>
            <a:off x="10171270" y="59733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8" name="Oval 3957"/>
          <p:cNvSpPr/>
          <p:nvPr/>
        </p:nvSpPr>
        <p:spPr>
          <a:xfrm>
            <a:off x="10102164" y="59773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Oval 3958"/>
          <p:cNvSpPr/>
          <p:nvPr/>
        </p:nvSpPr>
        <p:spPr>
          <a:xfrm>
            <a:off x="10120960" y="597817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0" name="Oval 3959"/>
          <p:cNvSpPr/>
          <p:nvPr/>
        </p:nvSpPr>
        <p:spPr>
          <a:xfrm>
            <a:off x="10155990" y="59800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1" name="Oval 3960"/>
          <p:cNvSpPr/>
          <p:nvPr/>
        </p:nvSpPr>
        <p:spPr>
          <a:xfrm>
            <a:off x="10123351" y="59842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Oval 3961"/>
          <p:cNvSpPr/>
          <p:nvPr/>
        </p:nvSpPr>
        <p:spPr>
          <a:xfrm>
            <a:off x="10166305" y="59843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3" name="Oval 3962"/>
          <p:cNvSpPr/>
          <p:nvPr/>
        </p:nvSpPr>
        <p:spPr>
          <a:xfrm>
            <a:off x="10162099" y="59857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4" name="Oval 3963"/>
          <p:cNvSpPr/>
          <p:nvPr/>
        </p:nvSpPr>
        <p:spPr>
          <a:xfrm>
            <a:off x="10108923" y="59867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Oval 3964"/>
          <p:cNvSpPr/>
          <p:nvPr/>
        </p:nvSpPr>
        <p:spPr>
          <a:xfrm>
            <a:off x="10173233" y="59869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6" name="Oval 3965"/>
          <p:cNvSpPr/>
          <p:nvPr/>
        </p:nvSpPr>
        <p:spPr>
          <a:xfrm>
            <a:off x="10178959" y="59873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7" name="Oval 3966"/>
          <p:cNvSpPr/>
          <p:nvPr/>
        </p:nvSpPr>
        <p:spPr>
          <a:xfrm>
            <a:off x="10110298" y="59882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Oval 3967"/>
          <p:cNvSpPr/>
          <p:nvPr/>
        </p:nvSpPr>
        <p:spPr>
          <a:xfrm>
            <a:off x="10167769" y="59894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9" name="Oval 3968"/>
          <p:cNvSpPr/>
          <p:nvPr/>
        </p:nvSpPr>
        <p:spPr>
          <a:xfrm>
            <a:off x="10158357" y="59896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0" name="Oval 3969"/>
          <p:cNvSpPr/>
          <p:nvPr/>
        </p:nvSpPr>
        <p:spPr>
          <a:xfrm>
            <a:off x="10179956" y="59905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Oval 3970"/>
          <p:cNvSpPr/>
          <p:nvPr/>
        </p:nvSpPr>
        <p:spPr>
          <a:xfrm>
            <a:off x="10114953" y="599159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2" name="TextBox 3971"/>
          <p:cNvSpPr txBox="1"/>
          <p:nvPr/>
        </p:nvSpPr>
        <p:spPr>
          <a:xfrm>
            <a:off x="1001268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30</a:t>
            </a:r>
          </a:p>
        </p:txBody>
      </p:sp>
      <p:cxnSp>
        <p:nvCxnSpPr>
          <p:cNvPr id="3973" name="Connector 3972"/>
          <p:cNvCxnSpPr/>
          <p:nvPr/>
        </p:nvCxnSpPr>
        <p:spPr>
          <a:xfrm flipV="1">
            <a:off x="10458450" y="5778877"/>
            <a:ext cx="0" cy="23955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4" name="Connector 3973"/>
          <p:cNvCxnSpPr/>
          <p:nvPr/>
        </p:nvCxnSpPr>
        <p:spPr>
          <a:xfrm>
            <a:off x="10417588" y="601843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5" name="Connector 3974"/>
          <p:cNvCxnSpPr/>
          <p:nvPr/>
        </p:nvCxnSpPr>
        <p:spPr>
          <a:xfrm>
            <a:off x="10417588" y="5778877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6" name="Rectangle 3975"/>
          <p:cNvSpPr/>
          <p:nvPr/>
        </p:nvSpPr>
        <p:spPr>
          <a:xfrm>
            <a:off x="10376726" y="5996359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77" name="Connector 3976"/>
          <p:cNvCxnSpPr/>
          <p:nvPr/>
        </p:nvCxnSpPr>
        <p:spPr>
          <a:xfrm>
            <a:off x="10376726" y="5983773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8" name="Oval 3977"/>
          <p:cNvSpPr/>
          <p:nvPr/>
        </p:nvSpPr>
        <p:spPr>
          <a:xfrm>
            <a:off x="10444260" y="57605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9" name="Oval 3978"/>
          <p:cNvSpPr/>
          <p:nvPr/>
        </p:nvSpPr>
        <p:spPr>
          <a:xfrm>
            <a:off x="10401329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Oval 3979"/>
          <p:cNvSpPr/>
          <p:nvPr/>
        </p:nvSpPr>
        <p:spPr>
          <a:xfrm>
            <a:off x="10442588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1" name="Oval 3980"/>
          <p:cNvSpPr/>
          <p:nvPr/>
        </p:nvSpPr>
        <p:spPr>
          <a:xfrm>
            <a:off x="10464630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2" name="Oval 3981"/>
          <p:cNvSpPr/>
          <p:nvPr/>
        </p:nvSpPr>
        <p:spPr>
          <a:xfrm>
            <a:off x="10429559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Oval 3982"/>
          <p:cNvSpPr/>
          <p:nvPr/>
        </p:nvSpPr>
        <p:spPr>
          <a:xfrm>
            <a:off x="10418243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4" name="Oval 3983"/>
          <p:cNvSpPr/>
          <p:nvPr/>
        </p:nvSpPr>
        <p:spPr>
          <a:xfrm>
            <a:off x="1044543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5" name="Oval 3984"/>
          <p:cNvSpPr/>
          <p:nvPr/>
        </p:nvSpPr>
        <p:spPr>
          <a:xfrm>
            <a:off x="10426113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Oval 3985"/>
          <p:cNvSpPr/>
          <p:nvPr/>
        </p:nvSpPr>
        <p:spPr>
          <a:xfrm>
            <a:off x="1043626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7" name="Oval 3986"/>
          <p:cNvSpPr/>
          <p:nvPr/>
        </p:nvSpPr>
        <p:spPr>
          <a:xfrm>
            <a:off x="1047406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8" name="Oval 3987"/>
          <p:cNvSpPr/>
          <p:nvPr/>
        </p:nvSpPr>
        <p:spPr>
          <a:xfrm>
            <a:off x="10472266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Oval 3988"/>
          <p:cNvSpPr/>
          <p:nvPr/>
        </p:nvSpPr>
        <p:spPr>
          <a:xfrm>
            <a:off x="10437603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0" name="Oval 3989"/>
          <p:cNvSpPr/>
          <p:nvPr/>
        </p:nvSpPr>
        <p:spPr>
          <a:xfrm>
            <a:off x="10420714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1" name="Oval 3990"/>
          <p:cNvSpPr/>
          <p:nvPr/>
        </p:nvSpPr>
        <p:spPr>
          <a:xfrm>
            <a:off x="10443093" y="59478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Oval 3991"/>
          <p:cNvSpPr/>
          <p:nvPr/>
        </p:nvSpPr>
        <p:spPr>
          <a:xfrm>
            <a:off x="10455357" y="59508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3" name="Oval 3992"/>
          <p:cNvSpPr/>
          <p:nvPr/>
        </p:nvSpPr>
        <p:spPr>
          <a:xfrm>
            <a:off x="10450667" y="59518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4" name="Oval 3993"/>
          <p:cNvSpPr/>
          <p:nvPr/>
        </p:nvSpPr>
        <p:spPr>
          <a:xfrm>
            <a:off x="10419225" y="59524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5" name="Oval 3994"/>
          <p:cNvSpPr/>
          <p:nvPr/>
        </p:nvSpPr>
        <p:spPr>
          <a:xfrm>
            <a:off x="10443516" y="59549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6" name="Oval 3995"/>
          <p:cNvSpPr/>
          <p:nvPr/>
        </p:nvSpPr>
        <p:spPr>
          <a:xfrm>
            <a:off x="10419055" y="59553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7" name="Oval 3996"/>
          <p:cNvSpPr/>
          <p:nvPr/>
        </p:nvSpPr>
        <p:spPr>
          <a:xfrm>
            <a:off x="10415812" y="59617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8" name="Oval 3997"/>
          <p:cNvSpPr/>
          <p:nvPr/>
        </p:nvSpPr>
        <p:spPr>
          <a:xfrm>
            <a:off x="10459858" y="5962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9" name="Oval 3998"/>
          <p:cNvSpPr/>
          <p:nvPr/>
        </p:nvSpPr>
        <p:spPr>
          <a:xfrm>
            <a:off x="10459171" y="59647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0" name="Oval 3999"/>
          <p:cNvSpPr/>
          <p:nvPr/>
        </p:nvSpPr>
        <p:spPr>
          <a:xfrm>
            <a:off x="10401711" y="596548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1" name="Oval 4000"/>
          <p:cNvSpPr/>
          <p:nvPr/>
        </p:nvSpPr>
        <p:spPr>
          <a:xfrm>
            <a:off x="10420135" y="59657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2" name="Oval 4001"/>
          <p:cNvSpPr/>
          <p:nvPr/>
        </p:nvSpPr>
        <p:spPr>
          <a:xfrm>
            <a:off x="10477082" y="59660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3" name="Oval 4002"/>
          <p:cNvSpPr/>
          <p:nvPr/>
        </p:nvSpPr>
        <p:spPr>
          <a:xfrm>
            <a:off x="10412805" y="59663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4" name="Oval 4003"/>
          <p:cNvSpPr/>
          <p:nvPr/>
        </p:nvSpPr>
        <p:spPr>
          <a:xfrm>
            <a:off x="10420295" y="596734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5" name="Oval 4004"/>
          <p:cNvSpPr/>
          <p:nvPr/>
        </p:nvSpPr>
        <p:spPr>
          <a:xfrm>
            <a:off x="10464813" y="59677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6" name="Oval 4005"/>
          <p:cNvSpPr/>
          <p:nvPr/>
        </p:nvSpPr>
        <p:spPr>
          <a:xfrm>
            <a:off x="10432600" y="59715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7" name="Oval 4006"/>
          <p:cNvSpPr/>
          <p:nvPr/>
        </p:nvSpPr>
        <p:spPr>
          <a:xfrm>
            <a:off x="10453016" y="59727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8" name="Oval 4007"/>
          <p:cNvSpPr/>
          <p:nvPr/>
        </p:nvSpPr>
        <p:spPr>
          <a:xfrm>
            <a:off x="10399545" y="59732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9" name="Oval 4008"/>
          <p:cNvSpPr/>
          <p:nvPr/>
        </p:nvSpPr>
        <p:spPr>
          <a:xfrm>
            <a:off x="10408850" y="59761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0" name="Oval 4009"/>
          <p:cNvSpPr/>
          <p:nvPr/>
        </p:nvSpPr>
        <p:spPr>
          <a:xfrm>
            <a:off x="10426511" y="59773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1" name="Oval 4010"/>
          <p:cNvSpPr/>
          <p:nvPr/>
        </p:nvSpPr>
        <p:spPr>
          <a:xfrm>
            <a:off x="10476027" y="59780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2" name="Oval 4011"/>
          <p:cNvSpPr/>
          <p:nvPr/>
        </p:nvSpPr>
        <p:spPr>
          <a:xfrm>
            <a:off x="10415660" y="59810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3" name="Oval 4012"/>
          <p:cNvSpPr/>
          <p:nvPr/>
        </p:nvSpPr>
        <p:spPr>
          <a:xfrm>
            <a:off x="10436304" y="59811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4" name="Oval 4013"/>
          <p:cNvSpPr/>
          <p:nvPr/>
        </p:nvSpPr>
        <p:spPr>
          <a:xfrm>
            <a:off x="10477160" y="59837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5" name="Oval 4014"/>
          <p:cNvSpPr/>
          <p:nvPr/>
        </p:nvSpPr>
        <p:spPr>
          <a:xfrm>
            <a:off x="10469180" y="59859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6" name="Oval 4015"/>
          <p:cNvSpPr/>
          <p:nvPr/>
        </p:nvSpPr>
        <p:spPr>
          <a:xfrm>
            <a:off x="10422198" y="5987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7" name="Oval 4016"/>
          <p:cNvSpPr/>
          <p:nvPr/>
        </p:nvSpPr>
        <p:spPr>
          <a:xfrm>
            <a:off x="10471793" y="59887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8" name="Oval 4017"/>
          <p:cNvSpPr/>
          <p:nvPr/>
        </p:nvSpPr>
        <p:spPr>
          <a:xfrm>
            <a:off x="10454509" y="59889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9" name="Oval 4018"/>
          <p:cNvSpPr/>
          <p:nvPr/>
        </p:nvSpPr>
        <p:spPr>
          <a:xfrm>
            <a:off x="10456916" y="59915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0" name="Oval 4019"/>
          <p:cNvSpPr/>
          <p:nvPr/>
        </p:nvSpPr>
        <p:spPr>
          <a:xfrm>
            <a:off x="10454928" y="59924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1" name="Oval 4020"/>
          <p:cNvSpPr/>
          <p:nvPr/>
        </p:nvSpPr>
        <p:spPr>
          <a:xfrm>
            <a:off x="10468883" y="59950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2" name="Oval 4021"/>
          <p:cNvSpPr/>
          <p:nvPr/>
        </p:nvSpPr>
        <p:spPr>
          <a:xfrm>
            <a:off x="10471532" y="60001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3" name="TextBox 4022"/>
          <p:cNvSpPr txBox="1"/>
          <p:nvPr/>
        </p:nvSpPr>
        <p:spPr>
          <a:xfrm>
            <a:off x="1030986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31</a:t>
            </a:r>
          </a:p>
        </p:txBody>
      </p:sp>
      <p:cxnSp>
        <p:nvCxnSpPr>
          <p:cNvPr id="4024" name="Connector 4023"/>
          <p:cNvCxnSpPr/>
          <p:nvPr/>
        </p:nvCxnSpPr>
        <p:spPr>
          <a:xfrm flipV="1">
            <a:off x="10755630" y="5425788"/>
            <a:ext cx="0" cy="58786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5" name="Connector 4024"/>
          <p:cNvCxnSpPr/>
          <p:nvPr/>
        </p:nvCxnSpPr>
        <p:spPr>
          <a:xfrm>
            <a:off x="10714768" y="6013654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6" name="Connector 4025"/>
          <p:cNvCxnSpPr/>
          <p:nvPr/>
        </p:nvCxnSpPr>
        <p:spPr>
          <a:xfrm>
            <a:off x="10714768" y="5425788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7" name="Rectangle 4026"/>
          <p:cNvSpPr/>
          <p:nvPr/>
        </p:nvSpPr>
        <p:spPr>
          <a:xfrm>
            <a:off x="10673906" y="5980734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28" name="Connector 4027"/>
          <p:cNvCxnSpPr/>
          <p:nvPr/>
        </p:nvCxnSpPr>
        <p:spPr>
          <a:xfrm>
            <a:off x="10673906" y="5965807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9" name="Oval 4028"/>
          <p:cNvSpPr/>
          <p:nvPr/>
        </p:nvSpPr>
        <p:spPr>
          <a:xfrm>
            <a:off x="10730681" y="540750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0" name="Oval 4029"/>
          <p:cNvSpPr/>
          <p:nvPr/>
        </p:nvSpPr>
        <p:spPr>
          <a:xfrm>
            <a:off x="10704972" y="54559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1" name="Oval 4030"/>
          <p:cNvSpPr/>
          <p:nvPr/>
        </p:nvSpPr>
        <p:spPr>
          <a:xfrm>
            <a:off x="10711353" y="561520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2" name="Oval 4031"/>
          <p:cNvSpPr/>
          <p:nvPr/>
        </p:nvSpPr>
        <p:spPr>
          <a:xfrm>
            <a:off x="10720559" y="5684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3" name="Oval 4032"/>
          <p:cNvSpPr/>
          <p:nvPr/>
        </p:nvSpPr>
        <p:spPr>
          <a:xfrm>
            <a:off x="10746735" y="57328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4" name="Oval 4033"/>
          <p:cNvSpPr/>
          <p:nvPr/>
        </p:nvSpPr>
        <p:spPr>
          <a:xfrm>
            <a:off x="10699245" y="57328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5" name="Oval 4034"/>
          <p:cNvSpPr/>
          <p:nvPr/>
        </p:nvSpPr>
        <p:spPr>
          <a:xfrm>
            <a:off x="10716212" y="57467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6" name="Oval 4035"/>
          <p:cNvSpPr/>
          <p:nvPr/>
        </p:nvSpPr>
        <p:spPr>
          <a:xfrm>
            <a:off x="10698236" y="57605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7" name="Oval 4036"/>
          <p:cNvSpPr/>
          <p:nvPr/>
        </p:nvSpPr>
        <p:spPr>
          <a:xfrm>
            <a:off x="10740864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8" name="Oval 4037"/>
          <p:cNvSpPr/>
          <p:nvPr/>
        </p:nvSpPr>
        <p:spPr>
          <a:xfrm>
            <a:off x="10728166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9" name="Oval 4038"/>
          <p:cNvSpPr/>
          <p:nvPr/>
        </p:nvSpPr>
        <p:spPr>
          <a:xfrm>
            <a:off x="10728437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0" name="Oval 4039"/>
          <p:cNvSpPr/>
          <p:nvPr/>
        </p:nvSpPr>
        <p:spPr>
          <a:xfrm>
            <a:off x="10747221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1" name="Oval 4040"/>
          <p:cNvSpPr/>
          <p:nvPr/>
        </p:nvSpPr>
        <p:spPr>
          <a:xfrm>
            <a:off x="10766613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2" name="Oval 4041"/>
          <p:cNvSpPr/>
          <p:nvPr/>
        </p:nvSpPr>
        <p:spPr>
          <a:xfrm>
            <a:off x="10743591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3" name="Oval 4042"/>
          <p:cNvSpPr/>
          <p:nvPr/>
        </p:nvSpPr>
        <p:spPr>
          <a:xfrm>
            <a:off x="10722107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4" name="Oval 4043"/>
          <p:cNvSpPr/>
          <p:nvPr/>
        </p:nvSpPr>
        <p:spPr>
          <a:xfrm>
            <a:off x="10719140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5" name="Oval 4044"/>
          <p:cNvSpPr/>
          <p:nvPr/>
        </p:nvSpPr>
        <p:spPr>
          <a:xfrm>
            <a:off x="10770063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6" name="Oval 4045"/>
          <p:cNvSpPr/>
          <p:nvPr/>
        </p:nvSpPr>
        <p:spPr>
          <a:xfrm>
            <a:off x="10733691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7" name="Oval 4046"/>
          <p:cNvSpPr/>
          <p:nvPr/>
        </p:nvSpPr>
        <p:spPr>
          <a:xfrm>
            <a:off x="10708737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8" name="Oval 4047"/>
          <p:cNvSpPr/>
          <p:nvPr/>
        </p:nvSpPr>
        <p:spPr>
          <a:xfrm>
            <a:off x="10748824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9" name="Oval 4048"/>
          <p:cNvSpPr/>
          <p:nvPr/>
        </p:nvSpPr>
        <p:spPr>
          <a:xfrm>
            <a:off x="10740442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0" name="Oval 4049"/>
          <p:cNvSpPr/>
          <p:nvPr/>
        </p:nvSpPr>
        <p:spPr>
          <a:xfrm>
            <a:off x="10758854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1" name="Oval 4050"/>
          <p:cNvSpPr/>
          <p:nvPr/>
        </p:nvSpPr>
        <p:spPr>
          <a:xfrm>
            <a:off x="10776974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2" name="Oval 4051"/>
          <p:cNvSpPr/>
          <p:nvPr/>
        </p:nvSpPr>
        <p:spPr>
          <a:xfrm>
            <a:off x="10723902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3" name="Oval 4052"/>
          <p:cNvSpPr/>
          <p:nvPr/>
        </p:nvSpPr>
        <p:spPr>
          <a:xfrm>
            <a:off x="10742982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4" name="Oval 4053"/>
          <p:cNvSpPr/>
          <p:nvPr/>
        </p:nvSpPr>
        <p:spPr>
          <a:xfrm>
            <a:off x="10731516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5" name="Oval 4054"/>
          <p:cNvSpPr/>
          <p:nvPr/>
        </p:nvSpPr>
        <p:spPr>
          <a:xfrm>
            <a:off x="10742128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6" name="Oval 4055"/>
          <p:cNvSpPr/>
          <p:nvPr/>
        </p:nvSpPr>
        <p:spPr>
          <a:xfrm>
            <a:off x="10735117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7" name="Oval 4056"/>
          <p:cNvSpPr/>
          <p:nvPr/>
        </p:nvSpPr>
        <p:spPr>
          <a:xfrm>
            <a:off x="10750307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8" name="Oval 4057"/>
          <p:cNvSpPr/>
          <p:nvPr/>
        </p:nvSpPr>
        <p:spPr>
          <a:xfrm>
            <a:off x="10710885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9" name="Oval 4058"/>
          <p:cNvSpPr/>
          <p:nvPr/>
        </p:nvSpPr>
        <p:spPr>
          <a:xfrm>
            <a:off x="1073737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0" name="Oval 4059"/>
          <p:cNvSpPr/>
          <p:nvPr/>
        </p:nvSpPr>
        <p:spPr>
          <a:xfrm>
            <a:off x="1076127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1" name="Oval 4060"/>
          <p:cNvSpPr/>
          <p:nvPr/>
        </p:nvSpPr>
        <p:spPr>
          <a:xfrm>
            <a:off x="10707117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2" name="Oval 4061"/>
          <p:cNvSpPr/>
          <p:nvPr/>
        </p:nvSpPr>
        <p:spPr>
          <a:xfrm>
            <a:off x="10696522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3" name="Oval 4062"/>
          <p:cNvSpPr/>
          <p:nvPr/>
        </p:nvSpPr>
        <p:spPr>
          <a:xfrm>
            <a:off x="10777394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4" name="Oval 4063"/>
          <p:cNvSpPr/>
          <p:nvPr/>
        </p:nvSpPr>
        <p:spPr>
          <a:xfrm>
            <a:off x="1075595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5" name="Oval 4064"/>
          <p:cNvSpPr/>
          <p:nvPr/>
        </p:nvSpPr>
        <p:spPr>
          <a:xfrm>
            <a:off x="10757306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6" name="Oval 4065"/>
          <p:cNvSpPr/>
          <p:nvPr/>
        </p:nvSpPr>
        <p:spPr>
          <a:xfrm>
            <a:off x="10764563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7" name="Oval 4066"/>
          <p:cNvSpPr/>
          <p:nvPr/>
        </p:nvSpPr>
        <p:spPr>
          <a:xfrm>
            <a:off x="10708558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8" name="Oval 4067"/>
          <p:cNvSpPr/>
          <p:nvPr/>
        </p:nvSpPr>
        <p:spPr>
          <a:xfrm>
            <a:off x="1071250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9" name="Oval 4068"/>
          <p:cNvSpPr/>
          <p:nvPr/>
        </p:nvSpPr>
        <p:spPr>
          <a:xfrm>
            <a:off x="10763935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0" name="Oval 4069"/>
          <p:cNvSpPr/>
          <p:nvPr/>
        </p:nvSpPr>
        <p:spPr>
          <a:xfrm>
            <a:off x="10736836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1" name="Oval 4070"/>
          <p:cNvSpPr/>
          <p:nvPr/>
        </p:nvSpPr>
        <p:spPr>
          <a:xfrm>
            <a:off x="10746616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2" name="Oval 4071"/>
          <p:cNvSpPr/>
          <p:nvPr/>
        </p:nvSpPr>
        <p:spPr>
          <a:xfrm>
            <a:off x="10720274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3" name="Oval 4072"/>
          <p:cNvSpPr/>
          <p:nvPr/>
        </p:nvSpPr>
        <p:spPr>
          <a:xfrm>
            <a:off x="1070049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4" name="Oval 4073"/>
          <p:cNvSpPr/>
          <p:nvPr/>
        </p:nvSpPr>
        <p:spPr>
          <a:xfrm>
            <a:off x="10773318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5" name="Oval 4074"/>
          <p:cNvSpPr/>
          <p:nvPr/>
        </p:nvSpPr>
        <p:spPr>
          <a:xfrm>
            <a:off x="10704991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6" name="Oval 4075"/>
          <p:cNvSpPr/>
          <p:nvPr/>
        </p:nvSpPr>
        <p:spPr>
          <a:xfrm>
            <a:off x="10720148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7" name="Oval 4076"/>
          <p:cNvSpPr/>
          <p:nvPr/>
        </p:nvSpPr>
        <p:spPr>
          <a:xfrm>
            <a:off x="10715109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8" name="Oval 4077"/>
          <p:cNvSpPr/>
          <p:nvPr/>
        </p:nvSpPr>
        <p:spPr>
          <a:xfrm>
            <a:off x="10712723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9" name="Oval 4078"/>
          <p:cNvSpPr/>
          <p:nvPr/>
        </p:nvSpPr>
        <p:spPr>
          <a:xfrm>
            <a:off x="10724640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0" name="Oval 4079"/>
          <p:cNvSpPr/>
          <p:nvPr/>
        </p:nvSpPr>
        <p:spPr>
          <a:xfrm>
            <a:off x="1070519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1" name="Oval 4080"/>
          <p:cNvSpPr/>
          <p:nvPr/>
        </p:nvSpPr>
        <p:spPr>
          <a:xfrm>
            <a:off x="10714283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2" name="Oval 4081"/>
          <p:cNvSpPr/>
          <p:nvPr/>
        </p:nvSpPr>
        <p:spPr>
          <a:xfrm>
            <a:off x="10776820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3" name="Oval 4082"/>
          <p:cNvSpPr/>
          <p:nvPr/>
        </p:nvSpPr>
        <p:spPr>
          <a:xfrm>
            <a:off x="10708857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4" name="Oval 4083"/>
          <p:cNvSpPr/>
          <p:nvPr/>
        </p:nvSpPr>
        <p:spPr>
          <a:xfrm>
            <a:off x="10727276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5" name="Oval 4084"/>
          <p:cNvSpPr/>
          <p:nvPr/>
        </p:nvSpPr>
        <p:spPr>
          <a:xfrm>
            <a:off x="10738656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6" name="Oval 4085"/>
          <p:cNvSpPr/>
          <p:nvPr/>
        </p:nvSpPr>
        <p:spPr>
          <a:xfrm>
            <a:off x="1072750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7" name="Oval 4086"/>
          <p:cNvSpPr/>
          <p:nvPr/>
        </p:nvSpPr>
        <p:spPr>
          <a:xfrm>
            <a:off x="1077713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8" name="Oval 4087"/>
          <p:cNvSpPr/>
          <p:nvPr/>
        </p:nvSpPr>
        <p:spPr>
          <a:xfrm>
            <a:off x="1070497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9" name="Oval 4088"/>
          <p:cNvSpPr/>
          <p:nvPr/>
        </p:nvSpPr>
        <p:spPr>
          <a:xfrm>
            <a:off x="10726047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0" name="Oval 4089"/>
          <p:cNvSpPr/>
          <p:nvPr/>
        </p:nvSpPr>
        <p:spPr>
          <a:xfrm>
            <a:off x="10749230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1" name="Oval 4090"/>
          <p:cNvSpPr/>
          <p:nvPr/>
        </p:nvSpPr>
        <p:spPr>
          <a:xfrm>
            <a:off x="10757755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2" name="Oval 4091"/>
          <p:cNvSpPr/>
          <p:nvPr/>
        </p:nvSpPr>
        <p:spPr>
          <a:xfrm>
            <a:off x="10725244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3" name="Oval 4092"/>
          <p:cNvSpPr/>
          <p:nvPr/>
        </p:nvSpPr>
        <p:spPr>
          <a:xfrm>
            <a:off x="10714559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4" name="Oval 4093"/>
          <p:cNvSpPr/>
          <p:nvPr/>
        </p:nvSpPr>
        <p:spPr>
          <a:xfrm>
            <a:off x="10702915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5" name="Oval 4094"/>
          <p:cNvSpPr/>
          <p:nvPr/>
        </p:nvSpPr>
        <p:spPr>
          <a:xfrm>
            <a:off x="10702345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6" name="Oval 4095"/>
          <p:cNvSpPr/>
          <p:nvPr/>
        </p:nvSpPr>
        <p:spPr>
          <a:xfrm>
            <a:off x="10753076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7" name="Oval 4096"/>
          <p:cNvSpPr/>
          <p:nvPr/>
        </p:nvSpPr>
        <p:spPr>
          <a:xfrm>
            <a:off x="10755665" y="59475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8" name="Oval 4097"/>
          <p:cNvSpPr/>
          <p:nvPr/>
        </p:nvSpPr>
        <p:spPr>
          <a:xfrm>
            <a:off x="10765392" y="59475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9" name="Oval 4098"/>
          <p:cNvSpPr/>
          <p:nvPr/>
        </p:nvSpPr>
        <p:spPr>
          <a:xfrm>
            <a:off x="10749868" y="59480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0" name="Oval 4099"/>
          <p:cNvSpPr/>
          <p:nvPr/>
        </p:nvSpPr>
        <p:spPr>
          <a:xfrm>
            <a:off x="10776429" y="594965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1" name="Oval 4100"/>
          <p:cNvSpPr/>
          <p:nvPr/>
        </p:nvSpPr>
        <p:spPr>
          <a:xfrm>
            <a:off x="10735153" y="59498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2" name="Oval 4101"/>
          <p:cNvSpPr/>
          <p:nvPr/>
        </p:nvSpPr>
        <p:spPr>
          <a:xfrm>
            <a:off x="10708474" y="595078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Oval 4102"/>
          <p:cNvSpPr/>
          <p:nvPr/>
        </p:nvSpPr>
        <p:spPr>
          <a:xfrm>
            <a:off x="10764863" y="59523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4" name="Oval 4103"/>
          <p:cNvSpPr/>
          <p:nvPr/>
        </p:nvSpPr>
        <p:spPr>
          <a:xfrm>
            <a:off x="10763810" y="59526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5" name="Oval 4104"/>
          <p:cNvSpPr/>
          <p:nvPr/>
        </p:nvSpPr>
        <p:spPr>
          <a:xfrm>
            <a:off x="10752393" y="59529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6" name="Oval 4105"/>
          <p:cNvSpPr/>
          <p:nvPr/>
        </p:nvSpPr>
        <p:spPr>
          <a:xfrm>
            <a:off x="10699526" y="59535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Oval 4106"/>
          <p:cNvSpPr/>
          <p:nvPr/>
        </p:nvSpPr>
        <p:spPr>
          <a:xfrm>
            <a:off x="10724080" y="59537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8" name="Oval 4107"/>
          <p:cNvSpPr/>
          <p:nvPr/>
        </p:nvSpPr>
        <p:spPr>
          <a:xfrm>
            <a:off x="10724854" y="59540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9" name="Oval 4108"/>
          <p:cNvSpPr/>
          <p:nvPr/>
        </p:nvSpPr>
        <p:spPr>
          <a:xfrm>
            <a:off x="10731660" y="59542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0" name="Oval 4109"/>
          <p:cNvSpPr/>
          <p:nvPr/>
        </p:nvSpPr>
        <p:spPr>
          <a:xfrm>
            <a:off x="10717146" y="59543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1" name="Oval 4110"/>
          <p:cNvSpPr/>
          <p:nvPr/>
        </p:nvSpPr>
        <p:spPr>
          <a:xfrm>
            <a:off x="10724013" y="59544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2" name="Oval 4111"/>
          <p:cNvSpPr/>
          <p:nvPr/>
        </p:nvSpPr>
        <p:spPr>
          <a:xfrm>
            <a:off x="10745833" y="595450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3" name="Oval 4112"/>
          <p:cNvSpPr/>
          <p:nvPr/>
        </p:nvSpPr>
        <p:spPr>
          <a:xfrm>
            <a:off x="10754725" y="59551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4" name="Oval 4113"/>
          <p:cNvSpPr/>
          <p:nvPr/>
        </p:nvSpPr>
        <p:spPr>
          <a:xfrm>
            <a:off x="10752992" y="59553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5" name="Oval 4114"/>
          <p:cNvSpPr/>
          <p:nvPr/>
        </p:nvSpPr>
        <p:spPr>
          <a:xfrm>
            <a:off x="10736566" y="595585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6" name="Oval 4115"/>
          <p:cNvSpPr/>
          <p:nvPr/>
        </p:nvSpPr>
        <p:spPr>
          <a:xfrm>
            <a:off x="10772956" y="59565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7" name="Oval 4116"/>
          <p:cNvSpPr/>
          <p:nvPr/>
        </p:nvSpPr>
        <p:spPr>
          <a:xfrm>
            <a:off x="10756112" y="59570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8" name="Oval 4117"/>
          <p:cNvSpPr/>
          <p:nvPr/>
        </p:nvSpPr>
        <p:spPr>
          <a:xfrm>
            <a:off x="10757865" y="59571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9" name="Oval 4118"/>
          <p:cNvSpPr/>
          <p:nvPr/>
        </p:nvSpPr>
        <p:spPr>
          <a:xfrm>
            <a:off x="10773129" y="59590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0" name="Oval 4119"/>
          <p:cNvSpPr/>
          <p:nvPr/>
        </p:nvSpPr>
        <p:spPr>
          <a:xfrm>
            <a:off x="10753599" y="596054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1" name="Oval 4120"/>
          <p:cNvSpPr/>
          <p:nvPr/>
        </p:nvSpPr>
        <p:spPr>
          <a:xfrm>
            <a:off x="10738051" y="59611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2" name="Oval 4121"/>
          <p:cNvSpPr/>
          <p:nvPr/>
        </p:nvSpPr>
        <p:spPr>
          <a:xfrm>
            <a:off x="10776213" y="59624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3" name="Oval 4122"/>
          <p:cNvSpPr/>
          <p:nvPr/>
        </p:nvSpPr>
        <p:spPr>
          <a:xfrm>
            <a:off x="10747259" y="59628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4" name="Oval 4123"/>
          <p:cNvSpPr/>
          <p:nvPr/>
        </p:nvSpPr>
        <p:spPr>
          <a:xfrm>
            <a:off x="10766259" y="596329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5" name="Oval 4124"/>
          <p:cNvSpPr/>
          <p:nvPr/>
        </p:nvSpPr>
        <p:spPr>
          <a:xfrm>
            <a:off x="10766450" y="596348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6" name="Oval 4125"/>
          <p:cNvSpPr/>
          <p:nvPr/>
        </p:nvSpPr>
        <p:spPr>
          <a:xfrm>
            <a:off x="10741609" y="596412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7" name="Oval 4126"/>
          <p:cNvSpPr/>
          <p:nvPr/>
        </p:nvSpPr>
        <p:spPr>
          <a:xfrm>
            <a:off x="10756597" y="59643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8" name="Oval 4127"/>
          <p:cNvSpPr/>
          <p:nvPr/>
        </p:nvSpPr>
        <p:spPr>
          <a:xfrm>
            <a:off x="10725014" y="59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9" name="Oval 4128"/>
          <p:cNvSpPr/>
          <p:nvPr/>
        </p:nvSpPr>
        <p:spPr>
          <a:xfrm>
            <a:off x="10727487" y="59644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0" name="Oval 4129"/>
          <p:cNvSpPr/>
          <p:nvPr/>
        </p:nvSpPr>
        <p:spPr>
          <a:xfrm>
            <a:off x="10749351" y="59652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1" name="Oval 4130"/>
          <p:cNvSpPr/>
          <p:nvPr/>
        </p:nvSpPr>
        <p:spPr>
          <a:xfrm>
            <a:off x="10772322" y="59658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2" name="Oval 4131"/>
          <p:cNvSpPr/>
          <p:nvPr/>
        </p:nvSpPr>
        <p:spPr>
          <a:xfrm>
            <a:off x="10701758" y="59679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3" name="Oval 4132"/>
          <p:cNvSpPr/>
          <p:nvPr/>
        </p:nvSpPr>
        <p:spPr>
          <a:xfrm>
            <a:off x="10726682" y="59694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4" name="Oval 4133"/>
          <p:cNvSpPr/>
          <p:nvPr/>
        </p:nvSpPr>
        <p:spPr>
          <a:xfrm>
            <a:off x="10763915" y="597034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5" name="Oval 4134"/>
          <p:cNvSpPr/>
          <p:nvPr/>
        </p:nvSpPr>
        <p:spPr>
          <a:xfrm>
            <a:off x="10728686" y="59743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6" name="Oval 4135"/>
          <p:cNvSpPr/>
          <p:nvPr/>
        </p:nvSpPr>
        <p:spPr>
          <a:xfrm>
            <a:off x="10773181" y="59745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7" name="Oval 4136"/>
          <p:cNvSpPr/>
          <p:nvPr/>
        </p:nvSpPr>
        <p:spPr>
          <a:xfrm>
            <a:off x="10745283" y="59746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8" name="Oval 4137"/>
          <p:cNvSpPr/>
          <p:nvPr/>
        </p:nvSpPr>
        <p:spPr>
          <a:xfrm>
            <a:off x="10724019" y="59748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9" name="Oval 4138"/>
          <p:cNvSpPr/>
          <p:nvPr/>
        </p:nvSpPr>
        <p:spPr>
          <a:xfrm>
            <a:off x="10730007" y="59751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0" name="Oval 4139"/>
          <p:cNvSpPr/>
          <p:nvPr/>
        </p:nvSpPr>
        <p:spPr>
          <a:xfrm>
            <a:off x="10731626" y="597519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1" name="Oval 4140"/>
          <p:cNvSpPr/>
          <p:nvPr/>
        </p:nvSpPr>
        <p:spPr>
          <a:xfrm>
            <a:off x="10715313" y="597577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2" name="Oval 4141"/>
          <p:cNvSpPr/>
          <p:nvPr/>
        </p:nvSpPr>
        <p:spPr>
          <a:xfrm>
            <a:off x="10710791" y="59763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3" name="Oval 4142"/>
          <p:cNvSpPr/>
          <p:nvPr/>
        </p:nvSpPr>
        <p:spPr>
          <a:xfrm>
            <a:off x="10703955" y="59768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4" name="Oval 4143"/>
          <p:cNvSpPr/>
          <p:nvPr/>
        </p:nvSpPr>
        <p:spPr>
          <a:xfrm>
            <a:off x="10766659" y="59770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5" name="Oval 4144"/>
          <p:cNvSpPr/>
          <p:nvPr/>
        </p:nvSpPr>
        <p:spPr>
          <a:xfrm>
            <a:off x="10752402" y="59781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6" name="Oval 4145"/>
          <p:cNvSpPr/>
          <p:nvPr/>
        </p:nvSpPr>
        <p:spPr>
          <a:xfrm>
            <a:off x="10701364" y="597970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7" name="Oval 4146"/>
          <p:cNvSpPr/>
          <p:nvPr/>
        </p:nvSpPr>
        <p:spPr>
          <a:xfrm>
            <a:off x="10729930" y="59812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8" name="Oval 4147"/>
          <p:cNvSpPr/>
          <p:nvPr/>
        </p:nvSpPr>
        <p:spPr>
          <a:xfrm>
            <a:off x="10764992" y="59818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9" name="Oval 4148"/>
          <p:cNvSpPr/>
          <p:nvPr/>
        </p:nvSpPr>
        <p:spPr>
          <a:xfrm>
            <a:off x="10744507" y="59818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0" name="Oval 4149"/>
          <p:cNvSpPr/>
          <p:nvPr/>
        </p:nvSpPr>
        <p:spPr>
          <a:xfrm>
            <a:off x="10720432" y="59832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1" name="Oval 4150"/>
          <p:cNvSpPr/>
          <p:nvPr/>
        </p:nvSpPr>
        <p:spPr>
          <a:xfrm>
            <a:off x="10714555" y="59843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2" name="Oval 4151"/>
          <p:cNvSpPr/>
          <p:nvPr/>
        </p:nvSpPr>
        <p:spPr>
          <a:xfrm>
            <a:off x="10766386" y="59934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3" name="Oval 4152"/>
          <p:cNvSpPr/>
          <p:nvPr/>
        </p:nvSpPr>
        <p:spPr>
          <a:xfrm>
            <a:off x="10759440" y="59953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4" name="TextBox 4153"/>
          <p:cNvSpPr txBox="1"/>
          <p:nvPr/>
        </p:nvSpPr>
        <p:spPr>
          <a:xfrm>
            <a:off x="1060704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cxnSp>
        <p:nvCxnSpPr>
          <p:cNvPr id="4155" name="Connector 4154"/>
          <p:cNvCxnSpPr/>
          <p:nvPr/>
        </p:nvCxnSpPr>
        <p:spPr>
          <a:xfrm flipV="1">
            <a:off x="11052810" y="5702721"/>
            <a:ext cx="0" cy="315315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6" name="Connector 4155"/>
          <p:cNvCxnSpPr/>
          <p:nvPr/>
        </p:nvCxnSpPr>
        <p:spPr>
          <a:xfrm>
            <a:off x="11011948" y="6018036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7" name="Connector 4156"/>
          <p:cNvCxnSpPr/>
          <p:nvPr/>
        </p:nvCxnSpPr>
        <p:spPr>
          <a:xfrm>
            <a:off x="11011948" y="5702721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8" name="Rectangle 4157"/>
          <p:cNvSpPr/>
          <p:nvPr/>
        </p:nvSpPr>
        <p:spPr>
          <a:xfrm>
            <a:off x="10971086" y="5992131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59" name="Connector 4158"/>
          <p:cNvCxnSpPr/>
          <p:nvPr/>
        </p:nvCxnSpPr>
        <p:spPr>
          <a:xfrm>
            <a:off x="10971086" y="5970812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0" name="Oval 4159"/>
          <p:cNvSpPr/>
          <p:nvPr/>
        </p:nvSpPr>
        <p:spPr>
          <a:xfrm>
            <a:off x="11022025" y="5684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1" name="Oval 4160"/>
          <p:cNvSpPr/>
          <p:nvPr/>
        </p:nvSpPr>
        <p:spPr>
          <a:xfrm>
            <a:off x="11007464" y="57190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2" name="Oval 4161"/>
          <p:cNvSpPr/>
          <p:nvPr/>
        </p:nvSpPr>
        <p:spPr>
          <a:xfrm>
            <a:off x="11003454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3" name="Oval 4162"/>
          <p:cNvSpPr/>
          <p:nvPr/>
        </p:nvSpPr>
        <p:spPr>
          <a:xfrm>
            <a:off x="11041987" y="578135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4" name="Oval 4163"/>
          <p:cNvSpPr/>
          <p:nvPr/>
        </p:nvSpPr>
        <p:spPr>
          <a:xfrm>
            <a:off x="11070620" y="57882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5" name="Oval 4164"/>
          <p:cNvSpPr/>
          <p:nvPr/>
        </p:nvSpPr>
        <p:spPr>
          <a:xfrm>
            <a:off x="11004153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6" name="Oval 4165"/>
          <p:cNvSpPr/>
          <p:nvPr/>
        </p:nvSpPr>
        <p:spPr>
          <a:xfrm>
            <a:off x="11050141" y="5795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7" name="Oval 4166"/>
          <p:cNvSpPr/>
          <p:nvPr/>
        </p:nvSpPr>
        <p:spPr>
          <a:xfrm>
            <a:off x="11070039" y="58159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8" name="Oval 4167"/>
          <p:cNvSpPr/>
          <p:nvPr/>
        </p:nvSpPr>
        <p:spPr>
          <a:xfrm>
            <a:off x="11040353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9" name="Oval 4168"/>
          <p:cNvSpPr/>
          <p:nvPr/>
        </p:nvSpPr>
        <p:spPr>
          <a:xfrm>
            <a:off x="11018053" y="5836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0" name="Oval 4169"/>
          <p:cNvSpPr/>
          <p:nvPr/>
        </p:nvSpPr>
        <p:spPr>
          <a:xfrm>
            <a:off x="11035635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1" name="Oval 4170"/>
          <p:cNvSpPr/>
          <p:nvPr/>
        </p:nvSpPr>
        <p:spPr>
          <a:xfrm>
            <a:off x="11014264" y="58436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2" name="Oval 4171"/>
          <p:cNvSpPr/>
          <p:nvPr/>
        </p:nvSpPr>
        <p:spPr>
          <a:xfrm>
            <a:off x="11034907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3" name="Oval 4172"/>
          <p:cNvSpPr/>
          <p:nvPr/>
        </p:nvSpPr>
        <p:spPr>
          <a:xfrm>
            <a:off x="11005351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4" name="Oval 4173"/>
          <p:cNvSpPr/>
          <p:nvPr/>
        </p:nvSpPr>
        <p:spPr>
          <a:xfrm>
            <a:off x="11015568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5" name="Oval 4174"/>
          <p:cNvSpPr/>
          <p:nvPr/>
        </p:nvSpPr>
        <p:spPr>
          <a:xfrm>
            <a:off x="11020533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6" name="Oval 4175"/>
          <p:cNvSpPr/>
          <p:nvPr/>
        </p:nvSpPr>
        <p:spPr>
          <a:xfrm>
            <a:off x="11065991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7" name="Oval 4176"/>
          <p:cNvSpPr/>
          <p:nvPr/>
        </p:nvSpPr>
        <p:spPr>
          <a:xfrm>
            <a:off x="11026316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8" name="Oval 4177"/>
          <p:cNvSpPr/>
          <p:nvPr/>
        </p:nvSpPr>
        <p:spPr>
          <a:xfrm>
            <a:off x="11067055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9" name="Oval 4178"/>
          <p:cNvSpPr/>
          <p:nvPr/>
        </p:nvSpPr>
        <p:spPr>
          <a:xfrm>
            <a:off x="11017421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0" name="Oval 4179"/>
          <p:cNvSpPr/>
          <p:nvPr/>
        </p:nvSpPr>
        <p:spPr>
          <a:xfrm>
            <a:off x="11014438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1" name="Oval 4180"/>
          <p:cNvSpPr/>
          <p:nvPr/>
        </p:nvSpPr>
        <p:spPr>
          <a:xfrm>
            <a:off x="1106185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2" name="Oval 4181"/>
          <p:cNvSpPr/>
          <p:nvPr/>
        </p:nvSpPr>
        <p:spPr>
          <a:xfrm>
            <a:off x="11073271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3" name="Oval 4182"/>
          <p:cNvSpPr/>
          <p:nvPr/>
        </p:nvSpPr>
        <p:spPr>
          <a:xfrm>
            <a:off x="1100493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4" name="Oval 4183"/>
          <p:cNvSpPr/>
          <p:nvPr/>
        </p:nvSpPr>
        <p:spPr>
          <a:xfrm>
            <a:off x="11014900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5" name="Oval 4184"/>
          <p:cNvSpPr/>
          <p:nvPr/>
        </p:nvSpPr>
        <p:spPr>
          <a:xfrm>
            <a:off x="11059314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6" name="Oval 4185"/>
          <p:cNvSpPr/>
          <p:nvPr/>
        </p:nvSpPr>
        <p:spPr>
          <a:xfrm>
            <a:off x="11008798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7" name="Oval 4186"/>
          <p:cNvSpPr/>
          <p:nvPr/>
        </p:nvSpPr>
        <p:spPr>
          <a:xfrm>
            <a:off x="10997598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8" name="Oval 4187"/>
          <p:cNvSpPr/>
          <p:nvPr/>
        </p:nvSpPr>
        <p:spPr>
          <a:xfrm>
            <a:off x="11010583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9" name="Oval 4188"/>
          <p:cNvSpPr/>
          <p:nvPr/>
        </p:nvSpPr>
        <p:spPr>
          <a:xfrm>
            <a:off x="11031146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0" name="Oval 4189"/>
          <p:cNvSpPr/>
          <p:nvPr/>
        </p:nvSpPr>
        <p:spPr>
          <a:xfrm>
            <a:off x="1105300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1" name="Oval 4190"/>
          <p:cNvSpPr/>
          <p:nvPr/>
        </p:nvSpPr>
        <p:spPr>
          <a:xfrm>
            <a:off x="11045631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2" name="Oval 4191"/>
          <p:cNvSpPr/>
          <p:nvPr/>
        </p:nvSpPr>
        <p:spPr>
          <a:xfrm>
            <a:off x="11045144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3" name="Oval 4192"/>
          <p:cNvSpPr/>
          <p:nvPr/>
        </p:nvSpPr>
        <p:spPr>
          <a:xfrm>
            <a:off x="1100082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4" name="Oval 4193"/>
          <p:cNvSpPr/>
          <p:nvPr/>
        </p:nvSpPr>
        <p:spPr>
          <a:xfrm>
            <a:off x="1100792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5" name="Oval 4194"/>
          <p:cNvSpPr/>
          <p:nvPr/>
        </p:nvSpPr>
        <p:spPr>
          <a:xfrm>
            <a:off x="1099580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6" name="Oval 4195"/>
          <p:cNvSpPr/>
          <p:nvPr/>
        </p:nvSpPr>
        <p:spPr>
          <a:xfrm>
            <a:off x="1102836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7" name="Oval 4196"/>
          <p:cNvSpPr/>
          <p:nvPr/>
        </p:nvSpPr>
        <p:spPr>
          <a:xfrm>
            <a:off x="1101582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8" name="Oval 4197"/>
          <p:cNvSpPr/>
          <p:nvPr/>
        </p:nvSpPr>
        <p:spPr>
          <a:xfrm>
            <a:off x="1105642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9" name="Oval 4198"/>
          <p:cNvSpPr/>
          <p:nvPr/>
        </p:nvSpPr>
        <p:spPr>
          <a:xfrm>
            <a:off x="10995496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0" name="Oval 4199"/>
          <p:cNvSpPr/>
          <p:nvPr/>
        </p:nvSpPr>
        <p:spPr>
          <a:xfrm>
            <a:off x="11051085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1" name="Oval 4200"/>
          <p:cNvSpPr/>
          <p:nvPr/>
        </p:nvSpPr>
        <p:spPr>
          <a:xfrm>
            <a:off x="11007274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2" name="Oval 4201"/>
          <p:cNvSpPr/>
          <p:nvPr/>
        </p:nvSpPr>
        <p:spPr>
          <a:xfrm>
            <a:off x="11007213" y="59502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3" name="Oval 4202"/>
          <p:cNvSpPr/>
          <p:nvPr/>
        </p:nvSpPr>
        <p:spPr>
          <a:xfrm>
            <a:off x="11010959" y="595132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4" name="Oval 4203"/>
          <p:cNvSpPr/>
          <p:nvPr/>
        </p:nvSpPr>
        <p:spPr>
          <a:xfrm>
            <a:off x="11047763" y="59518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5" name="Oval 4204"/>
          <p:cNvSpPr/>
          <p:nvPr/>
        </p:nvSpPr>
        <p:spPr>
          <a:xfrm>
            <a:off x="11026420" y="59523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6" name="Oval 4205"/>
          <p:cNvSpPr/>
          <p:nvPr/>
        </p:nvSpPr>
        <p:spPr>
          <a:xfrm>
            <a:off x="11053601" y="59527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7" name="Oval 4206"/>
          <p:cNvSpPr/>
          <p:nvPr/>
        </p:nvSpPr>
        <p:spPr>
          <a:xfrm>
            <a:off x="11061651" y="595281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8" name="Oval 4207"/>
          <p:cNvSpPr/>
          <p:nvPr/>
        </p:nvSpPr>
        <p:spPr>
          <a:xfrm>
            <a:off x="11051054" y="59539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9" name="Oval 4208"/>
          <p:cNvSpPr/>
          <p:nvPr/>
        </p:nvSpPr>
        <p:spPr>
          <a:xfrm>
            <a:off x="11069154" y="59563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0" name="Oval 4209"/>
          <p:cNvSpPr/>
          <p:nvPr/>
        </p:nvSpPr>
        <p:spPr>
          <a:xfrm>
            <a:off x="11010262" y="595858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1" name="Oval 4210"/>
          <p:cNvSpPr/>
          <p:nvPr/>
        </p:nvSpPr>
        <p:spPr>
          <a:xfrm>
            <a:off x="11000146" y="595877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2" name="Oval 4211"/>
          <p:cNvSpPr/>
          <p:nvPr/>
        </p:nvSpPr>
        <p:spPr>
          <a:xfrm>
            <a:off x="11010853" y="59590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3" name="Oval 4212"/>
          <p:cNvSpPr/>
          <p:nvPr/>
        </p:nvSpPr>
        <p:spPr>
          <a:xfrm>
            <a:off x="11047262" y="59599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4" name="Oval 4213"/>
          <p:cNvSpPr/>
          <p:nvPr/>
        </p:nvSpPr>
        <p:spPr>
          <a:xfrm>
            <a:off x="11007496" y="59615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5" name="Oval 4214"/>
          <p:cNvSpPr/>
          <p:nvPr/>
        </p:nvSpPr>
        <p:spPr>
          <a:xfrm>
            <a:off x="11028246" y="596185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6" name="Oval 4215"/>
          <p:cNvSpPr/>
          <p:nvPr/>
        </p:nvSpPr>
        <p:spPr>
          <a:xfrm>
            <a:off x="11071672" y="596254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7" name="Oval 4216"/>
          <p:cNvSpPr/>
          <p:nvPr/>
        </p:nvSpPr>
        <p:spPr>
          <a:xfrm>
            <a:off x="11028070" y="59646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8" name="Oval 4217"/>
          <p:cNvSpPr/>
          <p:nvPr/>
        </p:nvSpPr>
        <p:spPr>
          <a:xfrm>
            <a:off x="11050117" y="596504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9" name="Oval 4218"/>
          <p:cNvSpPr/>
          <p:nvPr/>
        </p:nvSpPr>
        <p:spPr>
          <a:xfrm>
            <a:off x="11024498" y="596575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0" name="Oval 4219"/>
          <p:cNvSpPr/>
          <p:nvPr/>
        </p:nvSpPr>
        <p:spPr>
          <a:xfrm>
            <a:off x="11050176" y="59660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1" name="Oval 4220"/>
          <p:cNvSpPr/>
          <p:nvPr/>
        </p:nvSpPr>
        <p:spPr>
          <a:xfrm>
            <a:off x="11015143" y="59672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2" name="Oval 4221"/>
          <p:cNvSpPr/>
          <p:nvPr/>
        </p:nvSpPr>
        <p:spPr>
          <a:xfrm>
            <a:off x="11023395" y="59674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3" name="Oval 4222"/>
          <p:cNvSpPr/>
          <p:nvPr/>
        </p:nvSpPr>
        <p:spPr>
          <a:xfrm>
            <a:off x="11024411" y="59686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4" name="Oval 4223"/>
          <p:cNvSpPr/>
          <p:nvPr/>
        </p:nvSpPr>
        <p:spPr>
          <a:xfrm>
            <a:off x="11013810" y="59699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5" name="Oval 4224"/>
          <p:cNvSpPr/>
          <p:nvPr/>
        </p:nvSpPr>
        <p:spPr>
          <a:xfrm>
            <a:off x="11022520" y="59713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6" name="Oval 4225"/>
          <p:cNvSpPr/>
          <p:nvPr/>
        </p:nvSpPr>
        <p:spPr>
          <a:xfrm>
            <a:off x="11004878" y="597212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7" name="Oval 4226"/>
          <p:cNvSpPr/>
          <p:nvPr/>
        </p:nvSpPr>
        <p:spPr>
          <a:xfrm>
            <a:off x="11001483" y="597316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8" name="Oval 4227"/>
          <p:cNvSpPr/>
          <p:nvPr/>
        </p:nvSpPr>
        <p:spPr>
          <a:xfrm>
            <a:off x="11040475" y="59737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9" name="Oval 4228"/>
          <p:cNvSpPr/>
          <p:nvPr/>
        </p:nvSpPr>
        <p:spPr>
          <a:xfrm>
            <a:off x="11039408" y="597426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0" name="Oval 4229"/>
          <p:cNvSpPr/>
          <p:nvPr/>
        </p:nvSpPr>
        <p:spPr>
          <a:xfrm>
            <a:off x="11014637" y="59764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1" name="Oval 4230"/>
          <p:cNvSpPr/>
          <p:nvPr/>
        </p:nvSpPr>
        <p:spPr>
          <a:xfrm>
            <a:off x="11030075" y="597720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2" name="Oval 4231"/>
          <p:cNvSpPr/>
          <p:nvPr/>
        </p:nvSpPr>
        <p:spPr>
          <a:xfrm>
            <a:off x="10996444" y="597815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3" name="Oval 4232"/>
          <p:cNvSpPr/>
          <p:nvPr/>
        </p:nvSpPr>
        <p:spPr>
          <a:xfrm>
            <a:off x="11023206" y="597845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4" name="Oval 4233"/>
          <p:cNvSpPr/>
          <p:nvPr/>
        </p:nvSpPr>
        <p:spPr>
          <a:xfrm>
            <a:off x="11073104" y="59787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5" name="Oval 4234"/>
          <p:cNvSpPr/>
          <p:nvPr/>
        </p:nvSpPr>
        <p:spPr>
          <a:xfrm>
            <a:off x="11038448" y="59796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6" name="Oval 4235"/>
          <p:cNvSpPr/>
          <p:nvPr/>
        </p:nvSpPr>
        <p:spPr>
          <a:xfrm>
            <a:off x="11047366" y="59797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7" name="Oval 4236"/>
          <p:cNvSpPr/>
          <p:nvPr/>
        </p:nvSpPr>
        <p:spPr>
          <a:xfrm>
            <a:off x="11010952" y="598026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8" name="Oval 4237"/>
          <p:cNvSpPr/>
          <p:nvPr/>
        </p:nvSpPr>
        <p:spPr>
          <a:xfrm>
            <a:off x="11054322" y="59807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9" name="Oval 4238"/>
          <p:cNvSpPr/>
          <p:nvPr/>
        </p:nvSpPr>
        <p:spPr>
          <a:xfrm>
            <a:off x="11038835" y="59808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0" name="Oval 4239"/>
          <p:cNvSpPr/>
          <p:nvPr/>
        </p:nvSpPr>
        <p:spPr>
          <a:xfrm>
            <a:off x="10994751" y="59812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1" name="Oval 4240"/>
          <p:cNvSpPr/>
          <p:nvPr/>
        </p:nvSpPr>
        <p:spPr>
          <a:xfrm>
            <a:off x="11041260" y="59819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2" name="Oval 4241"/>
          <p:cNvSpPr/>
          <p:nvPr/>
        </p:nvSpPr>
        <p:spPr>
          <a:xfrm>
            <a:off x="11006248" y="59834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3" name="Oval 4242"/>
          <p:cNvSpPr/>
          <p:nvPr/>
        </p:nvSpPr>
        <p:spPr>
          <a:xfrm>
            <a:off x="11038157" y="59839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4" name="Oval 4243"/>
          <p:cNvSpPr/>
          <p:nvPr/>
        </p:nvSpPr>
        <p:spPr>
          <a:xfrm>
            <a:off x="11064426" y="598415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5" name="Oval 4244"/>
          <p:cNvSpPr/>
          <p:nvPr/>
        </p:nvSpPr>
        <p:spPr>
          <a:xfrm>
            <a:off x="11071180" y="59857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6" name="Oval 4245"/>
          <p:cNvSpPr/>
          <p:nvPr/>
        </p:nvSpPr>
        <p:spPr>
          <a:xfrm>
            <a:off x="11074655" y="59870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7" name="Oval 4246"/>
          <p:cNvSpPr/>
          <p:nvPr/>
        </p:nvSpPr>
        <p:spPr>
          <a:xfrm>
            <a:off x="11030590" y="599091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8" name="Oval 4247"/>
          <p:cNvSpPr/>
          <p:nvPr/>
        </p:nvSpPr>
        <p:spPr>
          <a:xfrm>
            <a:off x="11023625" y="599475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9" name="Oval 4248"/>
          <p:cNvSpPr/>
          <p:nvPr/>
        </p:nvSpPr>
        <p:spPr>
          <a:xfrm>
            <a:off x="11064981" y="59954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0" name="Oval 4249"/>
          <p:cNvSpPr/>
          <p:nvPr/>
        </p:nvSpPr>
        <p:spPr>
          <a:xfrm>
            <a:off x="11016328" y="59986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1" name="Oval 4250"/>
          <p:cNvSpPr/>
          <p:nvPr/>
        </p:nvSpPr>
        <p:spPr>
          <a:xfrm>
            <a:off x="11020685" y="599974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2" name="TextBox 4251"/>
          <p:cNvSpPr txBox="1"/>
          <p:nvPr/>
        </p:nvSpPr>
        <p:spPr>
          <a:xfrm>
            <a:off x="1090422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28</a:t>
            </a:r>
          </a:p>
        </p:txBody>
      </p:sp>
      <p:cxnSp>
        <p:nvCxnSpPr>
          <p:cNvPr id="4253" name="Connector 4252"/>
          <p:cNvCxnSpPr/>
          <p:nvPr/>
        </p:nvCxnSpPr>
        <p:spPr>
          <a:xfrm flipV="1">
            <a:off x="11349990" y="5460405"/>
            <a:ext cx="0" cy="55618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4" name="Connector 4253"/>
          <p:cNvCxnSpPr/>
          <p:nvPr/>
        </p:nvCxnSpPr>
        <p:spPr>
          <a:xfrm>
            <a:off x="11309128" y="6016589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5" name="Connector 4254"/>
          <p:cNvCxnSpPr/>
          <p:nvPr/>
        </p:nvCxnSpPr>
        <p:spPr>
          <a:xfrm>
            <a:off x="11309128" y="5460405"/>
            <a:ext cx="8172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6" name="Rectangle 4255"/>
          <p:cNvSpPr/>
          <p:nvPr/>
        </p:nvSpPr>
        <p:spPr>
          <a:xfrm>
            <a:off x="11268266" y="5984053"/>
            <a:ext cx="163449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57" name="Connector 4256"/>
          <p:cNvCxnSpPr/>
          <p:nvPr/>
        </p:nvCxnSpPr>
        <p:spPr>
          <a:xfrm>
            <a:off x="11268266" y="5958884"/>
            <a:ext cx="163449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8" name="Oval 4257"/>
          <p:cNvSpPr/>
          <p:nvPr/>
        </p:nvSpPr>
        <p:spPr>
          <a:xfrm>
            <a:off x="11370527" y="54421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9" name="Oval 4258"/>
          <p:cNvSpPr/>
          <p:nvPr/>
        </p:nvSpPr>
        <p:spPr>
          <a:xfrm>
            <a:off x="11310745" y="552519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0" name="Oval 4259"/>
          <p:cNvSpPr/>
          <p:nvPr/>
        </p:nvSpPr>
        <p:spPr>
          <a:xfrm>
            <a:off x="11339984" y="562904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1" name="Oval 4260"/>
          <p:cNvSpPr/>
          <p:nvPr/>
        </p:nvSpPr>
        <p:spPr>
          <a:xfrm>
            <a:off x="11362808" y="56844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2" name="Oval 4261"/>
          <p:cNvSpPr/>
          <p:nvPr/>
        </p:nvSpPr>
        <p:spPr>
          <a:xfrm>
            <a:off x="11297672" y="574674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3" name="Oval 4262"/>
          <p:cNvSpPr/>
          <p:nvPr/>
        </p:nvSpPr>
        <p:spPr>
          <a:xfrm>
            <a:off x="11301707" y="580212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4" name="Oval 4263"/>
          <p:cNvSpPr/>
          <p:nvPr/>
        </p:nvSpPr>
        <p:spPr>
          <a:xfrm>
            <a:off x="11309574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5" name="Oval 4264"/>
          <p:cNvSpPr/>
          <p:nvPr/>
        </p:nvSpPr>
        <p:spPr>
          <a:xfrm>
            <a:off x="11343824" y="580905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6" name="Oval 4265"/>
          <p:cNvSpPr/>
          <p:nvPr/>
        </p:nvSpPr>
        <p:spPr>
          <a:xfrm>
            <a:off x="11325593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7" name="Oval 4266"/>
          <p:cNvSpPr/>
          <p:nvPr/>
        </p:nvSpPr>
        <p:spPr>
          <a:xfrm>
            <a:off x="11294349" y="582289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8" name="Oval 4267"/>
          <p:cNvSpPr/>
          <p:nvPr/>
        </p:nvSpPr>
        <p:spPr>
          <a:xfrm>
            <a:off x="11367132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9" name="Oval 4268"/>
          <p:cNvSpPr/>
          <p:nvPr/>
        </p:nvSpPr>
        <p:spPr>
          <a:xfrm>
            <a:off x="11347972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0" name="Oval 4269"/>
          <p:cNvSpPr/>
          <p:nvPr/>
        </p:nvSpPr>
        <p:spPr>
          <a:xfrm>
            <a:off x="11362089" y="582982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1" name="Oval 4270"/>
          <p:cNvSpPr/>
          <p:nvPr/>
        </p:nvSpPr>
        <p:spPr>
          <a:xfrm>
            <a:off x="11333067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2" name="Oval 4271"/>
          <p:cNvSpPr/>
          <p:nvPr/>
        </p:nvSpPr>
        <p:spPr>
          <a:xfrm>
            <a:off x="11316640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3" name="Oval 4272"/>
          <p:cNvSpPr/>
          <p:nvPr/>
        </p:nvSpPr>
        <p:spPr>
          <a:xfrm>
            <a:off x="11299785" y="585059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4" name="Oval 4273"/>
          <p:cNvSpPr/>
          <p:nvPr/>
        </p:nvSpPr>
        <p:spPr>
          <a:xfrm>
            <a:off x="11314264" y="58575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5" name="Oval 4274"/>
          <p:cNvSpPr/>
          <p:nvPr/>
        </p:nvSpPr>
        <p:spPr>
          <a:xfrm>
            <a:off x="11315897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6" name="Oval 4275"/>
          <p:cNvSpPr/>
          <p:nvPr/>
        </p:nvSpPr>
        <p:spPr>
          <a:xfrm>
            <a:off x="11323431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7" name="Oval 4276"/>
          <p:cNvSpPr/>
          <p:nvPr/>
        </p:nvSpPr>
        <p:spPr>
          <a:xfrm>
            <a:off x="11355424" y="586443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8" name="Oval 4277"/>
          <p:cNvSpPr/>
          <p:nvPr/>
        </p:nvSpPr>
        <p:spPr>
          <a:xfrm>
            <a:off x="11349549" y="587136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9" name="Oval 4278"/>
          <p:cNvSpPr/>
          <p:nvPr/>
        </p:nvSpPr>
        <p:spPr>
          <a:xfrm>
            <a:off x="11306494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0" name="Oval 4279"/>
          <p:cNvSpPr/>
          <p:nvPr/>
        </p:nvSpPr>
        <p:spPr>
          <a:xfrm>
            <a:off x="11291536" y="587828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1" name="Oval 4280"/>
          <p:cNvSpPr/>
          <p:nvPr/>
        </p:nvSpPr>
        <p:spPr>
          <a:xfrm>
            <a:off x="11317646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2" name="Oval 4281"/>
          <p:cNvSpPr/>
          <p:nvPr/>
        </p:nvSpPr>
        <p:spPr>
          <a:xfrm>
            <a:off x="11343012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3" name="Oval 4282"/>
          <p:cNvSpPr/>
          <p:nvPr/>
        </p:nvSpPr>
        <p:spPr>
          <a:xfrm>
            <a:off x="11360229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4" name="Oval 4283"/>
          <p:cNvSpPr/>
          <p:nvPr/>
        </p:nvSpPr>
        <p:spPr>
          <a:xfrm>
            <a:off x="11314919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5" name="Oval 4284"/>
          <p:cNvSpPr/>
          <p:nvPr/>
        </p:nvSpPr>
        <p:spPr>
          <a:xfrm>
            <a:off x="11325790" y="5885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6" name="Oval 4285"/>
          <p:cNvSpPr/>
          <p:nvPr/>
        </p:nvSpPr>
        <p:spPr>
          <a:xfrm>
            <a:off x="11356721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7" name="Oval 4286"/>
          <p:cNvSpPr/>
          <p:nvPr/>
        </p:nvSpPr>
        <p:spPr>
          <a:xfrm>
            <a:off x="11298019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8" name="Oval 4287"/>
          <p:cNvSpPr/>
          <p:nvPr/>
        </p:nvSpPr>
        <p:spPr>
          <a:xfrm>
            <a:off x="11337261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9" name="Oval 4288"/>
          <p:cNvSpPr/>
          <p:nvPr/>
        </p:nvSpPr>
        <p:spPr>
          <a:xfrm>
            <a:off x="11301633" y="589213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0" name="Oval 4289"/>
          <p:cNvSpPr/>
          <p:nvPr/>
        </p:nvSpPr>
        <p:spPr>
          <a:xfrm>
            <a:off x="11337106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1" name="Oval 4290"/>
          <p:cNvSpPr/>
          <p:nvPr/>
        </p:nvSpPr>
        <p:spPr>
          <a:xfrm>
            <a:off x="11309613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2" name="Oval 4291"/>
          <p:cNvSpPr/>
          <p:nvPr/>
        </p:nvSpPr>
        <p:spPr>
          <a:xfrm>
            <a:off x="11333667" y="589905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3" name="Oval 4292"/>
          <p:cNvSpPr/>
          <p:nvPr/>
        </p:nvSpPr>
        <p:spPr>
          <a:xfrm>
            <a:off x="11345107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4" name="Oval 4293"/>
          <p:cNvSpPr/>
          <p:nvPr/>
        </p:nvSpPr>
        <p:spPr>
          <a:xfrm>
            <a:off x="11328139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5" name="Oval 4294"/>
          <p:cNvSpPr/>
          <p:nvPr/>
        </p:nvSpPr>
        <p:spPr>
          <a:xfrm>
            <a:off x="11325953" y="590597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6" name="Oval 4295"/>
          <p:cNvSpPr/>
          <p:nvPr/>
        </p:nvSpPr>
        <p:spPr>
          <a:xfrm>
            <a:off x="11347157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7" name="Oval 4296"/>
          <p:cNvSpPr/>
          <p:nvPr/>
        </p:nvSpPr>
        <p:spPr>
          <a:xfrm>
            <a:off x="11366756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8" name="Oval 4297"/>
          <p:cNvSpPr/>
          <p:nvPr/>
        </p:nvSpPr>
        <p:spPr>
          <a:xfrm>
            <a:off x="11330368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9" name="Oval 4298"/>
          <p:cNvSpPr/>
          <p:nvPr/>
        </p:nvSpPr>
        <p:spPr>
          <a:xfrm>
            <a:off x="11296559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0" name="Oval 4299"/>
          <p:cNvSpPr/>
          <p:nvPr/>
        </p:nvSpPr>
        <p:spPr>
          <a:xfrm>
            <a:off x="11371330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1" name="Oval 4300"/>
          <p:cNvSpPr/>
          <p:nvPr/>
        </p:nvSpPr>
        <p:spPr>
          <a:xfrm>
            <a:off x="11349592" y="59129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2" name="Oval 4301"/>
          <p:cNvSpPr/>
          <p:nvPr/>
        </p:nvSpPr>
        <p:spPr>
          <a:xfrm>
            <a:off x="11301357" y="591982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3" name="Oval 4302"/>
          <p:cNvSpPr/>
          <p:nvPr/>
        </p:nvSpPr>
        <p:spPr>
          <a:xfrm>
            <a:off x="1137237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4" name="Oval 4303"/>
          <p:cNvSpPr/>
          <p:nvPr/>
        </p:nvSpPr>
        <p:spPr>
          <a:xfrm>
            <a:off x="11317559" y="592674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5" name="Oval 4304"/>
          <p:cNvSpPr/>
          <p:nvPr/>
        </p:nvSpPr>
        <p:spPr>
          <a:xfrm>
            <a:off x="11326889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6" name="Oval 4305"/>
          <p:cNvSpPr/>
          <p:nvPr/>
        </p:nvSpPr>
        <p:spPr>
          <a:xfrm>
            <a:off x="11326335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7" name="Oval 4306"/>
          <p:cNvSpPr/>
          <p:nvPr/>
        </p:nvSpPr>
        <p:spPr>
          <a:xfrm>
            <a:off x="11306922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8" name="Oval 4307"/>
          <p:cNvSpPr/>
          <p:nvPr/>
        </p:nvSpPr>
        <p:spPr>
          <a:xfrm>
            <a:off x="11344271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9" name="Oval 4308"/>
          <p:cNvSpPr/>
          <p:nvPr/>
        </p:nvSpPr>
        <p:spPr>
          <a:xfrm>
            <a:off x="11360486" y="59336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0" name="Oval 4309"/>
          <p:cNvSpPr/>
          <p:nvPr/>
        </p:nvSpPr>
        <p:spPr>
          <a:xfrm>
            <a:off x="11351525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1" name="Oval 4310"/>
          <p:cNvSpPr/>
          <p:nvPr/>
        </p:nvSpPr>
        <p:spPr>
          <a:xfrm>
            <a:off x="11361480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2" name="Oval 4311"/>
          <p:cNvSpPr/>
          <p:nvPr/>
        </p:nvSpPr>
        <p:spPr>
          <a:xfrm>
            <a:off x="1133180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3" name="Oval 4312"/>
          <p:cNvSpPr/>
          <p:nvPr/>
        </p:nvSpPr>
        <p:spPr>
          <a:xfrm>
            <a:off x="11330104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4" name="Oval 4313"/>
          <p:cNvSpPr/>
          <p:nvPr/>
        </p:nvSpPr>
        <p:spPr>
          <a:xfrm>
            <a:off x="1131472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5" name="Oval 4314"/>
          <p:cNvSpPr/>
          <p:nvPr/>
        </p:nvSpPr>
        <p:spPr>
          <a:xfrm>
            <a:off x="11317291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6" name="Oval 4315"/>
          <p:cNvSpPr/>
          <p:nvPr/>
        </p:nvSpPr>
        <p:spPr>
          <a:xfrm>
            <a:off x="11295346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7" name="Oval 4316"/>
          <p:cNvSpPr/>
          <p:nvPr/>
        </p:nvSpPr>
        <p:spPr>
          <a:xfrm>
            <a:off x="11310102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8" name="Oval 4317"/>
          <p:cNvSpPr/>
          <p:nvPr/>
        </p:nvSpPr>
        <p:spPr>
          <a:xfrm>
            <a:off x="11363338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9" name="Oval 4318"/>
          <p:cNvSpPr/>
          <p:nvPr/>
        </p:nvSpPr>
        <p:spPr>
          <a:xfrm>
            <a:off x="11341279" y="59405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0" name="Oval 4319"/>
          <p:cNvSpPr/>
          <p:nvPr/>
        </p:nvSpPr>
        <p:spPr>
          <a:xfrm>
            <a:off x="11318417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1" name="Oval 4320"/>
          <p:cNvSpPr/>
          <p:nvPr/>
        </p:nvSpPr>
        <p:spPr>
          <a:xfrm>
            <a:off x="11321326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2" name="Oval 4321"/>
          <p:cNvSpPr/>
          <p:nvPr/>
        </p:nvSpPr>
        <p:spPr>
          <a:xfrm>
            <a:off x="11297553" y="594751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3" name="Oval 4322"/>
          <p:cNvSpPr/>
          <p:nvPr/>
        </p:nvSpPr>
        <p:spPr>
          <a:xfrm>
            <a:off x="11315278" y="594817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4" name="Oval 4323"/>
          <p:cNvSpPr/>
          <p:nvPr/>
        </p:nvSpPr>
        <p:spPr>
          <a:xfrm>
            <a:off x="11366565" y="594941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5" name="Oval 4324"/>
          <p:cNvSpPr/>
          <p:nvPr/>
        </p:nvSpPr>
        <p:spPr>
          <a:xfrm>
            <a:off x="11319173" y="595006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6" name="Oval 4325"/>
          <p:cNvSpPr/>
          <p:nvPr/>
        </p:nvSpPr>
        <p:spPr>
          <a:xfrm>
            <a:off x="11309716" y="59504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7" name="Oval 4326"/>
          <p:cNvSpPr/>
          <p:nvPr/>
        </p:nvSpPr>
        <p:spPr>
          <a:xfrm>
            <a:off x="11309559" y="595373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8" name="Oval 4327"/>
          <p:cNvSpPr/>
          <p:nvPr/>
        </p:nvSpPr>
        <p:spPr>
          <a:xfrm>
            <a:off x="11330773" y="595469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9" name="Oval 4328"/>
          <p:cNvSpPr/>
          <p:nvPr/>
        </p:nvSpPr>
        <p:spPr>
          <a:xfrm>
            <a:off x="11340059" y="595478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0" name="Oval 4329"/>
          <p:cNvSpPr/>
          <p:nvPr/>
        </p:nvSpPr>
        <p:spPr>
          <a:xfrm>
            <a:off x="11342179" y="595503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1" name="Oval 4330"/>
          <p:cNvSpPr/>
          <p:nvPr/>
        </p:nvSpPr>
        <p:spPr>
          <a:xfrm>
            <a:off x="11325407" y="595516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2" name="Oval 4331"/>
          <p:cNvSpPr/>
          <p:nvPr/>
        </p:nvSpPr>
        <p:spPr>
          <a:xfrm>
            <a:off x="11309772" y="595687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3" name="Oval 4332"/>
          <p:cNvSpPr/>
          <p:nvPr/>
        </p:nvSpPr>
        <p:spPr>
          <a:xfrm>
            <a:off x="11352687" y="595690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4" name="Oval 4333"/>
          <p:cNvSpPr/>
          <p:nvPr/>
        </p:nvSpPr>
        <p:spPr>
          <a:xfrm>
            <a:off x="11323290" y="595847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5" name="Oval 4334"/>
          <p:cNvSpPr/>
          <p:nvPr/>
        </p:nvSpPr>
        <p:spPr>
          <a:xfrm>
            <a:off x="11307304" y="595865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6" name="Oval 4335"/>
          <p:cNvSpPr/>
          <p:nvPr/>
        </p:nvSpPr>
        <p:spPr>
          <a:xfrm>
            <a:off x="11318381" y="59588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7" name="Oval 4336"/>
          <p:cNvSpPr/>
          <p:nvPr/>
        </p:nvSpPr>
        <p:spPr>
          <a:xfrm>
            <a:off x="11340154" y="596158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8" name="Oval 4337"/>
          <p:cNvSpPr/>
          <p:nvPr/>
        </p:nvSpPr>
        <p:spPr>
          <a:xfrm>
            <a:off x="11294544" y="596163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9" name="Oval 4338"/>
          <p:cNvSpPr/>
          <p:nvPr/>
        </p:nvSpPr>
        <p:spPr>
          <a:xfrm>
            <a:off x="11362372" y="596319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0" name="Oval 4339"/>
          <p:cNvSpPr/>
          <p:nvPr/>
        </p:nvSpPr>
        <p:spPr>
          <a:xfrm>
            <a:off x="11314842" y="596322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1" name="Oval 4340"/>
          <p:cNvSpPr/>
          <p:nvPr/>
        </p:nvSpPr>
        <p:spPr>
          <a:xfrm>
            <a:off x="11310916" y="596342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2" name="Oval 4341"/>
          <p:cNvSpPr/>
          <p:nvPr/>
        </p:nvSpPr>
        <p:spPr>
          <a:xfrm>
            <a:off x="11337943" y="5964502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3" name="Oval 4342"/>
          <p:cNvSpPr/>
          <p:nvPr/>
        </p:nvSpPr>
        <p:spPr>
          <a:xfrm>
            <a:off x="11341914" y="596499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4" name="Oval 4343"/>
          <p:cNvSpPr/>
          <p:nvPr/>
        </p:nvSpPr>
        <p:spPr>
          <a:xfrm>
            <a:off x="11318215" y="596653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5" name="Oval 4344"/>
          <p:cNvSpPr/>
          <p:nvPr/>
        </p:nvSpPr>
        <p:spPr>
          <a:xfrm>
            <a:off x="11340330" y="596700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6" name="Oval 4345"/>
          <p:cNvSpPr/>
          <p:nvPr/>
        </p:nvSpPr>
        <p:spPr>
          <a:xfrm>
            <a:off x="11334271" y="596718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7" name="Oval 4346"/>
          <p:cNvSpPr/>
          <p:nvPr/>
        </p:nvSpPr>
        <p:spPr>
          <a:xfrm>
            <a:off x="11338244" y="5967209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8" name="Oval 4347"/>
          <p:cNvSpPr/>
          <p:nvPr/>
        </p:nvSpPr>
        <p:spPr>
          <a:xfrm>
            <a:off x="11370466" y="59672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9" name="Oval 4348"/>
          <p:cNvSpPr/>
          <p:nvPr/>
        </p:nvSpPr>
        <p:spPr>
          <a:xfrm>
            <a:off x="11338108" y="596803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0" name="Oval 4349"/>
          <p:cNvSpPr/>
          <p:nvPr/>
        </p:nvSpPr>
        <p:spPr>
          <a:xfrm>
            <a:off x="11342423" y="596940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1" name="Oval 4350"/>
          <p:cNvSpPr/>
          <p:nvPr/>
        </p:nvSpPr>
        <p:spPr>
          <a:xfrm>
            <a:off x="11358486" y="596948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2" name="Oval 4351"/>
          <p:cNvSpPr/>
          <p:nvPr/>
        </p:nvSpPr>
        <p:spPr>
          <a:xfrm>
            <a:off x="11358080" y="597011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3" name="Oval 4352"/>
          <p:cNvSpPr/>
          <p:nvPr/>
        </p:nvSpPr>
        <p:spPr>
          <a:xfrm>
            <a:off x="11317956" y="59706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4" name="Oval 4353"/>
          <p:cNvSpPr/>
          <p:nvPr/>
        </p:nvSpPr>
        <p:spPr>
          <a:xfrm>
            <a:off x="11292075" y="5971730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5" name="Oval 4354"/>
          <p:cNvSpPr/>
          <p:nvPr/>
        </p:nvSpPr>
        <p:spPr>
          <a:xfrm>
            <a:off x="11294596" y="597177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6" name="Oval 4355"/>
          <p:cNvSpPr/>
          <p:nvPr/>
        </p:nvSpPr>
        <p:spPr>
          <a:xfrm>
            <a:off x="11338858" y="597195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7" name="Oval 4356"/>
          <p:cNvSpPr/>
          <p:nvPr/>
        </p:nvSpPr>
        <p:spPr>
          <a:xfrm>
            <a:off x="11300999" y="597444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8" name="Oval 4357"/>
          <p:cNvSpPr/>
          <p:nvPr/>
        </p:nvSpPr>
        <p:spPr>
          <a:xfrm>
            <a:off x="11339507" y="5978494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9" name="Oval 4358"/>
          <p:cNvSpPr/>
          <p:nvPr/>
        </p:nvSpPr>
        <p:spPr>
          <a:xfrm>
            <a:off x="11347272" y="597933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0" name="Oval 4359"/>
          <p:cNvSpPr/>
          <p:nvPr/>
        </p:nvSpPr>
        <p:spPr>
          <a:xfrm>
            <a:off x="11319547" y="5981395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1" name="Oval 4360"/>
          <p:cNvSpPr/>
          <p:nvPr/>
        </p:nvSpPr>
        <p:spPr>
          <a:xfrm>
            <a:off x="11326383" y="5981768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2" name="Oval 4361"/>
          <p:cNvSpPr/>
          <p:nvPr/>
        </p:nvSpPr>
        <p:spPr>
          <a:xfrm>
            <a:off x="11293786" y="59824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3" name="Oval 4362"/>
          <p:cNvSpPr/>
          <p:nvPr/>
        </p:nvSpPr>
        <p:spPr>
          <a:xfrm>
            <a:off x="11319201" y="59826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4" name="Oval 4363"/>
          <p:cNvSpPr/>
          <p:nvPr/>
        </p:nvSpPr>
        <p:spPr>
          <a:xfrm>
            <a:off x="11317399" y="59830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5" name="Oval 4364"/>
          <p:cNvSpPr/>
          <p:nvPr/>
        </p:nvSpPr>
        <p:spPr>
          <a:xfrm>
            <a:off x="11369706" y="598532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6" name="Oval 4365"/>
          <p:cNvSpPr/>
          <p:nvPr/>
        </p:nvSpPr>
        <p:spPr>
          <a:xfrm>
            <a:off x="11344031" y="5986096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7" name="Oval 4366"/>
          <p:cNvSpPr/>
          <p:nvPr/>
        </p:nvSpPr>
        <p:spPr>
          <a:xfrm>
            <a:off x="11334618" y="598696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8" name="Oval 4367"/>
          <p:cNvSpPr/>
          <p:nvPr/>
        </p:nvSpPr>
        <p:spPr>
          <a:xfrm>
            <a:off x="11295518" y="598871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9" name="Oval 4368"/>
          <p:cNvSpPr/>
          <p:nvPr/>
        </p:nvSpPr>
        <p:spPr>
          <a:xfrm>
            <a:off x="11302243" y="5989183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0" name="Oval 4369"/>
          <p:cNvSpPr/>
          <p:nvPr/>
        </p:nvSpPr>
        <p:spPr>
          <a:xfrm>
            <a:off x="11322273" y="599124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1" name="Oval 4370"/>
          <p:cNvSpPr/>
          <p:nvPr/>
        </p:nvSpPr>
        <p:spPr>
          <a:xfrm>
            <a:off x="11344516" y="5996017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2" name="Oval 4371"/>
          <p:cNvSpPr/>
          <p:nvPr/>
        </p:nvSpPr>
        <p:spPr>
          <a:xfrm>
            <a:off x="11298928" y="5998301"/>
            <a:ext cx="36576" cy="3657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3" name="TextBox 4372"/>
          <p:cNvSpPr txBox="1"/>
          <p:nvPr/>
        </p:nvSpPr>
        <p:spPr>
          <a:xfrm>
            <a:off x="11201400" y="6071616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29</a:t>
            </a:r>
          </a:p>
        </p:txBody>
      </p:sp>
      <p:cxnSp>
        <p:nvCxnSpPr>
          <p:cNvPr id="4374" name="Connector 4373"/>
          <p:cNvCxnSpPr/>
          <p:nvPr/>
        </p:nvCxnSpPr>
        <p:spPr>
          <a:xfrm>
            <a:off x="6446520" y="1188720"/>
            <a:ext cx="0" cy="5029200"/>
          </a:xfrm>
          <a:prstGeom prst="line">
            <a:avLst/>
          </a:prstGeom>
          <a:ln w="1905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