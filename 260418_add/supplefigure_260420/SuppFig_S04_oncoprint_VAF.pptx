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Driver-gene oncoprint (pre-CRT; 35 subjects × top 16 CRC drivers; nonsyn only)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822960" cy="33963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222222"/>
                </a:solidFill>
                <a:latin typeface="Arial"/>
              </a:rPr>
              <a:t>APC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1097280"/>
            <a:ext cx="457200" cy="33963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BBBBBB"/>
                </a:solidFill>
                <a:latin typeface="Arial"/>
              </a:rPr>
              <a:t>24/35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25265" y="1131243"/>
            <a:ext cx="244537" cy="271707"/>
          </a:xfrm>
          <a:prstGeom prst="rect">
            <a:avLst/>
          </a:prstGeom>
          <a:solidFill>
            <a:srgbClr val="8C1A1A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3387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5095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8680" y="1131243"/>
            <a:ext cx="244537" cy="271707"/>
          </a:xfrm>
          <a:prstGeom prst="rect">
            <a:avLst/>
          </a:prstGeom>
          <a:solidFill>
            <a:srgbClr val="CF5F0C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826802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40388" y="1131243"/>
            <a:ext cx="244537" cy="271707"/>
          </a:xfrm>
          <a:prstGeom prst="rect">
            <a:avLst/>
          </a:prstGeom>
          <a:solidFill>
            <a:srgbClr val="6B4A9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98510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70217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41925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13632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27217" y="1131243"/>
            <a:ext cx="244537" cy="271707"/>
          </a:xfrm>
          <a:prstGeom prst="rect">
            <a:avLst/>
          </a:prstGeom>
          <a:solidFill>
            <a:srgbClr val="CF5F0C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85339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98925" y="1131243"/>
            <a:ext cx="244537" cy="271707"/>
          </a:xfrm>
          <a:prstGeom prst="rect">
            <a:avLst/>
          </a:prstGeom>
          <a:solidFill>
            <a:srgbClr val="CF5F0C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57047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70632" y="1131243"/>
            <a:ext cx="244537" cy="271707"/>
          </a:xfrm>
          <a:prstGeom prst="rect">
            <a:avLst/>
          </a:prstGeom>
          <a:solidFill>
            <a:srgbClr val="8C1A1A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728754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42340" y="1131243"/>
            <a:ext cx="244537" cy="271707"/>
          </a:xfrm>
          <a:prstGeom prst="rect">
            <a:avLst/>
          </a:prstGeom>
          <a:solidFill>
            <a:srgbClr val="CF5F0C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00462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272169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85755" y="1131243"/>
            <a:ext cx="244537" cy="271707"/>
          </a:xfrm>
          <a:prstGeom prst="rect">
            <a:avLst/>
          </a:prstGeom>
          <a:solidFill>
            <a:srgbClr val="CF5F0C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543877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57462" y="1131243"/>
            <a:ext cx="244537" cy="271707"/>
          </a:xfrm>
          <a:prstGeom prst="rect">
            <a:avLst/>
          </a:prstGeom>
          <a:solidFill>
            <a:srgbClr val="8C1A1A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15584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87291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00877" y="1131243"/>
            <a:ext cx="244537" cy="271707"/>
          </a:xfrm>
          <a:prstGeom prst="rect">
            <a:avLst/>
          </a:prstGeom>
          <a:solidFill>
            <a:srgbClr val="CF5F0C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58999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72584" y="1131243"/>
            <a:ext cx="244537" cy="271707"/>
          </a:xfrm>
          <a:prstGeom prst="rect">
            <a:avLst/>
          </a:prstGeom>
          <a:solidFill>
            <a:srgbClr val="8C1A1A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30706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02414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915999" y="1131243"/>
            <a:ext cx="244537" cy="271707"/>
          </a:xfrm>
          <a:prstGeom prst="rect">
            <a:avLst/>
          </a:prstGeom>
          <a:solidFill>
            <a:srgbClr val="8C1A1A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74121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187707" y="1131243"/>
            <a:ext cx="244537" cy="271707"/>
          </a:xfrm>
          <a:prstGeom prst="rect">
            <a:avLst/>
          </a:prstGeom>
          <a:solidFill>
            <a:srgbClr val="CF5F0C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45829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717536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31121" y="1131243"/>
            <a:ext cx="244537" cy="271707"/>
          </a:xfrm>
          <a:prstGeom prst="rect">
            <a:avLst/>
          </a:prstGeom>
          <a:solidFill>
            <a:srgbClr val="8C1A1A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989243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002829" y="1131243"/>
            <a:ext cx="244537" cy="271707"/>
          </a:xfrm>
          <a:prstGeom prst="rect">
            <a:avLst/>
          </a:prstGeom>
          <a:solidFill>
            <a:srgbClr val="8C1A1A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60951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532658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546244" y="1131243"/>
            <a:ext cx="244537" cy="271707"/>
          </a:xfrm>
          <a:prstGeom prst="rect">
            <a:avLst/>
          </a:prstGeom>
          <a:solidFill>
            <a:srgbClr val="CF5F0C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804366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076073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089659" y="1131243"/>
            <a:ext cx="244537" cy="271707"/>
          </a:xfrm>
          <a:prstGeom prst="rect">
            <a:avLst/>
          </a:prstGeom>
          <a:solidFill>
            <a:srgbClr val="CF5F0C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347781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361366" y="1131243"/>
            <a:ext cx="244537" cy="271707"/>
          </a:xfrm>
          <a:prstGeom prst="rect">
            <a:avLst/>
          </a:prstGeom>
          <a:solidFill>
            <a:srgbClr val="CF5F0C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619488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633073" y="1131243"/>
            <a:ext cx="244537" cy="271707"/>
          </a:xfrm>
          <a:prstGeom prst="rect">
            <a:avLst/>
          </a:prstGeom>
          <a:solidFill>
            <a:srgbClr val="8C1A1A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891195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162903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176488" y="1131243"/>
            <a:ext cx="244537" cy="271707"/>
          </a:xfrm>
          <a:prstGeom prst="rect">
            <a:avLst/>
          </a:prstGeom>
          <a:solidFill>
            <a:srgbClr val="6B4A9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434610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448196" y="1131243"/>
            <a:ext cx="244537" cy="271707"/>
          </a:xfrm>
          <a:prstGeom prst="rect">
            <a:avLst/>
          </a:prstGeom>
          <a:solidFill>
            <a:srgbClr val="CF5F0C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706318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719903" y="1131243"/>
            <a:ext cx="244537" cy="271707"/>
          </a:xfrm>
          <a:prstGeom prst="rect">
            <a:avLst/>
          </a:prstGeom>
          <a:solidFill>
            <a:srgbClr val="CF5F0C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978025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991611" y="1131243"/>
            <a:ext cx="244537" cy="271707"/>
          </a:xfrm>
          <a:prstGeom prst="rect">
            <a:avLst/>
          </a:prstGeom>
          <a:solidFill>
            <a:srgbClr val="8C1A1A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1249733" y="109728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263318" y="1131243"/>
            <a:ext cx="244537" cy="271707"/>
          </a:xfrm>
          <a:prstGeom prst="rect">
            <a:avLst/>
          </a:prstGeom>
          <a:solidFill>
            <a:srgbClr val="8C1A1A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0080" y="1436914"/>
            <a:ext cx="822960" cy="33963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222222"/>
                </a:solidFill>
                <a:latin typeface="Arial"/>
              </a:rPr>
              <a:t>TP53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508760" y="1436914"/>
            <a:ext cx="457200" cy="33963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BBBBBB"/>
                </a:solidFill>
                <a:latin typeface="Arial"/>
              </a:rPr>
              <a:t>15/35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011680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283387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555095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568680" y="1470878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826802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840388" y="1470878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098510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370217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383803" y="1470878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641925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913632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927217" y="1470878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185339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457047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470632" y="1470878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728754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000462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272169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285755" y="1470878"/>
            <a:ext cx="244537" cy="271707"/>
          </a:xfrm>
          <a:prstGeom prst="rect">
            <a:avLst/>
          </a:prstGeom>
          <a:solidFill>
            <a:srgbClr val="8C1A1A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543877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557462" y="1470878"/>
            <a:ext cx="244537" cy="271707"/>
          </a:xfrm>
          <a:prstGeom prst="rect">
            <a:avLst/>
          </a:prstGeom>
          <a:solidFill>
            <a:srgbClr val="CF5F0C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815584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087291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358999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630706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644292" y="1470878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902414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174121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445829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459414" y="1470878"/>
            <a:ext cx="244537" cy="271707"/>
          </a:xfrm>
          <a:prstGeom prst="rect">
            <a:avLst/>
          </a:prstGeom>
          <a:solidFill>
            <a:srgbClr val="8C1A1A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717536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989243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002829" y="1470878"/>
            <a:ext cx="244537" cy="271707"/>
          </a:xfrm>
          <a:prstGeom prst="rect">
            <a:avLst/>
          </a:prstGeom>
          <a:solidFill>
            <a:srgbClr val="6B4A9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260951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532658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804366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076073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347781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619488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633073" y="1470878"/>
            <a:ext cx="244537" cy="271707"/>
          </a:xfrm>
          <a:prstGeom prst="rect">
            <a:avLst/>
          </a:prstGeom>
          <a:solidFill>
            <a:srgbClr val="8C1A1A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891195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162903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176488" y="1470878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434610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0706318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719903" y="1470878"/>
            <a:ext cx="244537" cy="271707"/>
          </a:xfrm>
          <a:prstGeom prst="rect">
            <a:avLst/>
          </a:prstGeom>
          <a:solidFill>
            <a:srgbClr val="8C1A1A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0978025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991611" y="1470878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1249733" y="143691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1263318" y="1470878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40080" y="1776549"/>
            <a:ext cx="822960" cy="33963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222222"/>
                </a:solidFill>
                <a:latin typeface="Arial"/>
              </a:rPr>
              <a:t>KRAS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508760" y="1776549"/>
            <a:ext cx="457200" cy="33963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BBBBBB"/>
                </a:solidFill>
                <a:latin typeface="Arial"/>
              </a:rPr>
              <a:t>10/35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2011680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2025265" y="1810512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283387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555095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2826802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3098510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3370217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3641925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913632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3927217" y="1810512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185339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4198925" y="1810512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4457047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4728754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000462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5272169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5285755" y="1810512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5543877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5557462" y="1810512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5815584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6087291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6358999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630706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6902414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7174121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7445829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717536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7731121" y="1810512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7989243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8002829" y="1810512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8260951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8532658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8804366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9076073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9347781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9361366" y="1810512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9619488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9891195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0162903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0176488" y="1810512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0434610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0706318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10978025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11249733" y="177654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11263318" y="1810512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" y="2116183"/>
            <a:ext cx="822960" cy="33963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222222"/>
                </a:solidFill>
                <a:latin typeface="Arial"/>
              </a:rPr>
              <a:t>PIK3CA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508760" y="2116183"/>
            <a:ext cx="457200" cy="33963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BBBBBB"/>
                </a:solidFill>
                <a:latin typeface="Arial"/>
              </a:rPr>
              <a:t>2/35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2011680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283387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2555095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2826802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3098510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3370217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3641925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913632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4185339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457047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728754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5000462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272169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5543877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5815584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087291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6358999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6630706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6902414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7174121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7445829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7717536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7731121" y="2150146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7989243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8260951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8532658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8804366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9076073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9347781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9361366" y="2150146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9619488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9891195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10162903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10434610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10706318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10978025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11249733" y="211618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640080" y="2455817"/>
            <a:ext cx="822960" cy="33963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222222"/>
                </a:solidFill>
                <a:latin typeface="Arial"/>
              </a:rPr>
              <a:t>SMAD4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1508760" y="2455817"/>
            <a:ext cx="457200" cy="33963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BBBBBB"/>
                </a:solidFill>
                <a:latin typeface="Arial"/>
              </a:rPr>
              <a:t>2/35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2011680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283387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2555095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2826802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2840388" y="2489781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098510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3370217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641925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3913632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185339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457047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4728754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5000462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5272169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5543877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5815584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6087291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6358999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6630706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6902414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7174121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7445829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7717536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7989243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8260951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8532658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8804366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9076073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9347781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9619488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9633073" y="2489781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9891195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10162903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10434610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10706318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10978025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11249733" y="245581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640080" y="2795451"/>
            <a:ext cx="822960" cy="33963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222222"/>
                </a:solidFill>
                <a:latin typeface="Arial"/>
              </a:rPr>
              <a:t>FBXW7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1508760" y="2795451"/>
            <a:ext cx="457200" cy="33963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BBBBBB"/>
                </a:solidFill>
                <a:latin typeface="Arial"/>
              </a:rPr>
              <a:t>5/35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2011680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2283387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2555095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2826802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3098510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3370217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3641925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3913632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3927217" y="2829415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4185339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4457047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4728754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5000462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5272169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5543877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5815584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6087291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6358999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6630706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6902414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6915999" y="2829415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7174121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7445829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7717536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7989243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8002829" y="2829415"/>
            <a:ext cx="244537" cy="271707"/>
          </a:xfrm>
          <a:prstGeom prst="rect">
            <a:avLst/>
          </a:prstGeom>
          <a:solidFill>
            <a:srgbClr val="8C1A1A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8260951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8532658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8804366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9076073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9347781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9619488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9633073" y="2829415"/>
            <a:ext cx="244537" cy="271707"/>
          </a:xfrm>
          <a:prstGeom prst="rect">
            <a:avLst/>
          </a:prstGeom>
          <a:solidFill>
            <a:srgbClr val="8C1A1A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9891195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10162903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10434610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10706318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10978025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11249733" y="279545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11263318" y="2829415"/>
            <a:ext cx="244537" cy="271707"/>
          </a:xfrm>
          <a:prstGeom prst="rect">
            <a:avLst/>
          </a:prstGeom>
          <a:solidFill>
            <a:srgbClr val="8C1A1A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640080" y="3135086"/>
            <a:ext cx="822960" cy="33963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222222"/>
                </a:solidFill>
                <a:latin typeface="Arial"/>
              </a:rPr>
              <a:t>KMT2D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508760" y="3135086"/>
            <a:ext cx="457200" cy="33963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BBBBBB"/>
                </a:solidFill>
                <a:latin typeface="Arial"/>
              </a:rPr>
              <a:t>3/35</a:t>
            </a:r>
          </a:p>
        </p:txBody>
      </p:sp>
      <p:sp>
        <p:nvSpPr>
          <p:cNvPr id="286" name="Rectangle 285"/>
          <p:cNvSpPr/>
          <p:nvPr/>
        </p:nvSpPr>
        <p:spPr>
          <a:xfrm>
            <a:off x="2011680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2283387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2555095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2826802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3098510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3370217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3383803" y="3169049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3641925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3655510" y="3169049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3913632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4185339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4457047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4728754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5000462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5272169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5543877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5557462" y="3169049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5815584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6087291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6358999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6630706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6902414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7174121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7445829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7717536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7989243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8260951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8532658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8804366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9076073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9347781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9619488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9891195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10162903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10434610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10706318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10978025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11249733" y="313508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TextBox 323"/>
          <p:cNvSpPr txBox="1"/>
          <p:nvPr/>
        </p:nvSpPr>
        <p:spPr>
          <a:xfrm>
            <a:off x="640080" y="3474720"/>
            <a:ext cx="822960" cy="33963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222222"/>
                </a:solidFill>
                <a:latin typeface="Arial"/>
              </a:rPr>
              <a:t>SOX9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1508760" y="3474720"/>
            <a:ext cx="457200" cy="33963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BBBBBB"/>
                </a:solidFill>
                <a:latin typeface="Arial"/>
              </a:rPr>
              <a:t>3/35</a:t>
            </a:r>
          </a:p>
        </p:txBody>
      </p:sp>
      <p:sp>
        <p:nvSpPr>
          <p:cNvPr id="326" name="Rectangle 325"/>
          <p:cNvSpPr/>
          <p:nvPr/>
        </p:nvSpPr>
        <p:spPr>
          <a:xfrm>
            <a:off x="2011680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2283387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2555095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2826802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3098510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3370217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3641925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3913632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4185339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4457047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4728754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5000462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5272169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5543877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5815584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6087291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6358999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6372584" y="3508683"/>
            <a:ext cx="244537" cy="271707"/>
          </a:xfrm>
          <a:prstGeom prst="rect">
            <a:avLst/>
          </a:prstGeom>
          <a:solidFill>
            <a:srgbClr val="CF5F0C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6630706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6902414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7174121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7445829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7717536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7731121" y="3508683"/>
            <a:ext cx="244537" cy="271707"/>
          </a:xfrm>
          <a:prstGeom prst="rect">
            <a:avLst/>
          </a:prstGeom>
          <a:solidFill>
            <a:srgbClr val="CF5F0C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7989243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8260951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8532658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8804366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9076073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9347781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9619488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9633073" y="3508683"/>
            <a:ext cx="244537" cy="271707"/>
          </a:xfrm>
          <a:prstGeom prst="rect">
            <a:avLst/>
          </a:prstGeom>
          <a:solidFill>
            <a:srgbClr val="CF5F0C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9891195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0162903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0434610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0706318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0978025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11249733" y="3474720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40080" y="3814354"/>
            <a:ext cx="822960" cy="33963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222222"/>
                </a:solidFill>
                <a:latin typeface="Arial"/>
              </a:rPr>
              <a:t>ARID1A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508760" y="3814354"/>
            <a:ext cx="457200" cy="33963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BBBBBB"/>
                </a:solidFill>
                <a:latin typeface="Arial"/>
              </a:rPr>
              <a:t>2/35</a:t>
            </a:r>
          </a:p>
        </p:txBody>
      </p:sp>
      <p:sp>
        <p:nvSpPr>
          <p:cNvPr id="366" name="Rectangle 365"/>
          <p:cNvSpPr/>
          <p:nvPr/>
        </p:nvSpPr>
        <p:spPr>
          <a:xfrm>
            <a:off x="2011680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283387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555095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826802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3098510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3112095" y="3848318"/>
            <a:ext cx="244537" cy="271707"/>
          </a:xfrm>
          <a:prstGeom prst="rect">
            <a:avLst/>
          </a:prstGeom>
          <a:solidFill>
            <a:srgbClr val="6B4A9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3370217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3641925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3913632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4185339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4457047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4728754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5000462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5272169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5543877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5815584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6087291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6358999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6630706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6902414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7174121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7445829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7717536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7989243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8260951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8532658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8804366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9076073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9347781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9361366" y="3848318"/>
            <a:ext cx="244537" cy="271707"/>
          </a:xfrm>
          <a:prstGeom prst="rect">
            <a:avLst/>
          </a:prstGeom>
          <a:solidFill>
            <a:srgbClr val="8C1A1A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9619488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9891195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10162903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10434610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10706318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10978025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11249733" y="3814354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TextBox 402"/>
          <p:cNvSpPr txBox="1"/>
          <p:nvPr/>
        </p:nvSpPr>
        <p:spPr>
          <a:xfrm>
            <a:off x="640080" y="4153989"/>
            <a:ext cx="822960" cy="33963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222222"/>
                </a:solidFill>
                <a:latin typeface="Arial"/>
              </a:rPr>
              <a:t>TCF7L2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1508760" y="4153989"/>
            <a:ext cx="457200" cy="33963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BBBBBB"/>
                </a:solidFill>
                <a:latin typeface="Arial"/>
              </a:rPr>
              <a:t>2/35</a:t>
            </a:r>
          </a:p>
        </p:txBody>
      </p:sp>
      <p:sp>
        <p:nvSpPr>
          <p:cNvPr id="405" name="Rectangle 404"/>
          <p:cNvSpPr/>
          <p:nvPr/>
        </p:nvSpPr>
        <p:spPr>
          <a:xfrm>
            <a:off x="2011680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2283387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2555095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2826802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3098510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3370217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3641925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3913632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4185339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4457047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4728754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5000462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5272169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5543877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Rectangle 418"/>
          <p:cNvSpPr/>
          <p:nvPr/>
        </p:nvSpPr>
        <p:spPr>
          <a:xfrm>
            <a:off x="5815584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Rectangle 419"/>
          <p:cNvSpPr/>
          <p:nvPr/>
        </p:nvSpPr>
        <p:spPr>
          <a:xfrm>
            <a:off x="6087291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6358999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6630706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Rectangle 422"/>
          <p:cNvSpPr/>
          <p:nvPr/>
        </p:nvSpPr>
        <p:spPr>
          <a:xfrm>
            <a:off x="6902414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Rectangle 423"/>
          <p:cNvSpPr/>
          <p:nvPr/>
        </p:nvSpPr>
        <p:spPr>
          <a:xfrm>
            <a:off x="7174121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Rectangle 424"/>
          <p:cNvSpPr/>
          <p:nvPr/>
        </p:nvSpPr>
        <p:spPr>
          <a:xfrm>
            <a:off x="7445829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Rectangle 425"/>
          <p:cNvSpPr/>
          <p:nvPr/>
        </p:nvSpPr>
        <p:spPr>
          <a:xfrm>
            <a:off x="7717536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Rectangle 426"/>
          <p:cNvSpPr/>
          <p:nvPr/>
        </p:nvSpPr>
        <p:spPr>
          <a:xfrm>
            <a:off x="7989243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Rectangle 427"/>
          <p:cNvSpPr/>
          <p:nvPr/>
        </p:nvSpPr>
        <p:spPr>
          <a:xfrm>
            <a:off x="8260951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Rectangle 428"/>
          <p:cNvSpPr/>
          <p:nvPr/>
        </p:nvSpPr>
        <p:spPr>
          <a:xfrm>
            <a:off x="8532658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Rectangle 429"/>
          <p:cNvSpPr/>
          <p:nvPr/>
        </p:nvSpPr>
        <p:spPr>
          <a:xfrm>
            <a:off x="8804366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Rectangle 430"/>
          <p:cNvSpPr/>
          <p:nvPr/>
        </p:nvSpPr>
        <p:spPr>
          <a:xfrm>
            <a:off x="9076073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Rectangle 431"/>
          <p:cNvSpPr/>
          <p:nvPr/>
        </p:nvSpPr>
        <p:spPr>
          <a:xfrm>
            <a:off x="9347781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Rectangle 432"/>
          <p:cNvSpPr/>
          <p:nvPr/>
        </p:nvSpPr>
        <p:spPr>
          <a:xfrm>
            <a:off x="9619488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Rectangle 433"/>
          <p:cNvSpPr/>
          <p:nvPr/>
        </p:nvSpPr>
        <p:spPr>
          <a:xfrm>
            <a:off x="9891195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Rectangle 434"/>
          <p:cNvSpPr/>
          <p:nvPr/>
        </p:nvSpPr>
        <p:spPr>
          <a:xfrm>
            <a:off x="10162903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Rectangle 435"/>
          <p:cNvSpPr/>
          <p:nvPr/>
        </p:nvSpPr>
        <p:spPr>
          <a:xfrm>
            <a:off x="10176488" y="4187952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Rectangle 436"/>
          <p:cNvSpPr/>
          <p:nvPr/>
        </p:nvSpPr>
        <p:spPr>
          <a:xfrm>
            <a:off x="10434610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Rectangle 437"/>
          <p:cNvSpPr/>
          <p:nvPr/>
        </p:nvSpPr>
        <p:spPr>
          <a:xfrm>
            <a:off x="10448196" y="4187952"/>
            <a:ext cx="244537" cy="271707"/>
          </a:xfrm>
          <a:prstGeom prst="rect">
            <a:avLst/>
          </a:prstGeom>
          <a:solidFill>
            <a:srgbClr val="6B4A9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Rectangle 438"/>
          <p:cNvSpPr/>
          <p:nvPr/>
        </p:nvSpPr>
        <p:spPr>
          <a:xfrm>
            <a:off x="10706318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Rectangle 439"/>
          <p:cNvSpPr/>
          <p:nvPr/>
        </p:nvSpPr>
        <p:spPr>
          <a:xfrm>
            <a:off x="10978025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Rectangle 440"/>
          <p:cNvSpPr/>
          <p:nvPr/>
        </p:nvSpPr>
        <p:spPr>
          <a:xfrm>
            <a:off x="11249733" y="4153989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TextBox 441"/>
          <p:cNvSpPr txBox="1"/>
          <p:nvPr/>
        </p:nvSpPr>
        <p:spPr>
          <a:xfrm>
            <a:off x="640080" y="4493623"/>
            <a:ext cx="822960" cy="33963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222222"/>
                </a:solidFill>
                <a:latin typeface="Arial"/>
              </a:rPr>
              <a:t>NRAS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1508760" y="4493623"/>
            <a:ext cx="457200" cy="33963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BBBBBB"/>
                </a:solidFill>
                <a:latin typeface="Arial"/>
              </a:rPr>
              <a:t>1/35</a:t>
            </a:r>
          </a:p>
        </p:txBody>
      </p:sp>
      <p:sp>
        <p:nvSpPr>
          <p:cNvPr id="444" name="Rectangle 443"/>
          <p:cNvSpPr/>
          <p:nvPr/>
        </p:nvSpPr>
        <p:spPr>
          <a:xfrm>
            <a:off x="2011680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Rectangle 444"/>
          <p:cNvSpPr/>
          <p:nvPr/>
        </p:nvSpPr>
        <p:spPr>
          <a:xfrm>
            <a:off x="2283387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Rectangle 445"/>
          <p:cNvSpPr/>
          <p:nvPr/>
        </p:nvSpPr>
        <p:spPr>
          <a:xfrm>
            <a:off x="2555095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Rectangle 446"/>
          <p:cNvSpPr/>
          <p:nvPr/>
        </p:nvSpPr>
        <p:spPr>
          <a:xfrm>
            <a:off x="2826802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Rectangle 447"/>
          <p:cNvSpPr/>
          <p:nvPr/>
        </p:nvSpPr>
        <p:spPr>
          <a:xfrm>
            <a:off x="3098510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Rectangle 448"/>
          <p:cNvSpPr/>
          <p:nvPr/>
        </p:nvSpPr>
        <p:spPr>
          <a:xfrm>
            <a:off x="3370217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Rectangle 449"/>
          <p:cNvSpPr/>
          <p:nvPr/>
        </p:nvSpPr>
        <p:spPr>
          <a:xfrm>
            <a:off x="3641925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Rectangle 450"/>
          <p:cNvSpPr/>
          <p:nvPr/>
        </p:nvSpPr>
        <p:spPr>
          <a:xfrm>
            <a:off x="3913632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Rectangle 451"/>
          <p:cNvSpPr/>
          <p:nvPr/>
        </p:nvSpPr>
        <p:spPr>
          <a:xfrm>
            <a:off x="4185339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Rectangle 452"/>
          <p:cNvSpPr/>
          <p:nvPr/>
        </p:nvSpPr>
        <p:spPr>
          <a:xfrm>
            <a:off x="4457047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Rectangle 453"/>
          <p:cNvSpPr/>
          <p:nvPr/>
        </p:nvSpPr>
        <p:spPr>
          <a:xfrm>
            <a:off x="4728754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Rectangle 454"/>
          <p:cNvSpPr/>
          <p:nvPr/>
        </p:nvSpPr>
        <p:spPr>
          <a:xfrm>
            <a:off x="5000462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Rectangle 455"/>
          <p:cNvSpPr/>
          <p:nvPr/>
        </p:nvSpPr>
        <p:spPr>
          <a:xfrm>
            <a:off x="5272169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Rectangle 456"/>
          <p:cNvSpPr/>
          <p:nvPr/>
        </p:nvSpPr>
        <p:spPr>
          <a:xfrm>
            <a:off x="5543877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Rectangle 457"/>
          <p:cNvSpPr/>
          <p:nvPr/>
        </p:nvSpPr>
        <p:spPr>
          <a:xfrm>
            <a:off x="5815584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Rectangle 458"/>
          <p:cNvSpPr/>
          <p:nvPr/>
        </p:nvSpPr>
        <p:spPr>
          <a:xfrm>
            <a:off x="6087291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Rectangle 459"/>
          <p:cNvSpPr/>
          <p:nvPr/>
        </p:nvSpPr>
        <p:spPr>
          <a:xfrm>
            <a:off x="6100877" y="4527586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Rectangle 460"/>
          <p:cNvSpPr/>
          <p:nvPr/>
        </p:nvSpPr>
        <p:spPr>
          <a:xfrm>
            <a:off x="6358999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Rectangle 461"/>
          <p:cNvSpPr/>
          <p:nvPr/>
        </p:nvSpPr>
        <p:spPr>
          <a:xfrm>
            <a:off x="6630706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6902414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Rectangle 463"/>
          <p:cNvSpPr/>
          <p:nvPr/>
        </p:nvSpPr>
        <p:spPr>
          <a:xfrm>
            <a:off x="7174121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Rectangle 464"/>
          <p:cNvSpPr/>
          <p:nvPr/>
        </p:nvSpPr>
        <p:spPr>
          <a:xfrm>
            <a:off x="7445829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Rectangle 465"/>
          <p:cNvSpPr/>
          <p:nvPr/>
        </p:nvSpPr>
        <p:spPr>
          <a:xfrm>
            <a:off x="7717536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Rectangle 466"/>
          <p:cNvSpPr/>
          <p:nvPr/>
        </p:nvSpPr>
        <p:spPr>
          <a:xfrm>
            <a:off x="7989243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Rectangle 467"/>
          <p:cNvSpPr/>
          <p:nvPr/>
        </p:nvSpPr>
        <p:spPr>
          <a:xfrm>
            <a:off x="8260951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Rectangle 468"/>
          <p:cNvSpPr/>
          <p:nvPr/>
        </p:nvSpPr>
        <p:spPr>
          <a:xfrm>
            <a:off x="8532658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Rectangle 469"/>
          <p:cNvSpPr/>
          <p:nvPr/>
        </p:nvSpPr>
        <p:spPr>
          <a:xfrm>
            <a:off x="8804366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Rectangle 470"/>
          <p:cNvSpPr/>
          <p:nvPr/>
        </p:nvSpPr>
        <p:spPr>
          <a:xfrm>
            <a:off x="9076073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Rectangle 471"/>
          <p:cNvSpPr/>
          <p:nvPr/>
        </p:nvSpPr>
        <p:spPr>
          <a:xfrm>
            <a:off x="9347781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Rectangle 472"/>
          <p:cNvSpPr/>
          <p:nvPr/>
        </p:nvSpPr>
        <p:spPr>
          <a:xfrm>
            <a:off x="9619488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Rectangle 473"/>
          <p:cNvSpPr/>
          <p:nvPr/>
        </p:nvSpPr>
        <p:spPr>
          <a:xfrm>
            <a:off x="9891195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Rectangle 474"/>
          <p:cNvSpPr/>
          <p:nvPr/>
        </p:nvSpPr>
        <p:spPr>
          <a:xfrm>
            <a:off x="10162903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Rectangle 475"/>
          <p:cNvSpPr/>
          <p:nvPr/>
        </p:nvSpPr>
        <p:spPr>
          <a:xfrm>
            <a:off x="10434610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Rectangle 476"/>
          <p:cNvSpPr/>
          <p:nvPr/>
        </p:nvSpPr>
        <p:spPr>
          <a:xfrm>
            <a:off x="10706318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Rectangle 477"/>
          <p:cNvSpPr/>
          <p:nvPr/>
        </p:nvSpPr>
        <p:spPr>
          <a:xfrm>
            <a:off x="10978025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Rectangle 478"/>
          <p:cNvSpPr/>
          <p:nvPr/>
        </p:nvSpPr>
        <p:spPr>
          <a:xfrm>
            <a:off x="11249733" y="4493623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TextBox 479"/>
          <p:cNvSpPr txBox="1"/>
          <p:nvPr/>
        </p:nvSpPr>
        <p:spPr>
          <a:xfrm>
            <a:off x="640080" y="4833257"/>
            <a:ext cx="822960" cy="33963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222222"/>
                </a:solidFill>
                <a:latin typeface="Arial"/>
              </a:rPr>
              <a:t>BRCA2</a:t>
            </a:r>
          </a:p>
        </p:txBody>
      </p:sp>
      <p:sp>
        <p:nvSpPr>
          <p:cNvPr id="481" name="TextBox 480"/>
          <p:cNvSpPr txBox="1"/>
          <p:nvPr/>
        </p:nvSpPr>
        <p:spPr>
          <a:xfrm>
            <a:off x="1508760" y="4833257"/>
            <a:ext cx="457200" cy="33963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BBBBBB"/>
                </a:solidFill>
                <a:latin typeface="Arial"/>
              </a:rPr>
              <a:t>2/35</a:t>
            </a:r>
          </a:p>
        </p:txBody>
      </p:sp>
      <p:sp>
        <p:nvSpPr>
          <p:cNvPr id="482" name="Rectangle 481"/>
          <p:cNvSpPr/>
          <p:nvPr/>
        </p:nvSpPr>
        <p:spPr>
          <a:xfrm>
            <a:off x="2011680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Rectangle 482"/>
          <p:cNvSpPr/>
          <p:nvPr/>
        </p:nvSpPr>
        <p:spPr>
          <a:xfrm>
            <a:off x="2283387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Rectangle 483"/>
          <p:cNvSpPr/>
          <p:nvPr/>
        </p:nvSpPr>
        <p:spPr>
          <a:xfrm>
            <a:off x="2555095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Rectangle 484"/>
          <p:cNvSpPr/>
          <p:nvPr/>
        </p:nvSpPr>
        <p:spPr>
          <a:xfrm>
            <a:off x="2826802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Rectangle 485"/>
          <p:cNvSpPr/>
          <p:nvPr/>
        </p:nvSpPr>
        <p:spPr>
          <a:xfrm>
            <a:off x="3098510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Rectangle 486"/>
          <p:cNvSpPr/>
          <p:nvPr/>
        </p:nvSpPr>
        <p:spPr>
          <a:xfrm>
            <a:off x="3370217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Rectangle 487"/>
          <p:cNvSpPr/>
          <p:nvPr/>
        </p:nvSpPr>
        <p:spPr>
          <a:xfrm>
            <a:off x="3641925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Rectangle 488"/>
          <p:cNvSpPr/>
          <p:nvPr/>
        </p:nvSpPr>
        <p:spPr>
          <a:xfrm>
            <a:off x="3655510" y="4867221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Rectangle 489"/>
          <p:cNvSpPr/>
          <p:nvPr/>
        </p:nvSpPr>
        <p:spPr>
          <a:xfrm>
            <a:off x="3913632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Rectangle 490"/>
          <p:cNvSpPr/>
          <p:nvPr/>
        </p:nvSpPr>
        <p:spPr>
          <a:xfrm>
            <a:off x="4185339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Rectangle 491"/>
          <p:cNvSpPr/>
          <p:nvPr/>
        </p:nvSpPr>
        <p:spPr>
          <a:xfrm>
            <a:off x="4457047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Rectangle 492"/>
          <p:cNvSpPr/>
          <p:nvPr/>
        </p:nvSpPr>
        <p:spPr>
          <a:xfrm>
            <a:off x="4728754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Rectangle 493"/>
          <p:cNvSpPr/>
          <p:nvPr/>
        </p:nvSpPr>
        <p:spPr>
          <a:xfrm>
            <a:off x="5000462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Rectangle 494"/>
          <p:cNvSpPr/>
          <p:nvPr/>
        </p:nvSpPr>
        <p:spPr>
          <a:xfrm>
            <a:off x="5272169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Rectangle 495"/>
          <p:cNvSpPr/>
          <p:nvPr/>
        </p:nvSpPr>
        <p:spPr>
          <a:xfrm>
            <a:off x="5543877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Rectangle 496"/>
          <p:cNvSpPr/>
          <p:nvPr/>
        </p:nvSpPr>
        <p:spPr>
          <a:xfrm>
            <a:off x="5815584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Rectangle 497"/>
          <p:cNvSpPr/>
          <p:nvPr/>
        </p:nvSpPr>
        <p:spPr>
          <a:xfrm>
            <a:off x="6087291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Rectangle 498"/>
          <p:cNvSpPr/>
          <p:nvPr/>
        </p:nvSpPr>
        <p:spPr>
          <a:xfrm>
            <a:off x="6358999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Rectangle 499"/>
          <p:cNvSpPr/>
          <p:nvPr/>
        </p:nvSpPr>
        <p:spPr>
          <a:xfrm>
            <a:off x="6630706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Rectangle 500"/>
          <p:cNvSpPr/>
          <p:nvPr/>
        </p:nvSpPr>
        <p:spPr>
          <a:xfrm>
            <a:off x="6902414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Rectangle 501"/>
          <p:cNvSpPr/>
          <p:nvPr/>
        </p:nvSpPr>
        <p:spPr>
          <a:xfrm>
            <a:off x="7174121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Rectangle 502"/>
          <p:cNvSpPr/>
          <p:nvPr/>
        </p:nvSpPr>
        <p:spPr>
          <a:xfrm>
            <a:off x="7445829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Rectangle 503"/>
          <p:cNvSpPr/>
          <p:nvPr/>
        </p:nvSpPr>
        <p:spPr>
          <a:xfrm>
            <a:off x="7717536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Rectangle 504"/>
          <p:cNvSpPr/>
          <p:nvPr/>
        </p:nvSpPr>
        <p:spPr>
          <a:xfrm>
            <a:off x="7989243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Rectangle 505"/>
          <p:cNvSpPr/>
          <p:nvPr/>
        </p:nvSpPr>
        <p:spPr>
          <a:xfrm>
            <a:off x="8260951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Rectangle 506"/>
          <p:cNvSpPr/>
          <p:nvPr/>
        </p:nvSpPr>
        <p:spPr>
          <a:xfrm>
            <a:off x="8532658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Rectangle 507"/>
          <p:cNvSpPr/>
          <p:nvPr/>
        </p:nvSpPr>
        <p:spPr>
          <a:xfrm>
            <a:off x="8804366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Rectangle 508"/>
          <p:cNvSpPr/>
          <p:nvPr/>
        </p:nvSpPr>
        <p:spPr>
          <a:xfrm>
            <a:off x="9076073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Rectangle 509"/>
          <p:cNvSpPr/>
          <p:nvPr/>
        </p:nvSpPr>
        <p:spPr>
          <a:xfrm>
            <a:off x="9347781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Rectangle 510"/>
          <p:cNvSpPr/>
          <p:nvPr/>
        </p:nvSpPr>
        <p:spPr>
          <a:xfrm>
            <a:off x="9619488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Rectangle 511"/>
          <p:cNvSpPr/>
          <p:nvPr/>
        </p:nvSpPr>
        <p:spPr>
          <a:xfrm>
            <a:off x="9891195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Rectangle 512"/>
          <p:cNvSpPr/>
          <p:nvPr/>
        </p:nvSpPr>
        <p:spPr>
          <a:xfrm>
            <a:off x="10162903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Rectangle 513"/>
          <p:cNvSpPr/>
          <p:nvPr/>
        </p:nvSpPr>
        <p:spPr>
          <a:xfrm>
            <a:off x="10434610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Rectangle 514"/>
          <p:cNvSpPr/>
          <p:nvPr/>
        </p:nvSpPr>
        <p:spPr>
          <a:xfrm>
            <a:off x="10706318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Rectangle 515"/>
          <p:cNvSpPr/>
          <p:nvPr/>
        </p:nvSpPr>
        <p:spPr>
          <a:xfrm>
            <a:off x="10719903" y="4867221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Rectangle 516"/>
          <p:cNvSpPr/>
          <p:nvPr/>
        </p:nvSpPr>
        <p:spPr>
          <a:xfrm>
            <a:off x="10978025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Rectangle 517"/>
          <p:cNvSpPr/>
          <p:nvPr/>
        </p:nvSpPr>
        <p:spPr>
          <a:xfrm>
            <a:off x="11249733" y="4833257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TextBox 518"/>
          <p:cNvSpPr txBox="1"/>
          <p:nvPr/>
        </p:nvSpPr>
        <p:spPr>
          <a:xfrm>
            <a:off x="640080" y="5172891"/>
            <a:ext cx="822960" cy="33963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222222"/>
                </a:solidFill>
                <a:latin typeface="Arial"/>
              </a:rPr>
              <a:t>ATM</a:t>
            </a:r>
          </a:p>
        </p:txBody>
      </p:sp>
      <p:sp>
        <p:nvSpPr>
          <p:cNvPr id="520" name="TextBox 519"/>
          <p:cNvSpPr txBox="1"/>
          <p:nvPr/>
        </p:nvSpPr>
        <p:spPr>
          <a:xfrm>
            <a:off x="1508760" y="5172891"/>
            <a:ext cx="457200" cy="33963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BBBBBB"/>
                </a:solidFill>
                <a:latin typeface="Arial"/>
              </a:rPr>
              <a:t>2/35</a:t>
            </a:r>
          </a:p>
        </p:txBody>
      </p:sp>
      <p:sp>
        <p:nvSpPr>
          <p:cNvPr id="521" name="Rectangle 520"/>
          <p:cNvSpPr/>
          <p:nvPr/>
        </p:nvSpPr>
        <p:spPr>
          <a:xfrm>
            <a:off x="2011680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Rectangle 521"/>
          <p:cNvSpPr/>
          <p:nvPr/>
        </p:nvSpPr>
        <p:spPr>
          <a:xfrm>
            <a:off x="2283387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Rectangle 522"/>
          <p:cNvSpPr/>
          <p:nvPr/>
        </p:nvSpPr>
        <p:spPr>
          <a:xfrm>
            <a:off x="2555095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Rectangle 523"/>
          <p:cNvSpPr/>
          <p:nvPr/>
        </p:nvSpPr>
        <p:spPr>
          <a:xfrm>
            <a:off x="2826802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Rectangle 524"/>
          <p:cNvSpPr/>
          <p:nvPr/>
        </p:nvSpPr>
        <p:spPr>
          <a:xfrm>
            <a:off x="3098510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Rectangle 525"/>
          <p:cNvSpPr/>
          <p:nvPr/>
        </p:nvSpPr>
        <p:spPr>
          <a:xfrm>
            <a:off x="3370217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Rectangle 526"/>
          <p:cNvSpPr/>
          <p:nvPr/>
        </p:nvSpPr>
        <p:spPr>
          <a:xfrm>
            <a:off x="3641925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Rectangle 527"/>
          <p:cNvSpPr/>
          <p:nvPr/>
        </p:nvSpPr>
        <p:spPr>
          <a:xfrm>
            <a:off x="3913632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Rectangle 528"/>
          <p:cNvSpPr/>
          <p:nvPr/>
        </p:nvSpPr>
        <p:spPr>
          <a:xfrm>
            <a:off x="4185339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Rectangle 529"/>
          <p:cNvSpPr/>
          <p:nvPr/>
        </p:nvSpPr>
        <p:spPr>
          <a:xfrm>
            <a:off x="4457047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Rectangle 530"/>
          <p:cNvSpPr/>
          <p:nvPr/>
        </p:nvSpPr>
        <p:spPr>
          <a:xfrm>
            <a:off x="4728754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Rectangle 531"/>
          <p:cNvSpPr/>
          <p:nvPr/>
        </p:nvSpPr>
        <p:spPr>
          <a:xfrm>
            <a:off x="5000462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Rectangle 532"/>
          <p:cNvSpPr/>
          <p:nvPr/>
        </p:nvSpPr>
        <p:spPr>
          <a:xfrm>
            <a:off x="5272169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Rectangle 533"/>
          <p:cNvSpPr/>
          <p:nvPr/>
        </p:nvSpPr>
        <p:spPr>
          <a:xfrm>
            <a:off x="5543877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Rectangle 534"/>
          <p:cNvSpPr/>
          <p:nvPr/>
        </p:nvSpPr>
        <p:spPr>
          <a:xfrm>
            <a:off x="5815584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Rectangle 535"/>
          <p:cNvSpPr/>
          <p:nvPr/>
        </p:nvSpPr>
        <p:spPr>
          <a:xfrm>
            <a:off x="6087291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Rectangle 536"/>
          <p:cNvSpPr/>
          <p:nvPr/>
        </p:nvSpPr>
        <p:spPr>
          <a:xfrm>
            <a:off x="6100877" y="5206855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Rectangle 537"/>
          <p:cNvSpPr/>
          <p:nvPr/>
        </p:nvSpPr>
        <p:spPr>
          <a:xfrm>
            <a:off x="6358999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Rectangle 538"/>
          <p:cNvSpPr/>
          <p:nvPr/>
        </p:nvSpPr>
        <p:spPr>
          <a:xfrm>
            <a:off x="6630706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Rectangle 539"/>
          <p:cNvSpPr/>
          <p:nvPr/>
        </p:nvSpPr>
        <p:spPr>
          <a:xfrm>
            <a:off x="6902414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7174121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7445829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Rectangle 542"/>
          <p:cNvSpPr/>
          <p:nvPr/>
        </p:nvSpPr>
        <p:spPr>
          <a:xfrm>
            <a:off x="7717536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Rectangle 543"/>
          <p:cNvSpPr/>
          <p:nvPr/>
        </p:nvSpPr>
        <p:spPr>
          <a:xfrm>
            <a:off x="7989243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Rectangle 544"/>
          <p:cNvSpPr/>
          <p:nvPr/>
        </p:nvSpPr>
        <p:spPr>
          <a:xfrm>
            <a:off x="8260951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Rectangle 545"/>
          <p:cNvSpPr/>
          <p:nvPr/>
        </p:nvSpPr>
        <p:spPr>
          <a:xfrm>
            <a:off x="8532658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Rectangle 546"/>
          <p:cNvSpPr/>
          <p:nvPr/>
        </p:nvSpPr>
        <p:spPr>
          <a:xfrm>
            <a:off x="8804366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Rectangle 547"/>
          <p:cNvSpPr/>
          <p:nvPr/>
        </p:nvSpPr>
        <p:spPr>
          <a:xfrm>
            <a:off x="9076073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Rectangle 548"/>
          <p:cNvSpPr/>
          <p:nvPr/>
        </p:nvSpPr>
        <p:spPr>
          <a:xfrm>
            <a:off x="9347781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Rectangle 549"/>
          <p:cNvSpPr/>
          <p:nvPr/>
        </p:nvSpPr>
        <p:spPr>
          <a:xfrm>
            <a:off x="9361366" y="5206855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Rectangle 550"/>
          <p:cNvSpPr/>
          <p:nvPr/>
        </p:nvSpPr>
        <p:spPr>
          <a:xfrm>
            <a:off x="9619488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Rectangle 551"/>
          <p:cNvSpPr/>
          <p:nvPr/>
        </p:nvSpPr>
        <p:spPr>
          <a:xfrm>
            <a:off x="9891195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Rectangle 552"/>
          <p:cNvSpPr/>
          <p:nvPr/>
        </p:nvSpPr>
        <p:spPr>
          <a:xfrm>
            <a:off x="10162903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Rectangle 553"/>
          <p:cNvSpPr/>
          <p:nvPr/>
        </p:nvSpPr>
        <p:spPr>
          <a:xfrm>
            <a:off x="10434610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Rectangle 554"/>
          <p:cNvSpPr/>
          <p:nvPr/>
        </p:nvSpPr>
        <p:spPr>
          <a:xfrm>
            <a:off x="10706318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Rectangle 555"/>
          <p:cNvSpPr/>
          <p:nvPr/>
        </p:nvSpPr>
        <p:spPr>
          <a:xfrm>
            <a:off x="10978025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Rectangle 556"/>
          <p:cNvSpPr/>
          <p:nvPr/>
        </p:nvSpPr>
        <p:spPr>
          <a:xfrm>
            <a:off x="11249733" y="5172891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TextBox 557"/>
          <p:cNvSpPr txBox="1"/>
          <p:nvPr/>
        </p:nvSpPr>
        <p:spPr>
          <a:xfrm>
            <a:off x="640080" y="5512526"/>
            <a:ext cx="822960" cy="33963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>
                <a:solidFill>
                  <a:srgbClr val="222222"/>
                </a:solidFill>
                <a:latin typeface="Arial"/>
              </a:rPr>
              <a:t>FAT4</a:t>
            </a:r>
          </a:p>
        </p:txBody>
      </p:sp>
      <p:sp>
        <p:nvSpPr>
          <p:cNvPr id="559" name="TextBox 558"/>
          <p:cNvSpPr txBox="1"/>
          <p:nvPr/>
        </p:nvSpPr>
        <p:spPr>
          <a:xfrm>
            <a:off x="1508760" y="5512526"/>
            <a:ext cx="457200" cy="33963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BBBBBB"/>
                </a:solidFill>
                <a:latin typeface="Arial"/>
              </a:rPr>
              <a:t>3/35</a:t>
            </a:r>
          </a:p>
        </p:txBody>
      </p:sp>
      <p:sp>
        <p:nvSpPr>
          <p:cNvPr id="560" name="Rectangle 559"/>
          <p:cNvSpPr/>
          <p:nvPr/>
        </p:nvSpPr>
        <p:spPr>
          <a:xfrm>
            <a:off x="2011680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Rectangle 560"/>
          <p:cNvSpPr/>
          <p:nvPr/>
        </p:nvSpPr>
        <p:spPr>
          <a:xfrm>
            <a:off x="2283387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Rectangle 561"/>
          <p:cNvSpPr/>
          <p:nvPr/>
        </p:nvSpPr>
        <p:spPr>
          <a:xfrm>
            <a:off x="2555095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Rectangle 562"/>
          <p:cNvSpPr/>
          <p:nvPr/>
        </p:nvSpPr>
        <p:spPr>
          <a:xfrm>
            <a:off x="2826802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Rectangle 563"/>
          <p:cNvSpPr/>
          <p:nvPr/>
        </p:nvSpPr>
        <p:spPr>
          <a:xfrm>
            <a:off x="2840388" y="5546489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Rectangle 564"/>
          <p:cNvSpPr/>
          <p:nvPr/>
        </p:nvSpPr>
        <p:spPr>
          <a:xfrm>
            <a:off x="3098510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Rectangle 565"/>
          <p:cNvSpPr/>
          <p:nvPr/>
        </p:nvSpPr>
        <p:spPr>
          <a:xfrm>
            <a:off x="3370217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Rectangle 566"/>
          <p:cNvSpPr/>
          <p:nvPr/>
        </p:nvSpPr>
        <p:spPr>
          <a:xfrm>
            <a:off x="3641925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Rectangle 567"/>
          <p:cNvSpPr/>
          <p:nvPr/>
        </p:nvSpPr>
        <p:spPr>
          <a:xfrm>
            <a:off x="3913632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Rectangle 568"/>
          <p:cNvSpPr/>
          <p:nvPr/>
        </p:nvSpPr>
        <p:spPr>
          <a:xfrm>
            <a:off x="4185339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Rectangle 569"/>
          <p:cNvSpPr/>
          <p:nvPr/>
        </p:nvSpPr>
        <p:spPr>
          <a:xfrm>
            <a:off x="4457047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Rectangle 570"/>
          <p:cNvSpPr/>
          <p:nvPr/>
        </p:nvSpPr>
        <p:spPr>
          <a:xfrm>
            <a:off x="4728754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Rectangle 571"/>
          <p:cNvSpPr/>
          <p:nvPr/>
        </p:nvSpPr>
        <p:spPr>
          <a:xfrm>
            <a:off x="4742340" y="5546489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Rectangle 572"/>
          <p:cNvSpPr/>
          <p:nvPr/>
        </p:nvSpPr>
        <p:spPr>
          <a:xfrm>
            <a:off x="5000462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Rectangle 573"/>
          <p:cNvSpPr/>
          <p:nvPr/>
        </p:nvSpPr>
        <p:spPr>
          <a:xfrm>
            <a:off x="5272169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Rectangle 574"/>
          <p:cNvSpPr/>
          <p:nvPr/>
        </p:nvSpPr>
        <p:spPr>
          <a:xfrm>
            <a:off x="5543877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Rectangle 575"/>
          <p:cNvSpPr/>
          <p:nvPr/>
        </p:nvSpPr>
        <p:spPr>
          <a:xfrm>
            <a:off x="5557462" y="5546489"/>
            <a:ext cx="244537" cy="271707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Rectangle 576"/>
          <p:cNvSpPr/>
          <p:nvPr/>
        </p:nvSpPr>
        <p:spPr>
          <a:xfrm>
            <a:off x="5815584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Rectangle 577"/>
          <p:cNvSpPr/>
          <p:nvPr/>
        </p:nvSpPr>
        <p:spPr>
          <a:xfrm>
            <a:off x="6087291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Rectangle 578"/>
          <p:cNvSpPr/>
          <p:nvPr/>
        </p:nvSpPr>
        <p:spPr>
          <a:xfrm>
            <a:off x="6358999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Rectangle 579"/>
          <p:cNvSpPr/>
          <p:nvPr/>
        </p:nvSpPr>
        <p:spPr>
          <a:xfrm>
            <a:off x="6630706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Rectangle 580"/>
          <p:cNvSpPr/>
          <p:nvPr/>
        </p:nvSpPr>
        <p:spPr>
          <a:xfrm>
            <a:off x="6902414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Rectangle 581"/>
          <p:cNvSpPr/>
          <p:nvPr/>
        </p:nvSpPr>
        <p:spPr>
          <a:xfrm>
            <a:off x="7174121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Rectangle 582"/>
          <p:cNvSpPr/>
          <p:nvPr/>
        </p:nvSpPr>
        <p:spPr>
          <a:xfrm>
            <a:off x="7445829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Rectangle 583"/>
          <p:cNvSpPr/>
          <p:nvPr/>
        </p:nvSpPr>
        <p:spPr>
          <a:xfrm>
            <a:off x="7717536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Rectangle 584"/>
          <p:cNvSpPr/>
          <p:nvPr/>
        </p:nvSpPr>
        <p:spPr>
          <a:xfrm>
            <a:off x="7989243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Rectangle 585"/>
          <p:cNvSpPr/>
          <p:nvPr/>
        </p:nvSpPr>
        <p:spPr>
          <a:xfrm>
            <a:off x="8260951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Rectangle 586"/>
          <p:cNvSpPr/>
          <p:nvPr/>
        </p:nvSpPr>
        <p:spPr>
          <a:xfrm>
            <a:off x="8532658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Rectangle 587"/>
          <p:cNvSpPr/>
          <p:nvPr/>
        </p:nvSpPr>
        <p:spPr>
          <a:xfrm>
            <a:off x="8804366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Rectangle 588"/>
          <p:cNvSpPr/>
          <p:nvPr/>
        </p:nvSpPr>
        <p:spPr>
          <a:xfrm>
            <a:off x="9076073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Rectangle 589"/>
          <p:cNvSpPr/>
          <p:nvPr/>
        </p:nvSpPr>
        <p:spPr>
          <a:xfrm>
            <a:off x="9347781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Rectangle 590"/>
          <p:cNvSpPr/>
          <p:nvPr/>
        </p:nvSpPr>
        <p:spPr>
          <a:xfrm>
            <a:off x="9619488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Rectangle 591"/>
          <p:cNvSpPr/>
          <p:nvPr/>
        </p:nvSpPr>
        <p:spPr>
          <a:xfrm>
            <a:off x="9891195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Rectangle 592"/>
          <p:cNvSpPr/>
          <p:nvPr/>
        </p:nvSpPr>
        <p:spPr>
          <a:xfrm>
            <a:off x="10162903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Rectangle 593"/>
          <p:cNvSpPr/>
          <p:nvPr/>
        </p:nvSpPr>
        <p:spPr>
          <a:xfrm>
            <a:off x="10434610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Rectangle 594"/>
          <p:cNvSpPr/>
          <p:nvPr/>
        </p:nvSpPr>
        <p:spPr>
          <a:xfrm>
            <a:off x="10706318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Rectangle 595"/>
          <p:cNvSpPr/>
          <p:nvPr/>
        </p:nvSpPr>
        <p:spPr>
          <a:xfrm>
            <a:off x="10978025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Rectangle 596"/>
          <p:cNvSpPr/>
          <p:nvPr/>
        </p:nvSpPr>
        <p:spPr>
          <a:xfrm>
            <a:off x="11249733" y="5512526"/>
            <a:ext cx="271707" cy="339634"/>
          </a:xfrm>
          <a:prstGeom prst="rect">
            <a:avLst/>
          </a:prstGeom>
          <a:solidFill>
            <a:srgbClr val="F0F0F0"/>
          </a:solidFill>
          <a:ln w="25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Rectangle 597"/>
          <p:cNvSpPr/>
          <p:nvPr/>
        </p:nvSpPr>
        <p:spPr>
          <a:xfrm>
            <a:off x="2011680" y="5879592"/>
            <a:ext cx="271707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TextBox 598"/>
          <p:cNvSpPr txBox="1"/>
          <p:nvPr/>
        </p:nvSpPr>
        <p:spPr>
          <a:xfrm>
            <a:off x="2011680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</a:t>
            </a:r>
          </a:p>
        </p:txBody>
      </p:sp>
      <p:sp>
        <p:nvSpPr>
          <p:cNvPr id="600" name="Rectangle 599"/>
          <p:cNvSpPr/>
          <p:nvPr/>
        </p:nvSpPr>
        <p:spPr>
          <a:xfrm>
            <a:off x="2283387" y="5879592"/>
            <a:ext cx="271707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TextBox 600"/>
          <p:cNvSpPr txBox="1"/>
          <p:nvPr/>
        </p:nvSpPr>
        <p:spPr>
          <a:xfrm>
            <a:off x="2283387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5</a:t>
            </a:r>
          </a:p>
        </p:txBody>
      </p:sp>
      <p:sp>
        <p:nvSpPr>
          <p:cNvPr id="602" name="Rectangle 601"/>
          <p:cNvSpPr/>
          <p:nvPr/>
        </p:nvSpPr>
        <p:spPr>
          <a:xfrm>
            <a:off x="2555095" y="5879592"/>
            <a:ext cx="271707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TextBox 602"/>
          <p:cNvSpPr txBox="1"/>
          <p:nvPr/>
        </p:nvSpPr>
        <p:spPr>
          <a:xfrm>
            <a:off x="2555095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7</a:t>
            </a:r>
          </a:p>
        </p:txBody>
      </p:sp>
      <p:sp>
        <p:nvSpPr>
          <p:cNvPr id="604" name="Rectangle 603"/>
          <p:cNvSpPr/>
          <p:nvPr/>
        </p:nvSpPr>
        <p:spPr>
          <a:xfrm>
            <a:off x="2826802" y="5879592"/>
            <a:ext cx="271707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TextBox 604"/>
          <p:cNvSpPr txBox="1"/>
          <p:nvPr/>
        </p:nvSpPr>
        <p:spPr>
          <a:xfrm>
            <a:off x="2826802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12</a:t>
            </a:r>
          </a:p>
        </p:txBody>
      </p:sp>
      <p:sp>
        <p:nvSpPr>
          <p:cNvPr id="606" name="Rectangle 605"/>
          <p:cNvSpPr/>
          <p:nvPr/>
        </p:nvSpPr>
        <p:spPr>
          <a:xfrm>
            <a:off x="3098510" y="5879592"/>
            <a:ext cx="271707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TextBox 606"/>
          <p:cNvSpPr txBox="1"/>
          <p:nvPr/>
        </p:nvSpPr>
        <p:spPr>
          <a:xfrm>
            <a:off x="3098510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15</a:t>
            </a:r>
          </a:p>
        </p:txBody>
      </p:sp>
      <p:sp>
        <p:nvSpPr>
          <p:cNvPr id="608" name="Rectangle 607"/>
          <p:cNvSpPr/>
          <p:nvPr/>
        </p:nvSpPr>
        <p:spPr>
          <a:xfrm>
            <a:off x="3370217" y="5879592"/>
            <a:ext cx="271707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TextBox 608"/>
          <p:cNvSpPr txBox="1"/>
          <p:nvPr/>
        </p:nvSpPr>
        <p:spPr>
          <a:xfrm>
            <a:off x="3370217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18</a:t>
            </a:r>
          </a:p>
        </p:txBody>
      </p:sp>
      <p:sp>
        <p:nvSpPr>
          <p:cNvPr id="610" name="Rectangle 609"/>
          <p:cNvSpPr/>
          <p:nvPr/>
        </p:nvSpPr>
        <p:spPr>
          <a:xfrm>
            <a:off x="3641925" y="5879592"/>
            <a:ext cx="271707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TextBox 610"/>
          <p:cNvSpPr txBox="1"/>
          <p:nvPr/>
        </p:nvSpPr>
        <p:spPr>
          <a:xfrm>
            <a:off x="3641925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19</a:t>
            </a:r>
          </a:p>
        </p:txBody>
      </p:sp>
      <p:sp>
        <p:nvSpPr>
          <p:cNvPr id="612" name="Rectangle 611"/>
          <p:cNvSpPr/>
          <p:nvPr/>
        </p:nvSpPr>
        <p:spPr>
          <a:xfrm>
            <a:off x="3913632" y="5879592"/>
            <a:ext cx="271707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TextBox 612"/>
          <p:cNvSpPr txBox="1"/>
          <p:nvPr/>
        </p:nvSpPr>
        <p:spPr>
          <a:xfrm>
            <a:off x="3913632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21</a:t>
            </a:r>
          </a:p>
        </p:txBody>
      </p:sp>
      <p:sp>
        <p:nvSpPr>
          <p:cNvPr id="614" name="Rectangle 613"/>
          <p:cNvSpPr/>
          <p:nvPr/>
        </p:nvSpPr>
        <p:spPr>
          <a:xfrm>
            <a:off x="4185339" y="5879592"/>
            <a:ext cx="271707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TextBox 614"/>
          <p:cNvSpPr txBox="1"/>
          <p:nvPr/>
        </p:nvSpPr>
        <p:spPr>
          <a:xfrm>
            <a:off x="4185339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22</a:t>
            </a:r>
          </a:p>
        </p:txBody>
      </p:sp>
      <p:sp>
        <p:nvSpPr>
          <p:cNvPr id="616" name="Rectangle 615"/>
          <p:cNvSpPr/>
          <p:nvPr/>
        </p:nvSpPr>
        <p:spPr>
          <a:xfrm>
            <a:off x="4457047" y="5879592"/>
            <a:ext cx="271707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TextBox 616"/>
          <p:cNvSpPr txBox="1"/>
          <p:nvPr/>
        </p:nvSpPr>
        <p:spPr>
          <a:xfrm>
            <a:off x="4457047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26</a:t>
            </a:r>
          </a:p>
        </p:txBody>
      </p:sp>
      <p:sp>
        <p:nvSpPr>
          <p:cNvPr id="618" name="Rectangle 617"/>
          <p:cNvSpPr/>
          <p:nvPr/>
        </p:nvSpPr>
        <p:spPr>
          <a:xfrm>
            <a:off x="4728754" y="5879592"/>
            <a:ext cx="271707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TextBox 618"/>
          <p:cNvSpPr txBox="1"/>
          <p:nvPr/>
        </p:nvSpPr>
        <p:spPr>
          <a:xfrm>
            <a:off x="4728754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33</a:t>
            </a:r>
          </a:p>
        </p:txBody>
      </p:sp>
      <p:sp>
        <p:nvSpPr>
          <p:cNvPr id="620" name="Rectangle 619"/>
          <p:cNvSpPr/>
          <p:nvPr/>
        </p:nvSpPr>
        <p:spPr>
          <a:xfrm>
            <a:off x="5000462" y="5879592"/>
            <a:ext cx="271707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TextBox 620"/>
          <p:cNvSpPr txBox="1"/>
          <p:nvPr/>
        </p:nvSpPr>
        <p:spPr>
          <a:xfrm>
            <a:off x="5000462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34</a:t>
            </a:r>
          </a:p>
        </p:txBody>
      </p:sp>
      <p:sp>
        <p:nvSpPr>
          <p:cNvPr id="622" name="Rectangle 621"/>
          <p:cNvSpPr/>
          <p:nvPr/>
        </p:nvSpPr>
        <p:spPr>
          <a:xfrm>
            <a:off x="5272169" y="5879592"/>
            <a:ext cx="271707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TextBox 622"/>
          <p:cNvSpPr txBox="1"/>
          <p:nvPr/>
        </p:nvSpPr>
        <p:spPr>
          <a:xfrm>
            <a:off x="5272169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10</a:t>
            </a:r>
          </a:p>
        </p:txBody>
      </p:sp>
      <p:sp>
        <p:nvSpPr>
          <p:cNvPr id="624" name="Rectangle 623"/>
          <p:cNvSpPr/>
          <p:nvPr/>
        </p:nvSpPr>
        <p:spPr>
          <a:xfrm>
            <a:off x="5543877" y="5879592"/>
            <a:ext cx="271707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TextBox 624"/>
          <p:cNvSpPr txBox="1"/>
          <p:nvPr/>
        </p:nvSpPr>
        <p:spPr>
          <a:xfrm>
            <a:off x="5543877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11</a:t>
            </a:r>
          </a:p>
        </p:txBody>
      </p:sp>
      <p:sp>
        <p:nvSpPr>
          <p:cNvPr id="626" name="Rectangle 625"/>
          <p:cNvSpPr/>
          <p:nvPr/>
        </p:nvSpPr>
        <p:spPr>
          <a:xfrm>
            <a:off x="5815584" y="5879592"/>
            <a:ext cx="271707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TextBox 626"/>
          <p:cNvSpPr txBox="1"/>
          <p:nvPr/>
        </p:nvSpPr>
        <p:spPr>
          <a:xfrm>
            <a:off x="5815584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13</a:t>
            </a:r>
          </a:p>
        </p:txBody>
      </p:sp>
      <p:sp>
        <p:nvSpPr>
          <p:cNvPr id="628" name="Rectangle 627"/>
          <p:cNvSpPr/>
          <p:nvPr/>
        </p:nvSpPr>
        <p:spPr>
          <a:xfrm>
            <a:off x="6087291" y="5879592"/>
            <a:ext cx="271707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TextBox 628"/>
          <p:cNvSpPr txBox="1"/>
          <p:nvPr/>
        </p:nvSpPr>
        <p:spPr>
          <a:xfrm>
            <a:off x="6087291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32</a:t>
            </a:r>
          </a:p>
        </p:txBody>
      </p:sp>
      <p:sp>
        <p:nvSpPr>
          <p:cNvPr id="630" name="Rectangle 629"/>
          <p:cNvSpPr/>
          <p:nvPr/>
        </p:nvSpPr>
        <p:spPr>
          <a:xfrm>
            <a:off x="6358999" y="5879592"/>
            <a:ext cx="271707" cy="109728"/>
          </a:xfrm>
          <a:prstGeom prst="rect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TextBox 630"/>
          <p:cNvSpPr txBox="1"/>
          <p:nvPr/>
        </p:nvSpPr>
        <p:spPr>
          <a:xfrm>
            <a:off x="6358999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35</a:t>
            </a:r>
          </a:p>
        </p:txBody>
      </p:sp>
      <p:sp>
        <p:nvSpPr>
          <p:cNvPr id="632" name="Rectangle 631"/>
          <p:cNvSpPr/>
          <p:nvPr/>
        </p:nvSpPr>
        <p:spPr>
          <a:xfrm>
            <a:off x="6630706" y="5879592"/>
            <a:ext cx="271707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TextBox 632"/>
          <p:cNvSpPr txBox="1"/>
          <p:nvPr/>
        </p:nvSpPr>
        <p:spPr>
          <a:xfrm>
            <a:off x="6630706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</a:t>
            </a:r>
          </a:p>
        </p:txBody>
      </p:sp>
      <p:sp>
        <p:nvSpPr>
          <p:cNvPr id="634" name="Rectangle 633"/>
          <p:cNvSpPr/>
          <p:nvPr/>
        </p:nvSpPr>
        <p:spPr>
          <a:xfrm>
            <a:off x="6902414" y="5879592"/>
            <a:ext cx="271707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TextBox 634"/>
          <p:cNvSpPr txBox="1"/>
          <p:nvPr/>
        </p:nvSpPr>
        <p:spPr>
          <a:xfrm>
            <a:off x="6902414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3</a:t>
            </a:r>
          </a:p>
        </p:txBody>
      </p:sp>
      <p:sp>
        <p:nvSpPr>
          <p:cNvPr id="636" name="Rectangle 635"/>
          <p:cNvSpPr/>
          <p:nvPr/>
        </p:nvSpPr>
        <p:spPr>
          <a:xfrm>
            <a:off x="7174121" y="5879592"/>
            <a:ext cx="271707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TextBox 636"/>
          <p:cNvSpPr txBox="1"/>
          <p:nvPr/>
        </p:nvSpPr>
        <p:spPr>
          <a:xfrm>
            <a:off x="7174121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4</a:t>
            </a:r>
          </a:p>
        </p:txBody>
      </p:sp>
      <p:sp>
        <p:nvSpPr>
          <p:cNvPr id="638" name="Rectangle 637"/>
          <p:cNvSpPr/>
          <p:nvPr/>
        </p:nvSpPr>
        <p:spPr>
          <a:xfrm>
            <a:off x="7445829" y="5879592"/>
            <a:ext cx="271707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TextBox 638"/>
          <p:cNvSpPr txBox="1"/>
          <p:nvPr/>
        </p:nvSpPr>
        <p:spPr>
          <a:xfrm>
            <a:off x="7445829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8</a:t>
            </a:r>
          </a:p>
        </p:txBody>
      </p:sp>
      <p:sp>
        <p:nvSpPr>
          <p:cNvPr id="640" name="Rectangle 639"/>
          <p:cNvSpPr/>
          <p:nvPr/>
        </p:nvSpPr>
        <p:spPr>
          <a:xfrm>
            <a:off x="7717536" y="5879592"/>
            <a:ext cx="271707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TextBox 640"/>
          <p:cNvSpPr txBox="1"/>
          <p:nvPr/>
        </p:nvSpPr>
        <p:spPr>
          <a:xfrm>
            <a:off x="7717536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9</a:t>
            </a:r>
          </a:p>
        </p:txBody>
      </p:sp>
      <p:sp>
        <p:nvSpPr>
          <p:cNvPr id="642" name="Rectangle 641"/>
          <p:cNvSpPr/>
          <p:nvPr/>
        </p:nvSpPr>
        <p:spPr>
          <a:xfrm>
            <a:off x="7989243" y="5879592"/>
            <a:ext cx="271707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TextBox 642"/>
          <p:cNvSpPr txBox="1"/>
          <p:nvPr/>
        </p:nvSpPr>
        <p:spPr>
          <a:xfrm>
            <a:off x="7989243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14</a:t>
            </a:r>
          </a:p>
        </p:txBody>
      </p:sp>
      <p:sp>
        <p:nvSpPr>
          <p:cNvPr id="644" name="Rectangle 643"/>
          <p:cNvSpPr/>
          <p:nvPr/>
        </p:nvSpPr>
        <p:spPr>
          <a:xfrm>
            <a:off x="8260951" y="5879592"/>
            <a:ext cx="271707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TextBox 644"/>
          <p:cNvSpPr txBox="1"/>
          <p:nvPr/>
        </p:nvSpPr>
        <p:spPr>
          <a:xfrm>
            <a:off x="8260951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16</a:t>
            </a:r>
          </a:p>
        </p:txBody>
      </p:sp>
      <p:sp>
        <p:nvSpPr>
          <p:cNvPr id="646" name="Rectangle 645"/>
          <p:cNvSpPr/>
          <p:nvPr/>
        </p:nvSpPr>
        <p:spPr>
          <a:xfrm>
            <a:off x="8532658" y="5879592"/>
            <a:ext cx="271707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TextBox 646"/>
          <p:cNvSpPr txBox="1"/>
          <p:nvPr/>
        </p:nvSpPr>
        <p:spPr>
          <a:xfrm>
            <a:off x="8532658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17</a:t>
            </a:r>
          </a:p>
        </p:txBody>
      </p:sp>
      <p:sp>
        <p:nvSpPr>
          <p:cNvPr id="648" name="Rectangle 647"/>
          <p:cNvSpPr/>
          <p:nvPr/>
        </p:nvSpPr>
        <p:spPr>
          <a:xfrm>
            <a:off x="8804366" y="5879592"/>
            <a:ext cx="271707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TextBox 648"/>
          <p:cNvSpPr txBox="1"/>
          <p:nvPr/>
        </p:nvSpPr>
        <p:spPr>
          <a:xfrm>
            <a:off x="8804366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20</a:t>
            </a:r>
          </a:p>
        </p:txBody>
      </p:sp>
      <p:sp>
        <p:nvSpPr>
          <p:cNvPr id="650" name="Rectangle 649"/>
          <p:cNvSpPr/>
          <p:nvPr/>
        </p:nvSpPr>
        <p:spPr>
          <a:xfrm>
            <a:off x="9076073" y="5879592"/>
            <a:ext cx="271707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TextBox 650"/>
          <p:cNvSpPr txBox="1"/>
          <p:nvPr/>
        </p:nvSpPr>
        <p:spPr>
          <a:xfrm>
            <a:off x="9076073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23</a:t>
            </a:r>
          </a:p>
        </p:txBody>
      </p:sp>
      <p:sp>
        <p:nvSpPr>
          <p:cNvPr id="652" name="Rectangle 651"/>
          <p:cNvSpPr/>
          <p:nvPr/>
        </p:nvSpPr>
        <p:spPr>
          <a:xfrm>
            <a:off x="9347781" y="5879592"/>
            <a:ext cx="271707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TextBox 652"/>
          <p:cNvSpPr txBox="1"/>
          <p:nvPr/>
        </p:nvSpPr>
        <p:spPr>
          <a:xfrm>
            <a:off x="9347781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24</a:t>
            </a:r>
          </a:p>
        </p:txBody>
      </p:sp>
      <p:sp>
        <p:nvSpPr>
          <p:cNvPr id="654" name="Rectangle 653"/>
          <p:cNvSpPr/>
          <p:nvPr/>
        </p:nvSpPr>
        <p:spPr>
          <a:xfrm>
            <a:off x="9619488" y="5879592"/>
            <a:ext cx="271707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TextBox 654"/>
          <p:cNvSpPr txBox="1"/>
          <p:nvPr/>
        </p:nvSpPr>
        <p:spPr>
          <a:xfrm>
            <a:off x="9619488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25</a:t>
            </a:r>
          </a:p>
        </p:txBody>
      </p:sp>
      <p:sp>
        <p:nvSpPr>
          <p:cNvPr id="656" name="Rectangle 655"/>
          <p:cNvSpPr/>
          <p:nvPr/>
        </p:nvSpPr>
        <p:spPr>
          <a:xfrm>
            <a:off x="9891195" y="5879592"/>
            <a:ext cx="271707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TextBox 656"/>
          <p:cNvSpPr txBox="1"/>
          <p:nvPr/>
        </p:nvSpPr>
        <p:spPr>
          <a:xfrm>
            <a:off x="9891195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27</a:t>
            </a:r>
          </a:p>
        </p:txBody>
      </p:sp>
      <p:sp>
        <p:nvSpPr>
          <p:cNvPr id="658" name="Rectangle 657"/>
          <p:cNvSpPr/>
          <p:nvPr/>
        </p:nvSpPr>
        <p:spPr>
          <a:xfrm>
            <a:off x="10162903" y="5879592"/>
            <a:ext cx="271707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TextBox 658"/>
          <p:cNvSpPr txBox="1"/>
          <p:nvPr/>
        </p:nvSpPr>
        <p:spPr>
          <a:xfrm>
            <a:off x="10162903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30</a:t>
            </a:r>
          </a:p>
        </p:txBody>
      </p:sp>
      <p:sp>
        <p:nvSpPr>
          <p:cNvPr id="660" name="Rectangle 659"/>
          <p:cNvSpPr/>
          <p:nvPr/>
        </p:nvSpPr>
        <p:spPr>
          <a:xfrm>
            <a:off x="10434610" y="5879592"/>
            <a:ext cx="271707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TextBox 660"/>
          <p:cNvSpPr txBox="1"/>
          <p:nvPr/>
        </p:nvSpPr>
        <p:spPr>
          <a:xfrm>
            <a:off x="10434610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31</a:t>
            </a:r>
          </a:p>
        </p:txBody>
      </p:sp>
      <p:sp>
        <p:nvSpPr>
          <p:cNvPr id="662" name="Rectangle 661"/>
          <p:cNvSpPr/>
          <p:nvPr/>
        </p:nvSpPr>
        <p:spPr>
          <a:xfrm>
            <a:off x="10706318" y="5879592"/>
            <a:ext cx="271707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TextBox 662"/>
          <p:cNvSpPr txBox="1"/>
          <p:nvPr/>
        </p:nvSpPr>
        <p:spPr>
          <a:xfrm>
            <a:off x="10706318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6</a:t>
            </a:r>
          </a:p>
        </p:txBody>
      </p:sp>
      <p:sp>
        <p:nvSpPr>
          <p:cNvPr id="664" name="Rectangle 663"/>
          <p:cNvSpPr/>
          <p:nvPr/>
        </p:nvSpPr>
        <p:spPr>
          <a:xfrm>
            <a:off x="10978025" y="5879592"/>
            <a:ext cx="271707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TextBox 664"/>
          <p:cNvSpPr txBox="1"/>
          <p:nvPr/>
        </p:nvSpPr>
        <p:spPr>
          <a:xfrm>
            <a:off x="10978025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28</a:t>
            </a:r>
          </a:p>
        </p:txBody>
      </p:sp>
      <p:sp>
        <p:nvSpPr>
          <p:cNvPr id="666" name="Rectangle 665"/>
          <p:cNvSpPr/>
          <p:nvPr/>
        </p:nvSpPr>
        <p:spPr>
          <a:xfrm>
            <a:off x="11249733" y="5879592"/>
            <a:ext cx="271707" cy="109728"/>
          </a:xfrm>
          <a:prstGeom prst="rect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TextBox 666"/>
          <p:cNvSpPr txBox="1"/>
          <p:nvPr/>
        </p:nvSpPr>
        <p:spPr>
          <a:xfrm>
            <a:off x="11249733" y="6035040"/>
            <a:ext cx="271707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00" b="0" i="0">
                <a:solidFill>
                  <a:srgbClr val="222222"/>
                </a:solidFill>
                <a:latin typeface="Arial"/>
              </a:rPr>
              <a:t>29</a:t>
            </a:r>
          </a:p>
        </p:txBody>
      </p:sp>
      <p:sp>
        <p:nvSpPr>
          <p:cNvPr id="668" name="TextBox 667"/>
          <p:cNvSpPr txBox="1"/>
          <p:nvPr/>
        </p:nvSpPr>
        <p:spPr>
          <a:xfrm>
            <a:off x="365760" y="6126480"/>
            <a:ext cx="73152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222222"/>
                </a:solidFill>
                <a:latin typeface="Arial"/>
              </a:rPr>
              <a:t>Effect:</a:t>
            </a:r>
          </a:p>
        </p:txBody>
      </p:sp>
      <p:sp>
        <p:nvSpPr>
          <p:cNvPr id="669" name="Rectangle 668"/>
          <p:cNvSpPr/>
          <p:nvPr/>
        </p:nvSpPr>
        <p:spPr>
          <a:xfrm>
            <a:off x="1051560" y="6153912"/>
            <a:ext cx="201168" cy="128016"/>
          </a:xfrm>
          <a:prstGeom prst="rect">
            <a:avLst/>
          </a:prstGeom>
          <a:solidFill>
            <a:srgbClr val="8C1A1A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TextBox 669"/>
          <p:cNvSpPr txBox="1"/>
          <p:nvPr/>
        </p:nvSpPr>
        <p:spPr>
          <a:xfrm>
            <a:off x="1307592" y="6144768"/>
            <a:ext cx="1417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stop</a:t>
            </a:r>
          </a:p>
        </p:txBody>
      </p:sp>
      <p:sp>
        <p:nvSpPr>
          <p:cNvPr id="671" name="Rectangle 670"/>
          <p:cNvSpPr/>
          <p:nvPr/>
        </p:nvSpPr>
        <p:spPr>
          <a:xfrm>
            <a:off x="2743200" y="6153912"/>
            <a:ext cx="201168" cy="128016"/>
          </a:xfrm>
          <a:prstGeom prst="rect">
            <a:avLst/>
          </a:prstGeom>
          <a:solidFill>
            <a:srgbClr val="CF5F0C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TextBox 671"/>
          <p:cNvSpPr txBox="1"/>
          <p:nvPr/>
        </p:nvSpPr>
        <p:spPr>
          <a:xfrm>
            <a:off x="2999232" y="6144768"/>
            <a:ext cx="1417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frameshift</a:t>
            </a:r>
          </a:p>
        </p:txBody>
      </p:sp>
      <p:sp>
        <p:nvSpPr>
          <p:cNvPr id="673" name="Rectangle 672"/>
          <p:cNvSpPr/>
          <p:nvPr/>
        </p:nvSpPr>
        <p:spPr>
          <a:xfrm>
            <a:off x="4434840" y="6153912"/>
            <a:ext cx="201168" cy="128016"/>
          </a:xfrm>
          <a:prstGeom prst="rect">
            <a:avLst/>
          </a:prstGeom>
          <a:solidFill>
            <a:srgbClr val="6B4A9E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TextBox 673"/>
          <p:cNvSpPr txBox="1"/>
          <p:nvPr/>
        </p:nvSpPr>
        <p:spPr>
          <a:xfrm>
            <a:off x="4690872" y="6144768"/>
            <a:ext cx="1417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splice</a:t>
            </a:r>
          </a:p>
        </p:txBody>
      </p:sp>
      <p:sp>
        <p:nvSpPr>
          <p:cNvPr id="675" name="Rectangle 674"/>
          <p:cNvSpPr/>
          <p:nvPr/>
        </p:nvSpPr>
        <p:spPr>
          <a:xfrm>
            <a:off x="6126480" y="6153912"/>
            <a:ext cx="201168" cy="128016"/>
          </a:xfrm>
          <a:prstGeom prst="rect">
            <a:avLst/>
          </a:prstGeom>
          <a:solidFill>
            <a:srgbClr val="2E77A8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TextBox 675"/>
          <p:cNvSpPr txBox="1"/>
          <p:nvPr/>
        </p:nvSpPr>
        <p:spPr>
          <a:xfrm>
            <a:off x="6382512" y="6144768"/>
            <a:ext cx="1417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missense</a:t>
            </a:r>
          </a:p>
        </p:txBody>
      </p:sp>
      <p:sp>
        <p:nvSpPr>
          <p:cNvPr id="677" name="Rectangle 676"/>
          <p:cNvSpPr/>
          <p:nvPr/>
        </p:nvSpPr>
        <p:spPr>
          <a:xfrm>
            <a:off x="7818120" y="6153912"/>
            <a:ext cx="201168" cy="128016"/>
          </a:xfrm>
          <a:prstGeom prst="rect">
            <a:avLst/>
          </a:prstGeom>
          <a:solidFill>
            <a:srgbClr val="5A9B4A"/>
          </a:solidFill>
          <a:ln w="381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TextBox 677"/>
          <p:cNvSpPr txBox="1"/>
          <p:nvPr/>
        </p:nvSpPr>
        <p:spPr>
          <a:xfrm>
            <a:off x="8074152" y="6144768"/>
            <a:ext cx="14173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0">
                <a:solidFill>
                  <a:srgbClr val="222222"/>
                </a:solidFill>
                <a:latin typeface="Arial"/>
              </a:rPr>
              <a:t>inframe indel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28600"/>
            <a:ext cx="411480" cy="4114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222222"/>
                </a:solidFill>
                <a:latin typeface="Arial"/>
              </a:rPr>
              <a:t>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"/>
            <a:ext cx="10515600" cy="36576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222222"/>
                </a:solidFill>
                <a:latin typeface="Arial"/>
              </a:rPr>
              <a:t>Per-subject VAF distribution (all PASS nonsyn pre-CRT variants; median ± IQR)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097280" y="6035040"/>
            <a:ext cx="10698480" cy="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97280" y="1188720"/>
            <a:ext cx="0" cy="4846320"/>
          </a:xfrm>
          <a:prstGeom prst="line">
            <a:avLst/>
          </a:prstGeom>
          <a:ln w="1270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795760" y="1188720"/>
            <a:ext cx="0" cy="484632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97280" y="1188720"/>
            <a:ext cx="10698480" cy="0"/>
          </a:xfrm>
          <a:prstGeom prst="line">
            <a:avLst/>
          </a:prstGeom>
          <a:ln w="6350">
            <a:solidFill>
              <a:srgbClr val="DDDD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33272" y="603504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94360" y="595274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33272" y="5342709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5260413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0.1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33272" y="4650377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94360" y="4568081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33272" y="3958046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3875750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0.3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33272" y="3265714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94360" y="3183418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0.4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33272" y="2573383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94360" y="2491087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33272" y="1881051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94360" y="1798755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0.6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33272" y="1188720"/>
            <a:ext cx="64008" cy="0"/>
          </a:xfrm>
          <a:prstGeom prst="line">
            <a:avLst/>
          </a:prstGeom>
          <a:ln w="9525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94360" y="1106424"/>
            <a:ext cx="43891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00" b="0" i="0">
                <a:solidFill>
                  <a:srgbClr val="222222"/>
                </a:solidFill>
                <a:latin typeface="Arial"/>
              </a:rPr>
              <a:t>0.7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" y="2606040"/>
            <a:ext cx="365760" cy="20116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222222"/>
                </a:solidFill>
                <a:latin typeface="Arial"/>
              </a:rPr>
              <a:t>VAF (variant allele frequency)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1245870" y="5723491"/>
            <a:ext cx="0" cy="283766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01293" y="6007257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201293" y="5723491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1156716" y="5985988"/>
            <a:ext cx="178308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1156716" y="5967060"/>
            <a:ext cx="178308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1227779" y="570520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213688" y="576058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203752" y="578135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86040" y="578828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265246" y="580905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270003" y="580905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198563" y="582289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263167" y="585059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86359" y="585059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233695" y="585059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249272" y="585059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234014" y="586443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251845" y="586443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256753" y="588520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232736" y="588520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4875" y="58921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258358" y="58921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263682" y="58921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205166" y="58921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271732" y="58990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1192426" y="59059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224501" y="59059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205390" y="59129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88242" y="59129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256357" y="59129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227314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202012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86068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257820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86702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218039" y="59267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208364" y="59267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232341" y="59267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232505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218021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246605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204398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50929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219740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237157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237577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227580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200833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214021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249074" y="59475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193284" y="59475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234450" y="594784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207480" y="59487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193967" y="594893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209233" y="595024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223330" y="595065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253034" y="595101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237821" y="595305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95445" y="595390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264427" y="595469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239668" y="595539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203518" y="595557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188230" y="595610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203304" y="595611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1248747" y="595611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201216" y="595690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256995" y="595711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215288" y="596016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244418" y="596113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1204409" y="59618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241403" y="596252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197502" y="596284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186900" y="596519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252113" y="596533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226807" y="596662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1183619" y="596764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1209289" y="59677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265243" y="59679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254778" y="596855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201693" y="596993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246816" y="59704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260903" y="597155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1239936" y="59725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7629" y="597519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223867" y="597645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185146" y="597666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241502" y="597731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255165" y="597781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238793" y="597837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229276" y="597906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232882" y="597913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187340" y="597964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211651" y="597992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239182" y="598114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234275" y="598181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218166" y="598287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239086" y="59830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264410" y="598568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241911" y="598600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261498" y="598896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9728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C53E1F"/>
                </a:solidFill>
                <a:latin typeface="Arial"/>
              </a:rPr>
              <a:t>1</a:t>
            </a:r>
          </a:p>
        </p:txBody>
      </p:sp>
      <p:cxnSp>
        <p:nvCxnSpPr>
          <p:cNvPr id="126" name="Connector 125"/>
          <p:cNvCxnSpPr/>
          <p:nvPr/>
        </p:nvCxnSpPr>
        <p:spPr>
          <a:xfrm flipV="1">
            <a:off x="1543050" y="5647334"/>
            <a:ext cx="0" cy="368965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1498473" y="6016299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1498473" y="5647334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Rectangle 128"/>
          <p:cNvSpPr/>
          <p:nvPr/>
        </p:nvSpPr>
        <p:spPr>
          <a:xfrm>
            <a:off x="1453896" y="6006699"/>
            <a:ext cx="178308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1453896" y="5937162"/>
            <a:ext cx="178308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Oval 130"/>
          <p:cNvSpPr/>
          <p:nvPr/>
        </p:nvSpPr>
        <p:spPr>
          <a:xfrm>
            <a:off x="1500674" y="562904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497468" y="576751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558640" y="587828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535217" y="588520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504047" y="595253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500028" y="598667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548272" y="599363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566218" y="599801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39446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C53E1F"/>
                </a:solidFill>
                <a:latin typeface="Arial"/>
              </a:rPr>
              <a:t>5</a:t>
            </a:r>
          </a:p>
        </p:txBody>
      </p:sp>
      <p:cxnSp>
        <p:nvCxnSpPr>
          <p:cNvPr id="140" name="Connector 139"/>
          <p:cNvCxnSpPr/>
          <p:nvPr/>
        </p:nvCxnSpPr>
        <p:spPr>
          <a:xfrm flipV="1">
            <a:off x="1840230" y="5481175"/>
            <a:ext cx="0" cy="532243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1795653" y="6013418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1795653" y="5481175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Rectangle 142"/>
          <p:cNvSpPr/>
          <p:nvPr/>
        </p:nvSpPr>
        <p:spPr>
          <a:xfrm>
            <a:off x="1751076" y="5972863"/>
            <a:ext cx="178308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4" name="Connector 143"/>
          <p:cNvCxnSpPr/>
          <p:nvPr/>
        </p:nvCxnSpPr>
        <p:spPr>
          <a:xfrm>
            <a:off x="1751076" y="5948499"/>
            <a:ext cx="178308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Oval 144"/>
          <p:cNvSpPr/>
          <p:nvPr/>
        </p:nvSpPr>
        <p:spPr>
          <a:xfrm>
            <a:off x="1817024" y="546288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826197" y="572597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826460" y="57328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822591" y="578828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818827" y="578828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863137" y="580212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853460" y="582289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829491" y="584366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830891" y="584366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804751" y="58575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787522" y="586443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780619" y="587136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784900" y="588520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833748" y="58921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810138" y="58990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785730" y="58990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826850" y="59059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822414" y="59129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808091" y="59129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806281" y="59129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804294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846546" y="59267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856489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777895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851932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834841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834462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793542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781771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800580" y="59475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798257" y="594848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805284" y="594866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826799" y="595425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845182" y="595553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827829" y="596810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864833" y="597223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837804" y="597362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807477" y="597416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837720" y="597423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809899" y="598183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779811" y="59854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836065" y="598685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782197" y="599292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779769" y="599513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169164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C53E1F"/>
                </a:solidFill>
                <a:latin typeface="Arial"/>
              </a:rPr>
              <a:t>7</a:t>
            </a:r>
          </a:p>
        </p:txBody>
      </p:sp>
      <p:cxnSp>
        <p:nvCxnSpPr>
          <p:cNvPr id="190" name="Connector 189"/>
          <p:cNvCxnSpPr/>
          <p:nvPr/>
        </p:nvCxnSpPr>
        <p:spPr>
          <a:xfrm flipV="1">
            <a:off x="2137410" y="5702721"/>
            <a:ext cx="0" cy="305685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 190"/>
          <p:cNvCxnSpPr/>
          <p:nvPr/>
        </p:nvCxnSpPr>
        <p:spPr>
          <a:xfrm>
            <a:off x="2092833" y="6008406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Connector 191"/>
          <p:cNvCxnSpPr/>
          <p:nvPr/>
        </p:nvCxnSpPr>
        <p:spPr>
          <a:xfrm>
            <a:off x="2092833" y="5702721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Rectangle 192"/>
          <p:cNvSpPr/>
          <p:nvPr/>
        </p:nvSpPr>
        <p:spPr>
          <a:xfrm>
            <a:off x="2048256" y="5979638"/>
            <a:ext cx="178308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4" name="Connector 193"/>
          <p:cNvCxnSpPr/>
          <p:nvPr/>
        </p:nvCxnSpPr>
        <p:spPr>
          <a:xfrm>
            <a:off x="2048256" y="5958884"/>
            <a:ext cx="178308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Oval 194"/>
          <p:cNvSpPr/>
          <p:nvPr/>
        </p:nvSpPr>
        <p:spPr>
          <a:xfrm>
            <a:off x="2144263" y="568443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2138174" y="576751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2111209" y="576751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2137496" y="580212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2116349" y="582289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2075878" y="583674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2146835" y="583674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2105789" y="584366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2107832" y="584366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2094870" y="584366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2077828" y="585059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2156641" y="58575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2089870" y="58575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2116529" y="58575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2152170" y="586443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2108856" y="586443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2077038" y="587136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2092867" y="587136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2088800" y="587828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2082732" y="587828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2119140" y="587828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2093941" y="588520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2085652" y="58921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2143092" y="58921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2122375" y="58921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2116081" y="58990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2103326" y="58990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2076577" y="59059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2092347" y="59059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2143389" y="59059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2122957" y="59129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2106290" y="59129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2160226" y="59129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2095510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2156963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2108761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2127278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2129488" y="59267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2104053" y="59267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2122153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2152700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2087303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2130009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2097642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2095072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2093140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2124505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2109880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2153761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2083794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2080912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2161208" y="59475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2083418" y="59475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2117835" y="59475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2154214" y="59475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2107737" y="59475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2136712" y="59475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2081592" y="594821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2153252" y="594893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2150956" y="594954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2158466" y="595048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2155475" y="595087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2160868" y="595149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2087250" y="595181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2110648" y="595234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2131718" y="595277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2162600" y="595312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2130421" y="595439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2140457" y="595851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2153738" y="595955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2126841" y="596005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2089143" y="596043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2078797" y="596051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2100176" y="596099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2129467" y="596133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2076849" y="596138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2111318" y="59620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2086861" y="596274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2102815" y="596394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2143751" y="59647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2159497" y="596618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2091620" y="596639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2147857" y="596675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2117050" y="596827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2139336" y="596885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2096580" y="596931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2106077" y="597223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2077218" y="597271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2148650" y="597319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2124334" y="597401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2092064" y="597413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2136750" y="597577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2133710" y="597682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2114550" y="597690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2108416" y="597692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108025" y="597845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132348" y="597886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124536" y="598073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106292" y="598325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96697" y="599011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TextBox 294"/>
          <p:cNvSpPr txBox="1"/>
          <p:nvPr/>
        </p:nvSpPr>
        <p:spPr>
          <a:xfrm>
            <a:off x="198882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C53E1F"/>
                </a:solidFill>
                <a:latin typeface="Arial"/>
              </a:rPr>
              <a:t>12</a:t>
            </a:r>
          </a:p>
        </p:txBody>
      </p:sp>
      <p:cxnSp>
        <p:nvCxnSpPr>
          <p:cNvPr id="296" name="Connector 295"/>
          <p:cNvCxnSpPr/>
          <p:nvPr/>
        </p:nvCxnSpPr>
        <p:spPr>
          <a:xfrm flipV="1">
            <a:off x="2434590" y="1188720"/>
            <a:ext cx="0" cy="4659391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296"/>
          <p:cNvCxnSpPr/>
          <p:nvPr/>
        </p:nvCxnSpPr>
        <p:spPr>
          <a:xfrm>
            <a:off x="2390013" y="5848111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297"/>
          <p:cNvCxnSpPr/>
          <p:nvPr/>
        </p:nvCxnSpPr>
        <p:spPr>
          <a:xfrm>
            <a:off x="2390013" y="1188720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ectangle 298"/>
          <p:cNvSpPr/>
          <p:nvPr/>
        </p:nvSpPr>
        <p:spPr>
          <a:xfrm>
            <a:off x="2345436" y="3238021"/>
            <a:ext cx="178308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" name="Connector 299"/>
          <p:cNvCxnSpPr/>
          <p:nvPr/>
        </p:nvCxnSpPr>
        <p:spPr>
          <a:xfrm>
            <a:off x="2345436" y="2753389"/>
            <a:ext cx="178308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Oval 300"/>
          <p:cNvSpPr/>
          <p:nvPr/>
        </p:nvSpPr>
        <p:spPr>
          <a:xfrm>
            <a:off x="2371945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453116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434998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426249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388208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430285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421361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444037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435790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379009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387661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372280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420070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438565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447847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429997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426035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436210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416569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453503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423283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460356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423710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398890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428653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398475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385102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394261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415022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383757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459231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438237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453763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382631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429962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448117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456190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405529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452822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74514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77594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77719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428080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431233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402024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409642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404852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423305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447792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73719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439215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455114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425010" y="130889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398987" y="139890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383817" y="139890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380505" y="151659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54820" y="156506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09510" y="161352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397391" y="164121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398752" y="168275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00507" y="178660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381740" y="181430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385924" y="184199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385605" y="186276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08289" y="188353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55510" y="189045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373840" y="193199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35890" y="193892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383784" y="195276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451991" y="195969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385318" y="197353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430106" y="198046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445273" y="202200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453070" y="202200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383806" y="202892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425641" y="204969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430022" y="206354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383528" y="206354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372138" y="208430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375486" y="21050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414312" y="211200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374937" y="21189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428509" y="21189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433846" y="21396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435708" y="21466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408899" y="216046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399858" y="216738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431618" y="216738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398204" y="218123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408263" y="218123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417895" y="219508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448476" y="220892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386685" y="221585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382946" y="225046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396297" y="225739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410187" y="22643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401889" y="22643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413494" y="227816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449271" y="229200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424792" y="229200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411688" y="23058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441540" y="23335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422722" y="23473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389990" y="23473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414328" y="23543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381163" y="23543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452283" y="236124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387435" y="237508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412432" y="239585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433411" y="239585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388934" y="239585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407131" y="240278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449118" y="241662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406501" y="243047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378940" y="243739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383196" y="244432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450327" y="244432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458711" y="244432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455096" y="245816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429622" y="245816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447624" y="247201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432184" y="247893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414872" y="248586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456223" y="249278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457674" y="249278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430970" y="249970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422860" y="249970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409877" y="251355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396315" y="251355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395639" y="252047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389764" y="25274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430329" y="253432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435099" y="25550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2412231" y="25550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2375046" y="25550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2414903" y="25550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2375574" y="25550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2426889" y="25550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2389621" y="256201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2421908" y="257586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2394871" y="257586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2388267" y="258971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2398214" y="260355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2414819" y="261740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2427670" y="261740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2371886" y="261740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2460637" y="262432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2411933" y="263125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2375229" y="263125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2416850" y="263817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2425143" y="265202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2458380" y="265894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2408912" y="266586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2399526" y="266586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2413751" y="266586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2387586" y="267971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2395532" y="268663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2451960" y="268663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2452295" y="268663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2375997" y="270740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2372023" y="270740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2373245" y="271433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2460363" y="273510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2404457" y="273510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2400071" y="273510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2407717" y="274202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2418670" y="274894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2423864" y="274894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2401773" y="274894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2427943" y="274894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2436549" y="275587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2373487" y="275587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2443853" y="276279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2411213" y="276279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2401851" y="276971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2434081" y="276971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2384589" y="278356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2415311" y="278356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2395962" y="279048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2376174" y="279741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2445685" y="279741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2428399" y="279741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2422960" y="279741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Oval 483"/>
          <p:cNvSpPr/>
          <p:nvPr/>
        </p:nvSpPr>
        <p:spPr>
          <a:xfrm>
            <a:off x="2430610" y="279741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2432369" y="281125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2402649" y="281818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2445435" y="281818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2434522" y="281818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2389704" y="282510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2428528" y="282510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2393080" y="283202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2384753" y="283895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2455530" y="283895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2434670" y="283895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2424600" y="284587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2388476" y="284587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2438017" y="285972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2437647" y="285972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2444580" y="285972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2388988" y="286664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2377551" y="287356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2430695" y="287356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2405404" y="287356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2391999" y="289433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2445466" y="289433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2408583" y="290126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2386284" y="290818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2439719" y="291510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2384963" y="292895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2454929" y="293587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2399992" y="293587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2420016" y="294280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2426561" y="294280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2436888" y="295664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2396324" y="296357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2458865" y="297049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2447437" y="297049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Oval 517"/>
          <p:cNvSpPr/>
          <p:nvPr/>
        </p:nvSpPr>
        <p:spPr>
          <a:xfrm>
            <a:off x="2385653" y="297741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Oval 518"/>
          <p:cNvSpPr/>
          <p:nvPr/>
        </p:nvSpPr>
        <p:spPr>
          <a:xfrm>
            <a:off x="2373900" y="298434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Oval 519"/>
          <p:cNvSpPr/>
          <p:nvPr/>
        </p:nvSpPr>
        <p:spPr>
          <a:xfrm>
            <a:off x="2427143" y="299126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Oval 520"/>
          <p:cNvSpPr/>
          <p:nvPr/>
        </p:nvSpPr>
        <p:spPr>
          <a:xfrm>
            <a:off x="2420327" y="299818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Oval 521"/>
          <p:cNvSpPr/>
          <p:nvPr/>
        </p:nvSpPr>
        <p:spPr>
          <a:xfrm>
            <a:off x="2388147" y="300511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xfrm>
            <a:off x="2376264" y="301203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Oval 523"/>
          <p:cNvSpPr/>
          <p:nvPr/>
        </p:nvSpPr>
        <p:spPr>
          <a:xfrm>
            <a:off x="2423509" y="301203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Oval 524"/>
          <p:cNvSpPr/>
          <p:nvPr/>
        </p:nvSpPr>
        <p:spPr>
          <a:xfrm>
            <a:off x="2448969" y="301895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xfrm>
            <a:off x="2411042" y="301895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xfrm>
            <a:off x="2390651" y="302588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xfrm>
            <a:off x="2455488" y="303280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xfrm>
            <a:off x="2446012" y="304665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xfrm>
            <a:off x="2376684" y="304665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xfrm>
            <a:off x="2389377" y="305357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xfrm>
            <a:off x="2400753" y="305357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Oval 532"/>
          <p:cNvSpPr/>
          <p:nvPr/>
        </p:nvSpPr>
        <p:spPr>
          <a:xfrm>
            <a:off x="2390377" y="308126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Oval 533"/>
          <p:cNvSpPr/>
          <p:nvPr/>
        </p:nvSpPr>
        <p:spPr>
          <a:xfrm>
            <a:off x="2412919" y="309511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Oval 534"/>
          <p:cNvSpPr/>
          <p:nvPr/>
        </p:nvSpPr>
        <p:spPr>
          <a:xfrm>
            <a:off x="2446685" y="311588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Oval 535"/>
          <p:cNvSpPr/>
          <p:nvPr/>
        </p:nvSpPr>
        <p:spPr>
          <a:xfrm>
            <a:off x="2444561" y="312280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Oval 536"/>
          <p:cNvSpPr/>
          <p:nvPr/>
        </p:nvSpPr>
        <p:spPr>
          <a:xfrm>
            <a:off x="2442449" y="312973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Oval 537"/>
          <p:cNvSpPr/>
          <p:nvPr/>
        </p:nvSpPr>
        <p:spPr>
          <a:xfrm>
            <a:off x="2452999" y="313665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Oval 538"/>
          <p:cNvSpPr/>
          <p:nvPr/>
        </p:nvSpPr>
        <p:spPr>
          <a:xfrm>
            <a:off x="2392378" y="316434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Oval 539"/>
          <p:cNvSpPr/>
          <p:nvPr/>
        </p:nvSpPr>
        <p:spPr>
          <a:xfrm>
            <a:off x="2398176" y="31851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Oval 540"/>
          <p:cNvSpPr/>
          <p:nvPr/>
        </p:nvSpPr>
        <p:spPr>
          <a:xfrm>
            <a:off x="2441827" y="319204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Oval 541"/>
          <p:cNvSpPr/>
          <p:nvPr/>
        </p:nvSpPr>
        <p:spPr>
          <a:xfrm>
            <a:off x="2411972" y="319896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Oval 542"/>
          <p:cNvSpPr/>
          <p:nvPr/>
        </p:nvSpPr>
        <p:spPr>
          <a:xfrm>
            <a:off x="2416142" y="321281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Oval 543"/>
          <p:cNvSpPr/>
          <p:nvPr/>
        </p:nvSpPr>
        <p:spPr>
          <a:xfrm>
            <a:off x="2416307" y="321973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Oval 544"/>
          <p:cNvSpPr/>
          <p:nvPr/>
        </p:nvSpPr>
        <p:spPr>
          <a:xfrm>
            <a:off x="2384152" y="323358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Oval 545"/>
          <p:cNvSpPr/>
          <p:nvPr/>
        </p:nvSpPr>
        <p:spPr>
          <a:xfrm>
            <a:off x="2449323" y="32474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Oval 546"/>
          <p:cNvSpPr/>
          <p:nvPr/>
        </p:nvSpPr>
        <p:spPr>
          <a:xfrm>
            <a:off x="2428880" y="326127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Oval 547"/>
          <p:cNvSpPr/>
          <p:nvPr/>
        </p:nvSpPr>
        <p:spPr>
          <a:xfrm>
            <a:off x="2453347" y="32681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Oval 548"/>
          <p:cNvSpPr/>
          <p:nvPr/>
        </p:nvSpPr>
        <p:spPr>
          <a:xfrm>
            <a:off x="2414181" y="329588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Oval 549"/>
          <p:cNvSpPr/>
          <p:nvPr/>
        </p:nvSpPr>
        <p:spPr>
          <a:xfrm>
            <a:off x="2382232" y="333050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Oval 550"/>
          <p:cNvSpPr/>
          <p:nvPr/>
        </p:nvSpPr>
        <p:spPr>
          <a:xfrm>
            <a:off x="2387639" y="334435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Oval 551"/>
          <p:cNvSpPr/>
          <p:nvPr/>
        </p:nvSpPr>
        <p:spPr>
          <a:xfrm>
            <a:off x="2374274" y="338589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Oval 552"/>
          <p:cNvSpPr/>
          <p:nvPr/>
        </p:nvSpPr>
        <p:spPr>
          <a:xfrm>
            <a:off x="2458209" y="340666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Oval 553"/>
          <p:cNvSpPr/>
          <p:nvPr/>
        </p:nvSpPr>
        <p:spPr>
          <a:xfrm>
            <a:off x="2428529" y="342050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Oval 554"/>
          <p:cNvSpPr/>
          <p:nvPr/>
        </p:nvSpPr>
        <p:spPr>
          <a:xfrm>
            <a:off x="2458767" y="342050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Oval 555"/>
          <p:cNvSpPr/>
          <p:nvPr/>
        </p:nvSpPr>
        <p:spPr>
          <a:xfrm>
            <a:off x="2397044" y="34551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Oval 556"/>
          <p:cNvSpPr/>
          <p:nvPr/>
        </p:nvSpPr>
        <p:spPr>
          <a:xfrm>
            <a:off x="2459046" y="348974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Oval 557"/>
          <p:cNvSpPr/>
          <p:nvPr/>
        </p:nvSpPr>
        <p:spPr>
          <a:xfrm>
            <a:off x="2394413" y="352435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Oval 558"/>
          <p:cNvSpPr/>
          <p:nvPr/>
        </p:nvSpPr>
        <p:spPr>
          <a:xfrm>
            <a:off x="2380587" y="352435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Oval 559"/>
          <p:cNvSpPr/>
          <p:nvPr/>
        </p:nvSpPr>
        <p:spPr>
          <a:xfrm>
            <a:off x="2446486" y="354512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Oval 560"/>
          <p:cNvSpPr/>
          <p:nvPr/>
        </p:nvSpPr>
        <p:spPr>
          <a:xfrm>
            <a:off x="2426779" y="355205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Oval 561"/>
          <p:cNvSpPr/>
          <p:nvPr/>
        </p:nvSpPr>
        <p:spPr>
          <a:xfrm>
            <a:off x="2433610" y="364205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Oval 562"/>
          <p:cNvSpPr/>
          <p:nvPr/>
        </p:nvSpPr>
        <p:spPr>
          <a:xfrm>
            <a:off x="2405854" y="36559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Oval 563"/>
          <p:cNvSpPr/>
          <p:nvPr/>
        </p:nvSpPr>
        <p:spPr>
          <a:xfrm>
            <a:off x="2405690" y="393975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Oval 564"/>
          <p:cNvSpPr/>
          <p:nvPr/>
        </p:nvSpPr>
        <p:spPr>
          <a:xfrm>
            <a:off x="2427441" y="420284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Oval 565"/>
          <p:cNvSpPr/>
          <p:nvPr/>
        </p:nvSpPr>
        <p:spPr>
          <a:xfrm>
            <a:off x="2408930" y="424438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Oval 566"/>
          <p:cNvSpPr/>
          <p:nvPr/>
        </p:nvSpPr>
        <p:spPr>
          <a:xfrm>
            <a:off x="2381897" y="47774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Oval 567"/>
          <p:cNvSpPr/>
          <p:nvPr/>
        </p:nvSpPr>
        <p:spPr>
          <a:xfrm>
            <a:off x="2421835" y="47844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Oval 568"/>
          <p:cNvSpPr/>
          <p:nvPr/>
        </p:nvSpPr>
        <p:spPr>
          <a:xfrm>
            <a:off x="2394240" y="495056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Oval 569"/>
          <p:cNvSpPr/>
          <p:nvPr/>
        </p:nvSpPr>
        <p:spPr>
          <a:xfrm>
            <a:off x="2415146" y="504748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Oval 570"/>
          <p:cNvSpPr/>
          <p:nvPr/>
        </p:nvSpPr>
        <p:spPr>
          <a:xfrm>
            <a:off x="2372030" y="505441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Oval 571"/>
          <p:cNvSpPr/>
          <p:nvPr/>
        </p:nvSpPr>
        <p:spPr>
          <a:xfrm>
            <a:off x="2427850" y="527595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Oval 572"/>
          <p:cNvSpPr/>
          <p:nvPr/>
        </p:nvSpPr>
        <p:spPr>
          <a:xfrm>
            <a:off x="2456015" y="529672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Oval 573"/>
          <p:cNvSpPr/>
          <p:nvPr/>
        </p:nvSpPr>
        <p:spPr>
          <a:xfrm>
            <a:off x="2448095" y="531749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Oval 574"/>
          <p:cNvSpPr/>
          <p:nvPr/>
        </p:nvSpPr>
        <p:spPr>
          <a:xfrm>
            <a:off x="2408614" y="531749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Oval 575"/>
          <p:cNvSpPr/>
          <p:nvPr/>
        </p:nvSpPr>
        <p:spPr>
          <a:xfrm>
            <a:off x="2413136" y="533134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Oval 576"/>
          <p:cNvSpPr/>
          <p:nvPr/>
        </p:nvSpPr>
        <p:spPr>
          <a:xfrm>
            <a:off x="2456012" y="533134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Oval 577"/>
          <p:cNvSpPr/>
          <p:nvPr/>
        </p:nvSpPr>
        <p:spPr>
          <a:xfrm>
            <a:off x="2390248" y="533826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2400556" y="533826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Oval 579"/>
          <p:cNvSpPr/>
          <p:nvPr/>
        </p:nvSpPr>
        <p:spPr>
          <a:xfrm>
            <a:off x="2421607" y="535903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Oval 580"/>
          <p:cNvSpPr/>
          <p:nvPr/>
        </p:nvSpPr>
        <p:spPr>
          <a:xfrm>
            <a:off x="2438063" y="538673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Oval 581"/>
          <p:cNvSpPr/>
          <p:nvPr/>
        </p:nvSpPr>
        <p:spPr>
          <a:xfrm>
            <a:off x="2450448" y="538673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Oval 582"/>
          <p:cNvSpPr/>
          <p:nvPr/>
        </p:nvSpPr>
        <p:spPr>
          <a:xfrm>
            <a:off x="2444916" y="540057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Oval 583"/>
          <p:cNvSpPr/>
          <p:nvPr/>
        </p:nvSpPr>
        <p:spPr>
          <a:xfrm>
            <a:off x="2451294" y="540057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Oval 584"/>
          <p:cNvSpPr/>
          <p:nvPr/>
        </p:nvSpPr>
        <p:spPr>
          <a:xfrm>
            <a:off x="2418228" y="540750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Oval 585"/>
          <p:cNvSpPr/>
          <p:nvPr/>
        </p:nvSpPr>
        <p:spPr>
          <a:xfrm>
            <a:off x="2459981" y="541442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2404698" y="541442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2422194" y="542827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Oval 588"/>
          <p:cNvSpPr/>
          <p:nvPr/>
        </p:nvSpPr>
        <p:spPr>
          <a:xfrm>
            <a:off x="2411548" y="544904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Oval 589"/>
          <p:cNvSpPr/>
          <p:nvPr/>
        </p:nvSpPr>
        <p:spPr>
          <a:xfrm>
            <a:off x="2386139" y="545596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Oval 590"/>
          <p:cNvSpPr/>
          <p:nvPr/>
        </p:nvSpPr>
        <p:spPr>
          <a:xfrm>
            <a:off x="2453191" y="546288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Oval 591"/>
          <p:cNvSpPr/>
          <p:nvPr/>
        </p:nvSpPr>
        <p:spPr>
          <a:xfrm>
            <a:off x="2412583" y="547673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Oval 592"/>
          <p:cNvSpPr/>
          <p:nvPr/>
        </p:nvSpPr>
        <p:spPr>
          <a:xfrm>
            <a:off x="2411048" y="547673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Oval 593"/>
          <p:cNvSpPr/>
          <p:nvPr/>
        </p:nvSpPr>
        <p:spPr>
          <a:xfrm>
            <a:off x="2438573" y="547673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Oval 594"/>
          <p:cNvSpPr/>
          <p:nvPr/>
        </p:nvSpPr>
        <p:spPr>
          <a:xfrm>
            <a:off x="2411761" y="548365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Oval 595"/>
          <p:cNvSpPr/>
          <p:nvPr/>
        </p:nvSpPr>
        <p:spPr>
          <a:xfrm>
            <a:off x="2437530" y="548365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Oval 596"/>
          <p:cNvSpPr/>
          <p:nvPr/>
        </p:nvSpPr>
        <p:spPr>
          <a:xfrm>
            <a:off x="2428002" y="550442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Oval 597"/>
          <p:cNvSpPr/>
          <p:nvPr/>
        </p:nvSpPr>
        <p:spPr>
          <a:xfrm>
            <a:off x="2431734" y="551135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Oval 598"/>
          <p:cNvSpPr/>
          <p:nvPr/>
        </p:nvSpPr>
        <p:spPr>
          <a:xfrm>
            <a:off x="2384885" y="551135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Oval 599"/>
          <p:cNvSpPr/>
          <p:nvPr/>
        </p:nvSpPr>
        <p:spPr>
          <a:xfrm>
            <a:off x="2377228" y="553212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Oval 600"/>
          <p:cNvSpPr/>
          <p:nvPr/>
        </p:nvSpPr>
        <p:spPr>
          <a:xfrm>
            <a:off x="2376592" y="553904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Oval 601"/>
          <p:cNvSpPr/>
          <p:nvPr/>
        </p:nvSpPr>
        <p:spPr>
          <a:xfrm>
            <a:off x="2398819" y="554596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Oval 602"/>
          <p:cNvSpPr/>
          <p:nvPr/>
        </p:nvSpPr>
        <p:spPr>
          <a:xfrm>
            <a:off x="2420720" y="555981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Oval 603"/>
          <p:cNvSpPr/>
          <p:nvPr/>
        </p:nvSpPr>
        <p:spPr>
          <a:xfrm>
            <a:off x="2425786" y="557366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Oval 604"/>
          <p:cNvSpPr/>
          <p:nvPr/>
        </p:nvSpPr>
        <p:spPr>
          <a:xfrm>
            <a:off x="2412989" y="559443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Oval 605"/>
          <p:cNvSpPr/>
          <p:nvPr/>
        </p:nvSpPr>
        <p:spPr>
          <a:xfrm>
            <a:off x="2381087" y="560135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Oval 606"/>
          <p:cNvSpPr/>
          <p:nvPr/>
        </p:nvSpPr>
        <p:spPr>
          <a:xfrm>
            <a:off x="2430761" y="560135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Oval 607"/>
          <p:cNvSpPr/>
          <p:nvPr/>
        </p:nvSpPr>
        <p:spPr>
          <a:xfrm>
            <a:off x="2427866" y="564289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Oval 608"/>
          <p:cNvSpPr/>
          <p:nvPr/>
        </p:nvSpPr>
        <p:spPr>
          <a:xfrm>
            <a:off x="2441490" y="56498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Oval 609"/>
          <p:cNvSpPr/>
          <p:nvPr/>
        </p:nvSpPr>
        <p:spPr>
          <a:xfrm>
            <a:off x="2397761" y="56498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Oval 610"/>
          <p:cNvSpPr/>
          <p:nvPr/>
        </p:nvSpPr>
        <p:spPr>
          <a:xfrm>
            <a:off x="2391028" y="565674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Oval 611"/>
          <p:cNvSpPr/>
          <p:nvPr/>
        </p:nvSpPr>
        <p:spPr>
          <a:xfrm>
            <a:off x="2423381" y="565674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Oval 612"/>
          <p:cNvSpPr/>
          <p:nvPr/>
        </p:nvSpPr>
        <p:spPr>
          <a:xfrm>
            <a:off x="2454798" y="566366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Oval 613"/>
          <p:cNvSpPr/>
          <p:nvPr/>
        </p:nvSpPr>
        <p:spPr>
          <a:xfrm>
            <a:off x="2374625" y="566366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Oval 614"/>
          <p:cNvSpPr/>
          <p:nvPr/>
        </p:nvSpPr>
        <p:spPr>
          <a:xfrm>
            <a:off x="2426831" y="567058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Oval 615"/>
          <p:cNvSpPr/>
          <p:nvPr/>
        </p:nvSpPr>
        <p:spPr>
          <a:xfrm>
            <a:off x="2403234" y="567751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Oval 616"/>
          <p:cNvSpPr/>
          <p:nvPr/>
        </p:nvSpPr>
        <p:spPr>
          <a:xfrm>
            <a:off x="2373374" y="570520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Oval 617"/>
          <p:cNvSpPr/>
          <p:nvPr/>
        </p:nvSpPr>
        <p:spPr>
          <a:xfrm>
            <a:off x="2407238" y="570520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Oval 618"/>
          <p:cNvSpPr/>
          <p:nvPr/>
        </p:nvSpPr>
        <p:spPr>
          <a:xfrm>
            <a:off x="2439521" y="572597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Oval 619"/>
          <p:cNvSpPr/>
          <p:nvPr/>
        </p:nvSpPr>
        <p:spPr>
          <a:xfrm>
            <a:off x="2451246" y="576058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Oval 620"/>
          <p:cNvSpPr/>
          <p:nvPr/>
        </p:nvSpPr>
        <p:spPr>
          <a:xfrm>
            <a:off x="2437445" y="578828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Oval 621"/>
          <p:cNvSpPr/>
          <p:nvPr/>
        </p:nvSpPr>
        <p:spPr>
          <a:xfrm>
            <a:off x="2433993" y="578828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Oval 622"/>
          <p:cNvSpPr/>
          <p:nvPr/>
        </p:nvSpPr>
        <p:spPr>
          <a:xfrm>
            <a:off x="2430740" y="579520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Oval 623"/>
          <p:cNvSpPr/>
          <p:nvPr/>
        </p:nvSpPr>
        <p:spPr>
          <a:xfrm>
            <a:off x="2449629" y="580212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Oval 624"/>
          <p:cNvSpPr/>
          <p:nvPr/>
        </p:nvSpPr>
        <p:spPr>
          <a:xfrm>
            <a:off x="2422531" y="582982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TextBox 625"/>
          <p:cNvSpPr txBox="1"/>
          <p:nvPr/>
        </p:nvSpPr>
        <p:spPr>
          <a:xfrm>
            <a:off x="228600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C53E1F"/>
                </a:solidFill>
                <a:latin typeface="Arial"/>
              </a:rPr>
              <a:t>15</a:t>
            </a:r>
          </a:p>
        </p:txBody>
      </p:sp>
      <p:cxnSp>
        <p:nvCxnSpPr>
          <p:cNvPr id="627" name="Connector 626"/>
          <p:cNvCxnSpPr/>
          <p:nvPr/>
        </p:nvCxnSpPr>
        <p:spPr>
          <a:xfrm flipV="1">
            <a:off x="2731770" y="1188720"/>
            <a:ext cx="0" cy="4694007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8" name="Connector 627"/>
          <p:cNvCxnSpPr/>
          <p:nvPr/>
        </p:nvCxnSpPr>
        <p:spPr>
          <a:xfrm>
            <a:off x="2687193" y="5882727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9" name="Connector 628"/>
          <p:cNvCxnSpPr/>
          <p:nvPr/>
        </p:nvCxnSpPr>
        <p:spPr>
          <a:xfrm>
            <a:off x="2687193" y="1188720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0" name="Rectangle 629"/>
          <p:cNvSpPr/>
          <p:nvPr/>
        </p:nvSpPr>
        <p:spPr>
          <a:xfrm>
            <a:off x="2642616" y="3302062"/>
            <a:ext cx="178308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1" name="Connector 630"/>
          <p:cNvCxnSpPr/>
          <p:nvPr/>
        </p:nvCxnSpPr>
        <p:spPr>
          <a:xfrm>
            <a:off x="2642616" y="2687618"/>
            <a:ext cx="178308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2" name="Oval 631"/>
          <p:cNvSpPr/>
          <p:nvPr/>
        </p:nvSpPr>
        <p:spPr>
          <a:xfrm>
            <a:off x="2743657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Oval 632"/>
          <p:cNvSpPr/>
          <p:nvPr/>
        </p:nvSpPr>
        <p:spPr>
          <a:xfrm>
            <a:off x="2704455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Oval 633"/>
          <p:cNvSpPr/>
          <p:nvPr/>
        </p:nvSpPr>
        <p:spPr>
          <a:xfrm>
            <a:off x="2696914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Oval 634"/>
          <p:cNvSpPr/>
          <p:nvPr/>
        </p:nvSpPr>
        <p:spPr>
          <a:xfrm>
            <a:off x="2724600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Oval 635"/>
          <p:cNvSpPr/>
          <p:nvPr/>
        </p:nvSpPr>
        <p:spPr>
          <a:xfrm>
            <a:off x="2701136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Oval 636"/>
          <p:cNvSpPr/>
          <p:nvPr/>
        </p:nvSpPr>
        <p:spPr>
          <a:xfrm>
            <a:off x="2718462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Oval 637"/>
          <p:cNvSpPr/>
          <p:nvPr/>
        </p:nvSpPr>
        <p:spPr>
          <a:xfrm>
            <a:off x="2756457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Oval 638"/>
          <p:cNvSpPr/>
          <p:nvPr/>
        </p:nvSpPr>
        <p:spPr>
          <a:xfrm>
            <a:off x="2740761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Oval 639"/>
          <p:cNvSpPr/>
          <p:nvPr/>
        </p:nvSpPr>
        <p:spPr>
          <a:xfrm>
            <a:off x="2670946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Oval 640"/>
          <p:cNvSpPr/>
          <p:nvPr/>
        </p:nvSpPr>
        <p:spPr>
          <a:xfrm>
            <a:off x="2692471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Oval 641"/>
          <p:cNvSpPr/>
          <p:nvPr/>
        </p:nvSpPr>
        <p:spPr>
          <a:xfrm>
            <a:off x="2749356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Oval 642"/>
          <p:cNvSpPr/>
          <p:nvPr/>
        </p:nvSpPr>
        <p:spPr>
          <a:xfrm>
            <a:off x="2709938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Oval 643"/>
          <p:cNvSpPr/>
          <p:nvPr/>
        </p:nvSpPr>
        <p:spPr>
          <a:xfrm>
            <a:off x="2683543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Oval 644"/>
          <p:cNvSpPr/>
          <p:nvPr/>
        </p:nvSpPr>
        <p:spPr>
          <a:xfrm>
            <a:off x="2706813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Oval 645"/>
          <p:cNvSpPr/>
          <p:nvPr/>
        </p:nvSpPr>
        <p:spPr>
          <a:xfrm>
            <a:off x="2727010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Oval 646"/>
          <p:cNvSpPr/>
          <p:nvPr/>
        </p:nvSpPr>
        <p:spPr>
          <a:xfrm>
            <a:off x="2739254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Oval 647"/>
          <p:cNvSpPr/>
          <p:nvPr/>
        </p:nvSpPr>
        <p:spPr>
          <a:xfrm>
            <a:off x="2720104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Oval 648"/>
          <p:cNvSpPr/>
          <p:nvPr/>
        </p:nvSpPr>
        <p:spPr>
          <a:xfrm>
            <a:off x="2670541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Oval 649"/>
          <p:cNvSpPr/>
          <p:nvPr/>
        </p:nvSpPr>
        <p:spPr>
          <a:xfrm>
            <a:off x="2683811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Oval 650"/>
          <p:cNvSpPr/>
          <p:nvPr/>
        </p:nvSpPr>
        <p:spPr>
          <a:xfrm>
            <a:off x="2739986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Oval 651"/>
          <p:cNvSpPr/>
          <p:nvPr/>
        </p:nvSpPr>
        <p:spPr>
          <a:xfrm>
            <a:off x="2690335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Oval 652"/>
          <p:cNvSpPr/>
          <p:nvPr/>
        </p:nvSpPr>
        <p:spPr>
          <a:xfrm>
            <a:off x="2675160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Oval 653"/>
          <p:cNvSpPr/>
          <p:nvPr/>
        </p:nvSpPr>
        <p:spPr>
          <a:xfrm>
            <a:off x="2738383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Oval 654"/>
          <p:cNvSpPr/>
          <p:nvPr/>
        </p:nvSpPr>
        <p:spPr>
          <a:xfrm>
            <a:off x="2675188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Oval 655"/>
          <p:cNvSpPr/>
          <p:nvPr/>
        </p:nvSpPr>
        <p:spPr>
          <a:xfrm>
            <a:off x="2675899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Oval 656"/>
          <p:cNvSpPr/>
          <p:nvPr/>
        </p:nvSpPr>
        <p:spPr>
          <a:xfrm>
            <a:off x="2751453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Oval 657"/>
          <p:cNvSpPr/>
          <p:nvPr/>
        </p:nvSpPr>
        <p:spPr>
          <a:xfrm>
            <a:off x="2686442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Oval 658"/>
          <p:cNvSpPr/>
          <p:nvPr/>
        </p:nvSpPr>
        <p:spPr>
          <a:xfrm>
            <a:off x="2702207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Oval 659"/>
          <p:cNvSpPr/>
          <p:nvPr/>
        </p:nvSpPr>
        <p:spPr>
          <a:xfrm>
            <a:off x="2716068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Oval 660"/>
          <p:cNvSpPr/>
          <p:nvPr/>
        </p:nvSpPr>
        <p:spPr>
          <a:xfrm>
            <a:off x="2691717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Oval 661"/>
          <p:cNvSpPr/>
          <p:nvPr/>
        </p:nvSpPr>
        <p:spPr>
          <a:xfrm>
            <a:off x="2708518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Oval 662"/>
          <p:cNvSpPr/>
          <p:nvPr/>
        </p:nvSpPr>
        <p:spPr>
          <a:xfrm>
            <a:off x="2714463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Oval 663"/>
          <p:cNvSpPr/>
          <p:nvPr/>
        </p:nvSpPr>
        <p:spPr>
          <a:xfrm>
            <a:off x="2721104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Oval 664"/>
          <p:cNvSpPr/>
          <p:nvPr/>
        </p:nvSpPr>
        <p:spPr>
          <a:xfrm>
            <a:off x="2678138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Oval 665"/>
          <p:cNvSpPr/>
          <p:nvPr/>
        </p:nvSpPr>
        <p:spPr>
          <a:xfrm>
            <a:off x="2727282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Oval 666"/>
          <p:cNvSpPr/>
          <p:nvPr/>
        </p:nvSpPr>
        <p:spPr>
          <a:xfrm>
            <a:off x="2684986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Oval 667"/>
          <p:cNvSpPr/>
          <p:nvPr/>
        </p:nvSpPr>
        <p:spPr>
          <a:xfrm>
            <a:off x="2703713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Oval 668"/>
          <p:cNvSpPr/>
          <p:nvPr/>
        </p:nvSpPr>
        <p:spPr>
          <a:xfrm>
            <a:off x="2669937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Oval 669"/>
          <p:cNvSpPr/>
          <p:nvPr/>
        </p:nvSpPr>
        <p:spPr>
          <a:xfrm>
            <a:off x="2705319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Oval 670"/>
          <p:cNvSpPr/>
          <p:nvPr/>
        </p:nvSpPr>
        <p:spPr>
          <a:xfrm>
            <a:off x="2679399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Oval 671"/>
          <p:cNvSpPr/>
          <p:nvPr/>
        </p:nvSpPr>
        <p:spPr>
          <a:xfrm>
            <a:off x="2701067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Oval 672"/>
          <p:cNvSpPr/>
          <p:nvPr/>
        </p:nvSpPr>
        <p:spPr>
          <a:xfrm>
            <a:off x="2670348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Oval 673"/>
          <p:cNvSpPr/>
          <p:nvPr/>
        </p:nvSpPr>
        <p:spPr>
          <a:xfrm>
            <a:off x="2715155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Oval 674"/>
          <p:cNvSpPr/>
          <p:nvPr/>
        </p:nvSpPr>
        <p:spPr>
          <a:xfrm>
            <a:off x="2680488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Oval 675"/>
          <p:cNvSpPr/>
          <p:nvPr/>
        </p:nvSpPr>
        <p:spPr>
          <a:xfrm>
            <a:off x="2687498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Oval 676"/>
          <p:cNvSpPr/>
          <p:nvPr/>
        </p:nvSpPr>
        <p:spPr>
          <a:xfrm>
            <a:off x="2743331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Oval 677"/>
          <p:cNvSpPr/>
          <p:nvPr/>
        </p:nvSpPr>
        <p:spPr>
          <a:xfrm>
            <a:off x="2672195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Oval 678"/>
          <p:cNvSpPr/>
          <p:nvPr/>
        </p:nvSpPr>
        <p:spPr>
          <a:xfrm>
            <a:off x="2750069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Oval 679"/>
          <p:cNvSpPr/>
          <p:nvPr/>
        </p:nvSpPr>
        <p:spPr>
          <a:xfrm>
            <a:off x="2757371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Oval 680"/>
          <p:cNvSpPr/>
          <p:nvPr/>
        </p:nvSpPr>
        <p:spPr>
          <a:xfrm>
            <a:off x="2719392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Oval 681"/>
          <p:cNvSpPr/>
          <p:nvPr/>
        </p:nvSpPr>
        <p:spPr>
          <a:xfrm>
            <a:off x="2731545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Oval 682"/>
          <p:cNvSpPr/>
          <p:nvPr/>
        </p:nvSpPr>
        <p:spPr>
          <a:xfrm>
            <a:off x="2718569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Oval 683"/>
          <p:cNvSpPr/>
          <p:nvPr/>
        </p:nvSpPr>
        <p:spPr>
          <a:xfrm>
            <a:off x="2705380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Oval 684"/>
          <p:cNvSpPr/>
          <p:nvPr/>
        </p:nvSpPr>
        <p:spPr>
          <a:xfrm>
            <a:off x="2688536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Oval 685"/>
          <p:cNvSpPr/>
          <p:nvPr/>
        </p:nvSpPr>
        <p:spPr>
          <a:xfrm>
            <a:off x="2711380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Oval 686"/>
          <p:cNvSpPr/>
          <p:nvPr/>
        </p:nvSpPr>
        <p:spPr>
          <a:xfrm>
            <a:off x="2739853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Oval 687"/>
          <p:cNvSpPr/>
          <p:nvPr/>
        </p:nvSpPr>
        <p:spPr>
          <a:xfrm>
            <a:off x="2684263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Oval 688"/>
          <p:cNvSpPr/>
          <p:nvPr/>
        </p:nvSpPr>
        <p:spPr>
          <a:xfrm>
            <a:off x="2744230" y="11912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Oval 689"/>
          <p:cNvSpPr/>
          <p:nvPr/>
        </p:nvSpPr>
        <p:spPr>
          <a:xfrm>
            <a:off x="2674320" y="130197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Oval 690"/>
          <p:cNvSpPr/>
          <p:nvPr/>
        </p:nvSpPr>
        <p:spPr>
          <a:xfrm>
            <a:off x="2690291" y="135043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Oval 691"/>
          <p:cNvSpPr/>
          <p:nvPr/>
        </p:nvSpPr>
        <p:spPr>
          <a:xfrm>
            <a:off x="2753808" y="139890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Oval 692"/>
          <p:cNvSpPr/>
          <p:nvPr/>
        </p:nvSpPr>
        <p:spPr>
          <a:xfrm>
            <a:off x="2742340" y="139890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Oval 693"/>
          <p:cNvSpPr/>
          <p:nvPr/>
        </p:nvSpPr>
        <p:spPr>
          <a:xfrm>
            <a:off x="2700314" y="146813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Oval 694"/>
          <p:cNvSpPr/>
          <p:nvPr/>
        </p:nvSpPr>
        <p:spPr>
          <a:xfrm>
            <a:off x="2670105" y="163429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Oval 695"/>
          <p:cNvSpPr/>
          <p:nvPr/>
        </p:nvSpPr>
        <p:spPr>
          <a:xfrm>
            <a:off x="2740775" y="179353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Oval 696"/>
          <p:cNvSpPr/>
          <p:nvPr/>
        </p:nvSpPr>
        <p:spPr>
          <a:xfrm>
            <a:off x="2670709" y="180045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Oval 697"/>
          <p:cNvSpPr/>
          <p:nvPr/>
        </p:nvSpPr>
        <p:spPr>
          <a:xfrm>
            <a:off x="2724418" y="186276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Oval 698"/>
          <p:cNvSpPr/>
          <p:nvPr/>
        </p:nvSpPr>
        <p:spPr>
          <a:xfrm>
            <a:off x="2687751" y="189738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Oval 699"/>
          <p:cNvSpPr/>
          <p:nvPr/>
        </p:nvSpPr>
        <p:spPr>
          <a:xfrm>
            <a:off x="2686174" y="189738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Oval 700"/>
          <p:cNvSpPr/>
          <p:nvPr/>
        </p:nvSpPr>
        <p:spPr>
          <a:xfrm>
            <a:off x="2707875" y="191122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Oval 701"/>
          <p:cNvSpPr/>
          <p:nvPr/>
        </p:nvSpPr>
        <p:spPr>
          <a:xfrm>
            <a:off x="2693534" y="200815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Oval 702"/>
          <p:cNvSpPr/>
          <p:nvPr/>
        </p:nvSpPr>
        <p:spPr>
          <a:xfrm>
            <a:off x="2751947" y="202200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Oval 703"/>
          <p:cNvSpPr/>
          <p:nvPr/>
        </p:nvSpPr>
        <p:spPr>
          <a:xfrm>
            <a:off x="2728589" y="203584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Oval 704"/>
          <p:cNvSpPr/>
          <p:nvPr/>
        </p:nvSpPr>
        <p:spPr>
          <a:xfrm>
            <a:off x="2737682" y="204277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Oval 705"/>
          <p:cNvSpPr/>
          <p:nvPr/>
        </p:nvSpPr>
        <p:spPr>
          <a:xfrm>
            <a:off x="2670589" y="20566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Oval 706"/>
          <p:cNvSpPr/>
          <p:nvPr/>
        </p:nvSpPr>
        <p:spPr>
          <a:xfrm>
            <a:off x="2730895" y="207046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Oval 707"/>
          <p:cNvSpPr/>
          <p:nvPr/>
        </p:nvSpPr>
        <p:spPr>
          <a:xfrm>
            <a:off x="2754354" y="21050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Oval 708"/>
          <p:cNvSpPr/>
          <p:nvPr/>
        </p:nvSpPr>
        <p:spPr>
          <a:xfrm>
            <a:off x="2700008" y="21466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Oval 709"/>
          <p:cNvSpPr/>
          <p:nvPr/>
        </p:nvSpPr>
        <p:spPr>
          <a:xfrm>
            <a:off x="2752503" y="216738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Oval 710"/>
          <p:cNvSpPr/>
          <p:nvPr/>
        </p:nvSpPr>
        <p:spPr>
          <a:xfrm>
            <a:off x="2716779" y="218815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Oval 711"/>
          <p:cNvSpPr/>
          <p:nvPr/>
        </p:nvSpPr>
        <p:spPr>
          <a:xfrm>
            <a:off x="2672680" y="219508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Oval 712"/>
          <p:cNvSpPr/>
          <p:nvPr/>
        </p:nvSpPr>
        <p:spPr>
          <a:xfrm>
            <a:off x="2736577" y="219508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Oval 713"/>
          <p:cNvSpPr/>
          <p:nvPr/>
        </p:nvSpPr>
        <p:spPr>
          <a:xfrm>
            <a:off x="2736733" y="221585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Oval 714"/>
          <p:cNvSpPr/>
          <p:nvPr/>
        </p:nvSpPr>
        <p:spPr>
          <a:xfrm>
            <a:off x="2724711" y="221585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Oval 715"/>
          <p:cNvSpPr/>
          <p:nvPr/>
        </p:nvSpPr>
        <p:spPr>
          <a:xfrm>
            <a:off x="2678371" y="222277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Oval 716"/>
          <p:cNvSpPr/>
          <p:nvPr/>
        </p:nvSpPr>
        <p:spPr>
          <a:xfrm>
            <a:off x="2703501" y="222969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Oval 717"/>
          <p:cNvSpPr/>
          <p:nvPr/>
        </p:nvSpPr>
        <p:spPr>
          <a:xfrm>
            <a:off x="2690843" y="224354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Oval 718"/>
          <p:cNvSpPr/>
          <p:nvPr/>
        </p:nvSpPr>
        <p:spPr>
          <a:xfrm>
            <a:off x="2707515" y="225046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Oval 719"/>
          <p:cNvSpPr/>
          <p:nvPr/>
        </p:nvSpPr>
        <p:spPr>
          <a:xfrm>
            <a:off x="2735475" y="225046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Oval 720"/>
          <p:cNvSpPr/>
          <p:nvPr/>
        </p:nvSpPr>
        <p:spPr>
          <a:xfrm>
            <a:off x="2679870" y="225739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Oval 721"/>
          <p:cNvSpPr/>
          <p:nvPr/>
        </p:nvSpPr>
        <p:spPr>
          <a:xfrm>
            <a:off x="2675351" y="22643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Oval 722"/>
          <p:cNvSpPr/>
          <p:nvPr/>
        </p:nvSpPr>
        <p:spPr>
          <a:xfrm>
            <a:off x="2698480" y="227123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Oval 723"/>
          <p:cNvSpPr/>
          <p:nvPr/>
        </p:nvSpPr>
        <p:spPr>
          <a:xfrm>
            <a:off x="2755411" y="227123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Oval 724"/>
          <p:cNvSpPr/>
          <p:nvPr/>
        </p:nvSpPr>
        <p:spPr>
          <a:xfrm>
            <a:off x="2716663" y="227123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Oval 725"/>
          <p:cNvSpPr/>
          <p:nvPr/>
        </p:nvSpPr>
        <p:spPr>
          <a:xfrm>
            <a:off x="2682319" y="227816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Oval 726"/>
          <p:cNvSpPr/>
          <p:nvPr/>
        </p:nvSpPr>
        <p:spPr>
          <a:xfrm>
            <a:off x="2737784" y="228508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Oval 727"/>
          <p:cNvSpPr/>
          <p:nvPr/>
        </p:nvSpPr>
        <p:spPr>
          <a:xfrm>
            <a:off x="2693884" y="229200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Oval 728"/>
          <p:cNvSpPr/>
          <p:nvPr/>
        </p:nvSpPr>
        <p:spPr>
          <a:xfrm>
            <a:off x="2749000" y="229200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Oval 729"/>
          <p:cNvSpPr/>
          <p:nvPr/>
        </p:nvSpPr>
        <p:spPr>
          <a:xfrm>
            <a:off x="2726069" y="23058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Oval 730"/>
          <p:cNvSpPr/>
          <p:nvPr/>
        </p:nvSpPr>
        <p:spPr>
          <a:xfrm>
            <a:off x="2693261" y="23127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Oval 731"/>
          <p:cNvSpPr/>
          <p:nvPr/>
        </p:nvSpPr>
        <p:spPr>
          <a:xfrm>
            <a:off x="2750771" y="23197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Oval 732"/>
          <p:cNvSpPr/>
          <p:nvPr/>
        </p:nvSpPr>
        <p:spPr>
          <a:xfrm>
            <a:off x="2669922" y="232662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Oval 733"/>
          <p:cNvSpPr/>
          <p:nvPr/>
        </p:nvSpPr>
        <p:spPr>
          <a:xfrm>
            <a:off x="2729762" y="23404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Oval 734"/>
          <p:cNvSpPr/>
          <p:nvPr/>
        </p:nvSpPr>
        <p:spPr>
          <a:xfrm>
            <a:off x="2702411" y="23473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Oval 735"/>
          <p:cNvSpPr/>
          <p:nvPr/>
        </p:nvSpPr>
        <p:spPr>
          <a:xfrm>
            <a:off x="2735583" y="23543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Oval 736"/>
          <p:cNvSpPr/>
          <p:nvPr/>
        </p:nvSpPr>
        <p:spPr>
          <a:xfrm>
            <a:off x="2695684" y="23543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Oval 737"/>
          <p:cNvSpPr/>
          <p:nvPr/>
        </p:nvSpPr>
        <p:spPr>
          <a:xfrm>
            <a:off x="2710009" y="236124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Oval 738"/>
          <p:cNvSpPr/>
          <p:nvPr/>
        </p:nvSpPr>
        <p:spPr>
          <a:xfrm>
            <a:off x="2721394" y="236816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Oval 739"/>
          <p:cNvSpPr/>
          <p:nvPr/>
        </p:nvSpPr>
        <p:spPr>
          <a:xfrm>
            <a:off x="2694936" y="236816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Oval 740"/>
          <p:cNvSpPr/>
          <p:nvPr/>
        </p:nvSpPr>
        <p:spPr>
          <a:xfrm>
            <a:off x="2734286" y="236816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Oval 741"/>
          <p:cNvSpPr/>
          <p:nvPr/>
        </p:nvSpPr>
        <p:spPr>
          <a:xfrm>
            <a:off x="2757908" y="237508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Oval 742"/>
          <p:cNvSpPr/>
          <p:nvPr/>
        </p:nvSpPr>
        <p:spPr>
          <a:xfrm>
            <a:off x="2679431" y="237508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Oval 743"/>
          <p:cNvSpPr/>
          <p:nvPr/>
        </p:nvSpPr>
        <p:spPr>
          <a:xfrm>
            <a:off x="2752467" y="238201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Oval 744"/>
          <p:cNvSpPr/>
          <p:nvPr/>
        </p:nvSpPr>
        <p:spPr>
          <a:xfrm>
            <a:off x="2730278" y="238201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Oval 745"/>
          <p:cNvSpPr/>
          <p:nvPr/>
        </p:nvSpPr>
        <p:spPr>
          <a:xfrm>
            <a:off x="2753848" y="238893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Oval 746"/>
          <p:cNvSpPr/>
          <p:nvPr/>
        </p:nvSpPr>
        <p:spPr>
          <a:xfrm>
            <a:off x="2674761" y="239585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Oval 747"/>
          <p:cNvSpPr/>
          <p:nvPr/>
        </p:nvSpPr>
        <p:spPr>
          <a:xfrm>
            <a:off x="2671239" y="242355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Oval 748"/>
          <p:cNvSpPr/>
          <p:nvPr/>
        </p:nvSpPr>
        <p:spPr>
          <a:xfrm>
            <a:off x="2744573" y="242355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Oval 749"/>
          <p:cNvSpPr/>
          <p:nvPr/>
        </p:nvSpPr>
        <p:spPr>
          <a:xfrm>
            <a:off x="2717208" y="242355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Oval 750"/>
          <p:cNvSpPr/>
          <p:nvPr/>
        </p:nvSpPr>
        <p:spPr>
          <a:xfrm>
            <a:off x="2731210" y="242355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Oval 751"/>
          <p:cNvSpPr/>
          <p:nvPr/>
        </p:nvSpPr>
        <p:spPr>
          <a:xfrm>
            <a:off x="2680563" y="243739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Oval 752"/>
          <p:cNvSpPr/>
          <p:nvPr/>
        </p:nvSpPr>
        <p:spPr>
          <a:xfrm>
            <a:off x="2669546" y="243739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Oval 753"/>
          <p:cNvSpPr/>
          <p:nvPr/>
        </p:nvSpPr>
        <p:spPr>
          <a:xfrm>
            <a:off x="2750277" y="244432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Oval 754"/>
          <p:cNvSpPr/>
          <p:nvPr/>
        </p:nvSpPr>
        <p:spPr>
          <a:xfrm>
            <a:off x="2720133" y="244432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Oval 755"/>
          <p:cNvSpPr/>
          <p:nvPr/>
        </p:nvSpPr>
        <p:spPr>
          <a:xfrm>
            <a:off x="2709647" y="244432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Oval 756"/>
          <p:cNvSpPr/>
          <p:nvPr/>
        </p:nvSpPr>
        <p:spPr>
          <a:xfrm>
            <a:off x="2749438" y="245124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Oval 757"/>
          <p:cNvSpPr/>
          <p:nvPr/>
        </p:nvSpPr>
        <p:spPr>
          <a:xfrm>
            <a:off x="2682284" y="245124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Oval 758"/>
          <p:cNvSpPr/>
          <p:nvPr/>
        </p:nvSpPr>
        <p:spPr>
          <a:xfrm>
            <a:off x="2686329" y="245816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Oval 759"/>
          <p:cNvSpPr/>
          <p:nvPr/>
        </p:nvSpPr>
        <p:spPr>
          <a:xfrm>
            <a:off x="2735650" y="246509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Oval 760"/>
          <p:cNvSpPr/>
          <p:nvPr/>
        </p:nvSpPr>
        <p:spPr>
          <a:xfrm>
            <a:off x="2756502" y="246509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Oval 761"/>
          <p:cNvSpPr/>
          <p:nvPr/>
        </p:nvSpPr>
        <p:spPr>
          <a:xfrm>
            <a:off x="2707252" y="247201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Oval 762"/>
          <p:cNvSpPr/>
          <p:nvPr/>
        </p:nvSpPr>
        <p:spPr>
          <a:xfrm>
            <a:off x="2722722" y="248586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Oval 763"/>
          <p:cNvSpPr/>
          <p:nvPr/>
        </p:nvSpPr>
        <p:spPr>
          <a:xfrm>
            <a:off x="2670824" y="248586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Oval 764"/>
          <p:cNvSpPr/>
          <p:nvPr/>
        </p:nvSpPr>
        <p:spPr>
          <a:xfrm>
            <a:off x="2686939" y="249970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Oval 765"/>
          <p:cNvSpPr/>
          <p:nvPr/>
        </p:nvSpPr>
        <p:spPr>
          <a:xfrm>
            <a:off x="2716460" y="251355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Oval 766"/>
          <p:cNvSpPr/>
          <p:nvPr/>
        </p:nvSpPr>
        <p:spPr>
          <a:xfrm>
            <a:off x="2673739" y="251355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Oval 767"/>
          <p:cNvSpPr/>
          <p:nvPr/>
        </p:nvSpPr>
        <p:spPr>
          <a:xfrm>
            <a:off x="2738080" y="251355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Oval 768"/>
          <p:cNvSpPr/>
          <p:nvPr/>
        </p:nvSpPr>
        <p:spPr>
          <a:xfrm>
            <a:off x="2741004" y="252047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Oval 769"/>
          <p:cNvSpPr/>
          <p:nvPr/>
        </p:nvSpPr>
        <p:spPr>
          <a:xfrm>
            <a:off x="2720808" y="25481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Oval 770"/>
          <p:cNvSpPr/>
          <p:nvPr/>
        </p:nvSpPr>
        <p:spPr>
          <a:xfrm>
            <a:off x="2697108" y="25481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Oval 771"/>
          <p:cNvSpPr/>
          <p:nvPr/>
        </p:nvSpPr>
        <p:spPr>
          <a:xfrm>
            <a:off x="2697636" y="25550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Oval 772"/>
          <p:cNvSpPr/>
          <p:nvPr/>
        </p:nvSpPr>
        <p:spPr>
          <a:xfrm>
            <a:off x="2699233" y="25550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Oval 773"/>
          <p:cNvSpPr/>
          <p:nvPr/>
        </p:nvSpPr>
        <p:spPr>
          <a:xfrm>
            <a:off x="2737143" y="25550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Oval 774"/>
          <p:cNvSpPr/>
          <p:nvPr/>
        </p:nvSpPr>
        <p:spPr>
          <a:xfrm>
            <a:off x="2703723" y="25550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Oval 775"/>
          <p:cNvSpPr/>
          <p:nvPr/>
        </p:nvSpPr>
        <p:spPr>
          <a:xfrm>
            <a:off x="2690468" y="25550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Oval 776"/>
          <p:cNvSpPr/>
          <p:nvPr/>
        </p:nvSpPr>
        <p:spPr>
          <a:xfrm>
            <a:off x="2691259" y="25550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8" name="Oval 777"/>
          <p:cNvSpPr/>
          <p:nvPr/>
        </p:nvSpPr>
        <p:spPr>
          <a:xfrm>
            <a:off x="2757027" y="25550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9" name="Oval 778"/>
          <p:cNvSpPr/>
          <p:nvPr/>
        </p:nvSpPr>
        <p:spPr>
          <a:xfrm>
            <a:off x="2670317" y="25550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0" name="Oval 779"/>
          <p:cNvSpPr/>
          <p:nvPr/>
        </p:nvSpPr>
        <p:spPr>
          <a:xfrm>
            <a:off x="2720046" y="256894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1" name="Oval 780"/>
          <p:cNvSpPr/>
          <p:nvPr/>
        </p:nvSpPr>
        <p:spPr>
          <a:xfrm>
            <a:off x="2747030" y="256894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2" name="Oval 781"/>
          <p:cNvSpPr/>
          <p:nvPr/>
        </p:nvSpPr>
        <p:spPr>
          <a:xfrm>
            <a:off x="2690305" y="257586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3" name="Oval 782"/>
          <p:cNvSpPr/>
          <p:nvPr/>
        </p:nvSpPr>
        <p:spPr>
          <a:xfrm>
            <a:off x="2696082" y="257586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4" name="Oval 783"/>
          <p:cNvSpPr/>
          <p:nvPr/>
        </p:nvSpPr>
        <p:spPr>
          <a:xfrm>
            <a:off x="2691355" y="257586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5" name="Oval 784"/>
          <p:cNvSpPr/>
          <p:nvPr/>
        </p:nvSpPr>
        <p:spPr>
          <a:xfrm>
            <a:off x="2714937" y="258278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6" name="Oval 785"/>
          <p:cNvSpPr/>
          <p:nvPr/>
        </p:nvSpPr>
        <p:spPr>
          <a:xfrm>
            <a:off x="2683423" y="258278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7" name="Oval 786"/>
          <p:cNvSpPr/>
          <p:nvPr/>
        </p:nvSpPr>
        <p:spPr>
          <a:xfrm>
            <a:off x="2728694" y="258971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8" name="Oval 787"/>
          <p:cNvSpPr/>
          <p:nvPr/>
        </p:nvSpPr>
        <p:spPr>
          <a:xfrm>
            <a:off x="2717651" y="260355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9" name="Oval 788"/>
          <p:cNvSpPr/>
          <p:nvPr/>
        </p:nvSpPr>
        <p:spPr>
          <a:xfrm>
            <a:off x="2677491" y="260355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0" name="Oval 789"/>
          <p:cNvSpPr/>
          <p:nvPr/>
        </p:nvSpPr>
        <p:spPr>
          <a:xfrm>
            <a:off x="2672968" y="261048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1" name="Oval 790"/>
          <p:cNvSpPr/>
          <p:nvPr/>
        </p:nvSpPr>
        <p:spPr>
          <a:xfrm>
            <a:off x="2686874" y="261740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2" name="Oval 791"/>
          <p:cNvSpPr/>
          <p:nvPr/>
        </p:nvSpPr>
        <p:spPr>
          <a:xfrm>
            <a:off x="2741220" y="263817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3" name="Oval 792"/>
          <p:cNvSpPr/>
          <p:nvPr/>
        </p:nvSpPr>
        <p:spPr>
          <a:xfrm>
            <a:off x="2748867" y="263817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4" name="Oval 793"/>
          <p:cNvSpPr/>
          <p:nvPr/>
        </p:nvSpPr>
        <p:spPr>
          <a:xfrm>
            <a:off x="2721237" y="264509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5" name="Oval 794"/>
          <p:cNvSpPr/>
          <p:nvPr/>
        </p:nvSpPr>
        <p:spPr>
          <a:xfrm>
            <a:off x="2720457" y="265202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6" name="Oval 795"/>
          <p:cNvSpPr/>
          <p:nvPr/>
        </p:nvSpPr>
        <p:spPr>
          <a:xfrm>
            <a:off x="2723320" y="265202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7" name="Oval 796"/>
          <p:cNvSpPr/>
          <p:nvPr/>
        </p:nvSpPr>
        <p:spPr>
          <a:xfrm>
            <a:off x="2732433" y="265894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8" name="Oval 797"/>
          <p:cNvSpPr/>
          <p:nvPr/>
        </p:nvSpPr>
        <p:spPr>
          <a:xfrm>
            <a:off x="2685128" y="265894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9" name="Oval 798"/>
          <p:cNvSpPr/>
          <p:nvPr/>
        </p:nvSpPr>
        <p:spPr>
          <a:xfrm>
            <a:off x="2718561" y="265894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0" name="Oval 799"/>
          <p:cNvSpPr/>
          <p:nvPr/>
        </p:nvSpPr>
        <p:spPr>
          <a:xfrm>
            <a:off x="2723857" y="266586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1" name="Oval 800"/>
          <p:cNvSpPr/>
          <p:nvPr/>
        </p:nvSpPr>
        <p:spPr>
          <a:xfrm>
            <a:off x="2729145" y="266586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Oval 801"/>
          <p:cNvSpPr/>
          <p:nvPr/>
        </p:nvSpPr>
        <p:spPr>
          <a:xfrm>
            <a:off x="2721957" y="267279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3" name="Oval 802"/>
          <p:cNvSpPr/>
          <p:nvPr/>
        </p:nvSpPr>
        <p:spPr>
          <a:xfrm>
            <a:off x="2681038" y="267279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Oval 803"/>
          <p:cNvSpPr/>
          <p:nvPr/>
        </p:nvSpPr>
        <p:spPr>
          <a:xfrm>
            <a:off x="2747736" y="267279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5" name="Oval 804"/>
          <p:cNvSpPr/>
          <p:nvPr/>
        </p:nvSpPr>
        <p:spPr>
          <a:xfrm>
            <a:off x="2671431" y="267971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6" name="Oval 805"/>
          <p:cNvSpPr/>
          <p:nvPr/>
        </p:nvSpPr>
        <p:spPr>
          <a:xfrm>
            <a:off x="2687708" y="267971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Oval 806"/>
          <p:cNvSpPr/>
          <p:nvPr/>
        </p:nvSpPr>
        <p:spPr>
          <a:xfrm>
            <a:off x="2697723" y="268663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8" name="Oval 807"/>
          <p:cNvSpPr/>
          <p:nvPr/>
        </p:nvSpPr>
        <p:spPr>
          <a:xfrm>
            <a:off x="2732876" y="269356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Oval 808"/>
          <p:cNvSpPr/>
          <p:nvPr/>
        </p:nvSpPr>
        <p:spPr>
          <a:xfrm>
            <a:off x="2675501" y="269356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0" name="Oval 809"/>
          <p:cNvSpPr/>
          <p:nvPr/>
        </p:nvSpPr>
        <p:spPr>
          <a:xfrm>
            <a:off x="2719346" y="270740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Oval 810"/>
          <p:cNvSpPr/>
          <p:nvPr/>
        </p:nvSpPr>
        <p:spPr>
          <a:xfrm>
            <a:off x="2692444" y="271433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2" name="Oval 811"/>
          <p:cNvSpPr/>
          <p:nvPr/>
        </p:nvSpPr>
        <p:spPr>
          <a:xfrm>
            <a:off x="2679978" y="272125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Oval 812"/>
          <p:cNvSpPr/>
          <p:nvPr/>
        </p:nvSpPr>
        <p:spPr>
          <a:xfrm>
            <a:off x="2738524" y="272817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4" name="Oval 813"/>
          <p:cNvSpPr/>
          <p:nvPr/>
        </p:nvSpPr>
        <p:spPr>
          <a:xfrm>
            <a:off x="2673731" y="272817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Oval 814"/>
          <p:cNvSpPr/>
          <p:nvPr/>
        </p:nvSpPr>
        <p:spPr>
          <a:xfrm>
            <a:off x="2710025" y="273510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6" name="Oval 815"/>
          <p:cNvSpPr/>
          <p:nvPr/>
        </p:nvSpPr>
        <p:spPr>
          <a:xfrm>
            <a:off x="2697325" y="273510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Oval 816"/>
          <p:cNvSpPr/>
          <p:nvPr/>
        </p:nvSpPr>
        <p:spPr>
          <a:xfrm>
            <a:off x="2710069" y="273510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8" name="Oval 817"/>
          <p:cNvSpPr/>
          <p:nvPr/>
        </p:nvSpPr>
        <p:spPr>
          <a:xfrm>
            <a:off x="2748877" y="273510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Oval 818"/>
          <p:cNvSpPr/>
          <p:nvPr/>
        </p:nvSpPr>
        <p:spPr>
          <a:xfrm>
            <a:off x="2676010" y="273510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0" name="Oval 819"/>
          <p:cNvSpPr/>
          <p:nvPr/>
        </p:nvSpPr>
        <p:spPr>
          <a:xfrm>
            <a:off x="2689751" y="274894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Oval 820"/>
          <p:cNvSpPr/>
          <p:nvPr/>
        </p:nvSpPr>
        <p:spPr>
          <a:xfrm>
            <a:off x="2736440" y="274894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2" name="Oval 821"/>
          <p:cNvSpPr/>
          <p:nvPr/>
        </p:nvSpPr>
        <p:spPr>
          <a:xfrm>
            <a:off x="2669389" y="275587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3" name="Oval 822"/>
          <p:cNvSpPr/>
          <p:nvPr/>
        </p:nvSpPr>
        <p:spPr>
          <a:xfrm>
            <a:off x="2749631" y="278356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4" name="Oval 823"/>
          <p:cNvSpPr/>
          <p:nvPr/>
        </p:nvSpPr>
        <p:spPr>
          <a:xfrm>
            <a:off x="2706894" y="279048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5" name="Oval 824"/>
          <p:cNvSpPr/>
          <p:nvPr/>
        </p:nvSpPr>
        <p:spPr>
          <a:xfrm>
            <a:off x="2750988" y="279048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6" name="Oval 825"/>
          <p:cNvSpPr/>
          <p:nvPr/>
        </p:nvSpPr>
        <p:spPr>
          <a:xfrm>
            <a:off x="2687695" y="279741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7" name="Oval 826"/>
          <p:cNvSpPr/>
          <p:nvPr/>
        </p:nvSpPr>
        <p:spPr>
          <a:xfrm>
            <a:off x="2737527" y="280433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8" name="Oval 827"/>
          <p:cNvSpPr/>
          <p:nvPr/>
        </p:nvSpPr>
        <p:spPr>
          <a:xfrm>
            <a:off x="2757056" y="283895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9" name="Oval 828"/>
          <p:cNvSpPr/>
          <p:nvPr/>
        </p:nvSpPr>
        <p:spPr>
          <a:xfrm>
            <a:off x="2730379" y="283895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0" name="Oval 829"/>
          <p:cNvSpPr/>
          <p:nvPr/>
        </p:nvSpPr>
        <p:spPr>
          <a:xfrm>
            <a:off x="2756323" y="284587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1" name="Oval 830"/>
          <p:cNvSpPr/>
          <p:nvPr/>
        </p:nvSpPr>
        <p:spPr>
          <a:xfrm>
            <a:off x="2722938" y="284587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2" name="Oval 831"/>
          <p:cNvSpPr/>
          <p:nvPr/>
        </p:nvSpPr>
        <p:spPr>
          <a:xfrm>
            <a:off x="2729002" y="285279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3" name="Oval 832"/>
          <p:cNvSpPr/>
          <p:nvPr/>
        </p:nvSpPr>
        <p:spPr>
          <a:xfrm>
            <a:off x="2681882" y="285972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4" name="Oval 833"/>
          <p:cNvSpPr/>
          <p:nvPr/>
        </p:nvSpPr>
        <p:spPr>
          <a:xfrm>
            <a:off x="2756996" y="285972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5" name="Oval 834"/>
          <p:cNvSpPr/>
          <p:nvPr/>
        </p:nvSpPr>
        <p:spPr>
          <a:xfrm>
            <a:off x="2722353" y="287356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6" name="Oval 835"/>
          <p:cNvSpPr/>
          <p:nvPr/>
        </p:nvSpPr>
        <p:spPr>
          <a:xfrm>
            <a:off x="2738891" y="288049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7" name="Oval 836"/>
          <p:cNvSpPr/>
          <p:nvPr/>
        </p:nvSpPr>
        <p:spPr>
          <a:xfrm>
            <a:off x="2690578" y="288741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8" name="Oval 837"/>
          <p:cNvSpPr/>
          <p:nvPr/>
        </p:nvSpPr>
        <p:spPr>
          <a:xfrm>
            <a:off x="2710911" y="288741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9" name="Oval 838"/>
          <p:cNvSpPr/>
          <p:nvPr/>
        </p:nvSpPr>
        <p:spPr>
          <a:xfrm>
            <a:off x="2700173" y="289433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0" name="Oval 839"/>
          <p:cNvSpPr/>
          <p:nvPr/>
        </p:nvSpPr>
        <p:spPr>
          <a:xfrm>
            <a:off x="2718339" y="289433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1" name="Oval 840"/>
          <p:cNvSpPr/>
          <p:nvPr/>
        </p:nvSpPr>
        <p:spPr>
          <a:xfrm>
            <a:off x="2734043" y="290126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2" name="Oval 841"/>
          <p:cNvSpPr/>
          <p:nvPr/>
        </p:nvSpPr>
        <p:spPr>
          <a:xfrm>
            <a:off x="2748888" y="290818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3" name="Oval 842"/>
          <p:cNvSpPr/>
          <p:nvPr/>
        </p:nvSpPr>
        <p:spPr>
          <a:xfrm>
            <a:off x="2737222" y="291510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4" name="Oval 843"/>
          <p:cNvSpPr/>
          <p:nvPr/>
        </p:nvSpPr>
        <p:spPr>
          <a:xfrm>
            <a:off x="2672329" y="293587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5" name="Oval 844"/>
          <p:cNvSpPr/>
          <p:nvPr/>
        </p:nvSpPr>
        <p:spPr>
          <a:xfrm>
            <a:off x="2705207" y="293587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6" name="Oval 845"/>
          <p:cNvSpPr/>
          <p:nvPr/>
        </p:nvSpPr>
        <p:spPr>
          <a:xfrm>
            <a:off x="2687099" y="293587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7" name="Oval 846"/>
          <p:cNvSpPr/>
          <p:nvPr/>
        </p:nvSpPr>
        <p:spPr>
          <a:xfrm>
            <a:off x="2741427" y="294280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8" name="Oval 847"/>
          <p:cNvSpPr/>
          <p:nvPr/>
        </p:nvSpPr>
        <p:spPr>
          <a:xfrm>
            <a:off x="2687235" y="294280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9" name="Oval 848"/>
          <p:cNvSpPr/>
          <p:nvPr/>
        </p:nvSpPr>
        <p:spPr>
          <a:xfrm>
            <a:off x="2724759" y="294280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0" name="Oval 849"/>
          <p:cNvSpPr/>
          <p:nvPr/>
        </p:nvSpPr>
        <p:spPr>
          <a:xfrm>
            <a:off x="2743207" y="294280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1" name="Oval 850"/>
          <p:cNvSpPr/>
          <p:nvPr/>
        </p:nvSpPr>
        <p:spPr>
          <a:xfrm>
            <a:off x="2734165" y="297049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2" name="Oval 851"/>
          <p:cNvSpPr/>
          <p:nvPr/>
        </p:nvSpPr>
        <p:spPr>
          <a:xfrm>
            <a:off x="2732059" y="297049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3" name="Oval 852"/>
          <p:cNvSpPr/>
          <p:nvPr/>
        </p:nvSpPr>
        <p:spPr>
          <a:xfrm>
            <a:off x="2695086" y="299818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4" name="Oval 853"/>
          <p:cNvSpPr/>
          <p:nvPr/>
        </p:nvSpPr>
        <p:spPr>
          <a:xfrm>
            <a:off x="2703148" y="299818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5" name="Oval 854"/>
          <p:cNvSpPr/>
          <p:nvPr/>
        </p:nvSpPr>
        <p:spPr>
          <a:xfrm>
            <a:off x="2714901" y="300511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6" name="Oval 855"/>
          <p:cNvSpPr/>
          <p:nvPr/>
        </p:nvSpPr>
        <p:spPr>
          <a:xfrm>
            <a:off x="2685458" y="301203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7" name="Oval 856"/>
          <p:cNvSpPr/>
          <p:nvPr/>
        </p:nvSpPr>
        <p:spPr>
          <a:xfrm>
            <a:off x="2736975" y="301203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8" name="Oval 857"/>
          <p:cNvSpPr/>
          <p:nvPr/>
        </p:nvSpPr>
        <p:spPr>
          <a:xfrm>
            <a:off x="2690030" y="301895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9" name="Oval 858"/>
          <p:cNvSpPr/>
          <p:nvPr/>
        </p:nvSpPr>
        <p:spPr>
          <a:xfrm>
            <a:off x="2744553" y="301895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0" name="Oval 859"/>
          <p:cNvSpPr/>
          <p:nvPr/>
        </p:nvSpPr>
        <p:spPr>
          <a:xfrm>
            <a:off x="2703180" y="306049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1" name="Oval 860"/>
          <p:cNvSpPr/>
          <p:nvPr/>
        </p:nvSpPr>
        <p:spPr>
          <a:xfrm>
            <a:off x="2676658" y="306742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2" name="Oval 861"/>
          <p:cNvSpPr/>
          <p:nvPr/>
        </p:nvSpPr>
        <p:spPr>
          <a:xfrm>
            <a:off x="2703718" y="306742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3" name="Oval 862"/>
          <p:cNvSpPr/>
          <p:nvPr/>
        </p:nvSpPr>
        <p:spPr>
          <a:xfrm>
            <a:off x="2694404" y="308819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4" name="Oval 863"/>
          <p:cNvSpPr/>
          <p:nvPr/>
        </p:nvSpPr>
        <p:spPr>
          <a:xfrm>
            <a:off x="2674033" y="310203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5" name="Oval 864"/>
          <p:cNvSpPr/>
          <p:nvPr/>
        </p:nvSpPr>
        <p:spPr>
          <a:xfrm>
            <a:off x="2709454" y="311588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6" name="Oval 865"/>
          <p:cNvSpPr/>
          <p:nvPr/>
        </p:nvSpPr>
        <p:spPr>
          <a:xfrm>
            <a:off x="2715060" y="312973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7" name="Oval 866"/>
          <p:cNvSpPr/>
          <p:nvPr/>
        </p:nvSpPr>
        <p:spPr>
          <a:xfrm>
            <a:off x="2702113" y="312973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8" name="Oval 867"/>
          <p:cNvSpPr/>
          <p:nvPr/>
        </p:nvSpPr>
        <p:spPr>
          <a:xfrm>
            <a:off x="2683732" y="312973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9" name="Oval 868"/>
          <p:cNvSpPr/>
          <p:nvPr/>
        </p:nvSpPr>
        <p:spPr>
          <a:xfrm>
            <a:off x="2696921" y="313665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0" name="Oval 869"/>
          <p:cNvSpPr/>
          <p:nvPr/>
        </p:nvSpPr>
        <p:spPr>
          <a:xfrm>
            <a:off x="2688015" y="314357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1" name="Oval 870"/>
          <p:cNvSpPr/>
          <p:nvPr/>
        </p:nvSpPr>
        <p:spPr>
          <a:xfrm>
            <a:off x="2687700" y="315050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2" name="Oval 871"/>
          <p:cNvSpPr/>
          <p:nvPr/>
        </p:nvSpPr>
        <p:spPr>
          <a:xfrm>
            <a:off x="2754813" y="315050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3" name="Oval 872"/>
          <p:cNvSpPr/>
          <p:nvPr/>
        </p:nvSpPr>
        <p:spPr>
          <a:xfrm>
            <a:off x="2742787" y="317127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4" name="Oval 873"/>
          <p:cNvSpPr/>
          <p:nvPr/>
        </p:nvSpPr>
        <p:spPr>
          <a:xfrm>
            <a:off x="2706046" y="317127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5" name="Oval 874"/>
          <p:cNvSpPr/>
          <p:nvPr/>
        </p:nvSpPr>
        <p:spPr>
          <a:xfrm>
            <a:off x="2727652" y="31851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6" name="Oval 875"/>
          <p:cNvSpPr/>
          <p:nvPr/>
        </p:nvSpPr>
        <p:spPr>
          <a:xfrm>
            <a:off x="2726897" y="31851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7" name="Oval 876"/>
          <p:cNvSpPr/>
          <p:nvPr/>
        </p:nvSpPr>
        <p:spPr>
          <a:xfrm>
            <a:off x="2685543" y="320588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8" name="Oval 877"/>
          <p:cNvSpPr/>
          <p:nvPr/>
        </p:nvSpPr>
        <p:spPr>
          <a:xfrm>
            <a:off x="2705387" y="321281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9" name="Oval 878"/>
          <p:cNvSpPr/>
          <p:nvPr/>
        </p:nvSpPr>
        <p:spPr>
          <a:xfrm>
            <a:off x="2734548" y="321281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0" name="Oval 879"/>
          <p:cNvSpPr/>
          <p:nvPr/>
        </p:nvSpPr>
        <p:spPr>
          <a:xfrm>
            <a:off x="2690710" y="321281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1" name="Oval 880"/>
          <p:cNvSpPr/>
          <p:nvPr/>
        </p:nvSpPr>
        <p:spPr>
          <a:xfrm>
            <a:off x="2700003" y="321973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2" name="Oval 881"/>
          <p:cNvSpPr/>
          <p:nvPr/>
        </p:nvSpPr>
        <p:spPr>
          <a:xfrm>
            <a:off x="2715436" y="325435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3" name="Oval 882"/>
          <p:cNvSpPr/>
          <p:nvPr/>
        </p:nvSpPr>
        <p:spPr>
          <a:xfrm>
            <a:off x="2684820" y="32681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4" name="Oval 883"/>
          <p:cNvSpPr/>
          <p:nvPr/>
        </p:nvSpPr>
        <p:spPr>
          <a:xfrm>
            <a:off x="2701532" y="327512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5" name="Oval 884"/>
          <p:cNvSpPr/>
          <p:nvPr/>
        </p:nvSpPr>
        <p:spPr>
          <a:xfrm>
            <a:off x="2752129" y="327512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6" name="Oval 885"/>
          <p:cNvSpPr/>
          <p:nvPr/>
        </p:nvSpPr>
        <p:spPr>
          <a:xfrm>
            <a:off x="2750649" y="328204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7" name="Oval 886"/>
          <p:cNvSpPr/>
          <p:nvPr/>
        </p:nvSpPr>
        <p:spPr>
          <a:xfrm>
            <a:off x="2675160" y="328896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8" name="Oval 887"/>
          <p:cNvSpPr/>
          <p:nvPr/>
        </p:nvSpPr>
        <p:spPr>
          <a:xfrm>
            <a:off x="2712447" y="329588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9" name="Oval 888"/>
          <p:cNvSpPr/>
          <p:nvPr/>
        </p:nvSpPr>
        <p:spPr>
          <a:xfrm>
            <a:off x="2702931" y="330973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0" name="Oval 889"/>
          <p:cNvSpPr/>
          <p:nvPr/>
        </p:nvSpPr>
        <p:spPr>
          <a:xfrm>
            <a:off x="2701181" y="330973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1" name="Oval 890"/>
          <p:cNvSpPr/>
          <p:nvPr/>
        </p:nvSpPr>
        <p:spPr>
          <a:xfrm>
            <a:off x="2756925" y="335127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2" name="Oval 891"/>
          <p:cNvSpPr/>
          <p:nvPr/>
        </p:nvSpPr>
        <p:spPr>
          <a:xfrm>
            <a:off x="2704073" y="335127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3" name="Oval 892"/>
          <p:cNvSpPr/>
          <p:nvPr/>
        </p:nvSpPr>
        <p:spPr>
          <a:xfrm>
            <a:off x="2743346" y="335127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4" name="Oval 893"/>
          <p:cNvSpPr/>
          <p:nvPr/>
        </p:nvSpPr>
        <p:spPr>
          <a:xfrm>
            <a:off x="2754055" y="337896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5" name="Oval 894"/>
          <p:cNvSpPr/>
          <p:nvPr/>
        </p:nvSpPr>
        <p:spPr>
          <a:xfrm>
            <a:off x="2682975" y="337896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6" name="Oval 895"/>
          <p:cNvSpPr/>
          <p:nvPr/>
        </p:nvSpPr>
        <p:spPr>
          <a:xfrm>
            <a:off x="2757550" y="33928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7" name="Oval 896"/>
          <p:cNvSpPr/>
          <p:nvPr/>
        </p:nvSpPr>
        <p:spPr>
          <a:xfrm>
            <a:off x="2749875" y="3427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8" name="Oval 897"/>
          <p:cNvSpPr/>
          <p:nvPr/>
        </p:nvSpPr>
        <p:spPr>
          <a:xfrm>
            <a:off x="2738310" y="34551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9" name="Oval 898"/>
          <p:cNvSpPr/>
          <p:nvPr/>
        </p:nvSpPr>
        <p:spPr>
          <a:xfrm>
            <a:off x="2709058" y="353128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" name="Oval 899"/>
          <p:cNvSpPr/>
          <p:nvPr/>
        </p:nvSpPr>
        <p:spPr>
          <a:xfrm>
            <a:off x="2669121" y="353820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" name="Oval 900"/>
          <p:cNvSpPr/>
          <p:nvPr/>
        </p:nvSpPr>
        <p:spPr>
          <a:xfrm>
            <a:off x="2737004" y="353820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" name="Oval 901"/>
          <p:cNvSpPr/>
          <p:nvPr/>
        </p:nvSpPr>
        <p:spPr>
          <a:xfrm>
            <a:off x="2691876" y="353820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3" name="Oval 902"/>
          <p:cNvSpPr/>
          <p:nvPr/>
        </p:nvSpPr>
        <p:spPr>
          <a:xfrm>
            <a:off x="2723920" y="362128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4" name="Oval 903"/>
          <p:cNvSpPr/>
          <p:nvPr/>
        </p:nvSpPr>
        <p:spPr>
          <a:xfrm>
            <a:off x="2687370" y="362820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" name="Oval 904"/>
          <p:cNvSpPr/>
          <p:nvPr/>
        </p:nvSpPr>
        <p:spPr>
          <a:xfrm>
            <a:off x="2688639" y="36559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6" name="Oval 905"/>
          <p:cNvSpPr/>
          <p:nvPr/>
        </p:nvSpPr>
        <p:spPr>
          <a:xfrm>
            <a:off x="2742956" y="371128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Oval 906"/>
          <p:cNvSpPr/>
          <p:nvPr/>
        </p:nvSpPr>
        <p:spPr>
          <a:xfrm>
            <a:off x="2689365" y="371128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8" name="Oval 907"/>
          <p:cNvSpPr/>
          <p:nvPr/>
        </p:nvSpPr>
        <p:spPr>
          <a:xfrm>
            <a:off x="2685920" y="381513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9" name="Oval 908"/>
          <p:cNvSpPr/>
          <p:nvPr/>
        </p:nvSpPr>
        <p:spPr>
          <a:xfrm>
            <a:off x="2727219" y="384283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" name="Oval 909"/>
          <p:cNvSpPr/>
          <p:nvPr/>
        </p:nvSpPr>
        <p:spPr>
          <a:xfrm>
            <a:off x="2716778" y="391898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" name="Oval 910"/>
          <p:cNvSpPr/>
          <p:nvPr/>
        </p:nvSpPr>
        <p:spPr>
          <a:xfrm>
            <a:off x="2700313" y="400206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" name="Oval 911"/>
          <p:cNvSpPr/>
          <p:nvPr/>
        </p:nvSpPr>
        <p:spPr>
          <a:xfrm>
            <a:off x="2757416" y="424438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" name="Oval 912"/>
          <p:cNvSpPr/>
          <p:nvPr/>
        </p:nvSpPr>
        <p:spPr>
          <a:xfrm>
            <a:off x="2695673" y="441746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Oval 913"/>
          <p:cNvSpPr/>
          <p:nvPr/>
        </p:nvSpPr>
        <p:spPr>
          <a:xfrm>
            <a:off x="2684011" y="451439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" name="Oval 914"/>
          <p:cNvSpPr/>
          <p:nvPr/>
        </p:nvSpPr>
        <p:spPr>
          <a:xfrm>
            <a:off x="2686476" y="468747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Oval 915"/>
          <p:cNvSpPr/>
          <p:nvPr/>
        </p:nvSpPr>
        <p:spPr>
          <a:xfrm>
            <a:off x="2704111" y="47774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Oval 916"/>
          <p:cNvSpPr/>
          <p:nvPr/>
        </p:nvSpPr>
        <p:spPr>
          <a:xfrm>
            <a:off x="2709985" y="507518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" name="Oval 917"/>
          <p:cNvSpPr/>
          <p:nvPr/>
        </p:nvSpPr>
        <p:spPr>
          <a:xfrm>
            <a:off x="2685213" y="510979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9" name="Oval 918"/>
          <p:cNvSpPr/>
          <p:nvPr/>
        </p:nvSpPr>
        <p:spPr>
          <a:xfrm>
            <a:off x="2723439" y="518595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0" name="Oval 919"/>
          <p:cNvSpPr/>
          <p:nvPr/>
        </p:nvSpPr>
        <p:spPr>
          <a:xfrm>
            <a:off x="2711733" y="521364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1" name="Oval 920"/>
          <p:cNvSpPr/>
          <p:nvPr/>
        </p:nvSpPr>
        <p:spPr>
          <a:xfrm>
            <a:off x="2698129" y="522057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2" name="Oval 921"/>
          <p:cNvSpPr/>
          <p:nvPr/>
        </p:nvSpPr>
        <p:spPr>
          <a:xfrm>
            <a:off x="2713585" y="522057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3" name="Oval 922"/>
          <p:cNvSpPr/>
          <p:nvPr/>
        </p:nvSpPr>
        <p:spPr>
          <a:xfrm>
            <a:off x="2715293" y="525518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4" name="Oval 923"/>
          <p:cNvSpPr/>
          <p:nvPr/>
        </p:nvSpPr>
        <p:spPr>
          <a:xfrm>
            <a:off x="2723493" y="527595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Oval 924"/>
          <p:cNvSpPr/>
          <p:nvPr/>
        </p:nvSpPr>
        <p:spPr>
          <a:xfrm>
            <a:off x="2673944" y="528980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6" name="Oval 925"/>
          <p:cNvSpPr/>
          <p:nvPr/>
        </p:nvSpPr>
        <p:spPr>
          <a:xfrm>
            <a:off x="2729851" y="533134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7" name="Oval 926"/>
          <p:cNvSpPr/>
          <p:nvPr/>
        </p:nvSpPr>
        <p:spPr>
          <a:xfrm>
            <a:off x="2729165" y="535211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Oval 927"/>
          <p:cNvSpPr/>
          <p:nvPr/>
        </p:nvSpPr>
        <p:spPr>
          <a:xfrm>
            <a:off x="2723212" y="535211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9" name="Oval 928"/>
          <p:cNvSpPr/>
          <p:nvPr/>
        </p:nvSpPr>
        <p:spPr>
          <a:xfrm>
            <a:off x="2730863" y="541442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0" name="Oval 929"/>
          <p:cNvSpPr/>
          <p:nvPr/>
        </p:nvSpPr>
        <p:spPr>
          <a:xfrm>
            <a:off x="2739380" y="543519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Oval 930"/>
          <p:cNvSpPr/>
          <p:nvPr/>
        </p:nvSpPr>
        <p:spPr>
          <a:xfrm>
            <a:off x="2715210" y="548365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2" name="Oval 931"/>
          <p:cNvSpPr/>
          <p:nvPr/>
        </p:nvSpPr>
        <p:spPr>
          <a:xfrm>
            <a:off x="2706973" y="555289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3" name="Oval 932"/>
          <p:cNvSpPr/>
          <p:nvPr/>
        </p:nvSpPr>
        <p:spPr>
          <a:xfrm>
            <a:off x="2689442" y="558058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Oval 933"/>
          <p:cNvSpPr/>
          <p:nvPr/>
        </p:nvSpPr>
        <p:spPr>
          <a:xfrm>
            <a:off x="2680055" y="559443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5" name="Oval 934"/>
          <p:cNvSpPr/>
          <p:nvPr/>
        </p:nvSpPr>
        <p:spPr>
          <a:xfrm>
            <a:off x="2698199" y="560827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6" name="Oval 935"/>
          <p:cNvSpPr/>
          <p:nvPr/>
        </p:nvSpPr>
        <p:spPr>
          <a:xfrm>
            <a:off x="2748114" y="562212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Oval 936"/>
          <p:cNvSpPr/>
          <p:nvPr/>
        </p:nvSpPr>
        <p:spPr>
          <a:xfrm>
            <a:off x="2685190" y="562212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8" name="Oval 937"/>
          <p:cNvSpPr/>
          <p:nvPr/>
        </p:nvSpPr>
        <p:spPr>
          <a:xfrm>
            <a:off x="2684639" y="562212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9" name="Oval 938"/>
          <p:cNvSpPr/>
          <p:nvPr/>
        </p:nvSpPr>
        <p:spPr>
          <a:xfrm>
            <a:off x="2683537" y="562904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Oval 939"/>
          <p:cNvSpPr/>
          <p:nvPr/>
        </p:nvSpPr>
        <p:spPr>
          <a:xfrm>
            <a:off x="2670907" y="563597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1" name="Oval 940"/>
          <p:cNvSpPr/>
          <p:nvPr/>
        </p:nvSpPr>
        <p:spPr>
          <a:xfrm>
            <a:off x="2685929" y="563597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2" name="Oval 941"/>
          <p:cNvSpPr/>
          <p:nvPr/>
        </p:nvSpPr>
        <p:spPr>
          <a:xfrm>
            <a:off x="2739300" y="564289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Oval 942"/>
          <p:cNvSpPr/>
          <p:nvPr/>
        </p:nvSpPr>
        <p:spPr>
          <a:xfrm>
            <a:off x="2677053" y="56498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4" name="Oval 943"/>
          <p:cNvSpPr/>
          <p:nvPr/>
        </p:nvSpPr>
        <p:spPr>
          <a:xfrm>
            <a:off x="2686323" y="56498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5" name="Oval 944"/>
          <p:cNvSpPr/>
          <p:nvPr/>
        </p:nvSpPr>
        <p:spPr>
          <a:xfrm>
            <a:off x="2734846" y="566366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Oval 945"/>
          <p:cNvSpPr/>
          <p:nvPr/>
        </p:nvSpPr>
        <p:spPr>
          <a:xfrm>
            <a:off x="2715838" y="567058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7" name="Oval 946"/>
          <p:cNvSpPr/>
          <p:nvPr/>
        </p:nvSpPr>
        <p:spPr>
          <a:xfrm>
            <a:off x="2679906" y="567058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8" name="Oval 947"/>
          <p:cNvSpPr/>
          <p:nvPr/>
        </p:nvSpPr>
        <p:spPr>
          <a:xfrm>
            <a:off x="2739928" y="567751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Oval 948"/>
          <p:cNvSpPr/>
          <p:nvPr/>
        </p:nvSpPr>
        <p:spPr>
          <a:xfrm>
            <a:off x="2699083" y="568443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0" name="Oval 949"/>
          <p:cNvSpPr/>
          <p:nvPr/>
        </p:nvSpPr>
        <p:spPr>
          <a:xfrm>
            <a:off x="2755549" y="56913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1" name="Oval 950"/>
          <p:cNvSpPr/>
          <p:nvPr/>
        </p:nvSpPr>
        <p:spPr>
          <a:xfrm>
            <a:off x="2729373" y="570520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Oval 951"/>
          <p:cNvSpPr/>
          <p:nvPr/>
        </p:nvSpPr>
        <p:spPr>
          <a:xfrm>
            <a:off x="2732217" y="570520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3" name="Oval 952"/>
          <p:cNvSpPr/>
          <p:nvPr/>
        </p:nvSpPr>
        <p:spPr>
          <a:xfrm>
            <a:off x="2718011" y="570520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4" name="Oval 953"/>
          <p:cNvSpPr/>
          <p:nvPr/>
        </p:nvSpPr>
        <p:spPr>
          <a:xfrm>
            <a:off x="2726340" y="570520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Oval 954"/>
          <p:cNvSpPr/>
          <p:nvPr/>
        </p:nvSpPr>
        <p:spPr>
          <a:xfrm>
            <a:off x="2753751" y="570520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6" name="Oval 955"/>
          <p:cNvSpPr/>
          <p:nvPr/>
        </p:nvSpPr>
        <p:spPr>
          <a:xfrm>
            <a:off x="2695416" y="57121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7" name="Oval 956"/>
          <p:cNvSpPr/>
          <p:nvPr/>
        </p:nvSpPr>
        <p:spPr>
          <a:xfrm>
            <a:off x="2717077" y="572597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Oval 957"/>
          <p:cNvSpPr/>
          <p:nvPr/>
        </p:nvSpPr>
        <p:spPr>
          <a:xfrm>
            <a:off x="2744882" y="57328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9" name="Oval 958"/>
          <p:cNvSpPr/>
          <p:nvPr/>
        </p:nvSpPr>
        <p:spPr>
          <a:xfrm>
            <a:off x="2696912" y="576058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0" name="Oval 959"/>
          <p:cNvSpPr/>
          <p:nvPr/>
        </p:nvSpPr>
        <p:spPr>
          <a:xfrm>
            <a:off x="2744531" y="576751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Oval 960"/>
          <p:cNvSpPr/>
          <p:nvPr/>
        </p:nvSpPr>
        <p:spPr>
          <a:xfrm>
            <a:off x="2686387" y="576751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2" name="Oval 961"/>
          <p:cNvSpPr/>
          <p:nvPr/>
        </p:nvSpPr>
        <p:spPr>
          <a:xfrm>
            <a:off x="2735151" y="576751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3" name="Oval 962"/>
          <p:cNvSpPr/>
          <p:nvPr/>
        </p:nvSpPr>
        <p:spPr>
          <a:xfrm>
            <a:off x="2704581" y="578135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Oval 963"/>
          <p:cNvSpPr/>
          <p:nvPr/>
        </p:nvSpPr>
        <p:spPr>
          <a:xfrm>
            <a:off x="2677136" y="578828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5" name="Oval 964"/>
          <p:cNvSpPr/>
          <p:nvPr/>
        </p:nvSpPr>
        <p:spPr>
          <a:xfrm>
            <a:off x="2711418" y="578828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6" name="Oval 965"/>
          <p:cNvSpPr/>
          <p:nvPr/>
        </p:nvSpPr>
        <p:spPr>
          <a:xfrm>
            <a:off x="2694520" y="578828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7" name="Oval 966"/>
          <p:cNvSpPr/>
          <p:nvPr/>
        </p:nvSpPr>
        <p:spPr>
          <a:xfrm>
            <a:off x="2672975" y="579520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Oval 967"/>
          <p:cNvSpPr/>
          <p:nvPr/>
        </p:nvSpPr>
        <p:spPr>
          <a:xfrm>
            <a:off x="2717773" y="581597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9" name="Oval 968"/>
          <p:cNvSpPr/>
          <p:nvPr/>
        </p:nvSpPr>
        <p:spPr>
          <a:xfrm>
            <a:off x="2720180" y="581597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0" name="Oval 969"/>
          <p:cNvSpPr/>
          <p:nvPr/>
        </p:nvSpPr>
        <p:spPr>
          <a:xfrm>
            <a:off x="2706400" y="585059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Oval 970"/>
          <p:cNvSpPr/>
          <p:nvPr/>
        </p:nvSpPr>
        <p:spPr>
          <a:xfrm>
            <a:off x="2742260" y="586443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" name="TextBox 971"/>
          <p:cNvSpPr txBox="1"/>
          <p:nvPr/>
        </p:nvSpPr>
        <p:spPr>
          <a:xfrm>
            <a:off x="258318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C53E1F"/>
                </a:solidFill>
                <a:latin typeface="Arial"/>
              </a:rPr>
              <a:t>18</a:t>
            </a:r>
          </a:p>
        </p:txBody>
      </p:sp>
      <p:cxnSp>
        <p:nvCxnSpPr>
          <p:cNvPr id="973" name="Connector 972"/>
          <p:cNvCxnSpPr/>
          <p:nvPr/>
        </p:nvCxnSpPr>
        <p:spPr>
          <a:xfrm flipV="1">
            <a:off x="3028950" y="1188720"/>
            <a:ext cx="0" cy="4694007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4" name="Connector 973"/>
          <p:cNvCxnSpPr/>
          <p:nvPr/>
        </p:nvCxnSpPr>
        <p:spPr>
          <a:xfrm>
            <a:off x="2984373" y="5882727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5" name="Connector 974"/>
          <p:cNvCxnSpPr/>
          <p:nvPr/>
        </p:nvCxnSpPr>
        <p:spPr>
          <a:xfrm>
            <a:off x="2984373" y="1188720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6" name="Rectangle 975"/>
          <p:cNvSpPr/>
          <p:nvPr/>
        </p:nvSpPr>
        <p:spPr>
          <a:xfrm>
            <a:off x="2939796" y="2976666"/>
            <a:ext cx="178308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7" name="Connector 976"/>
          <p:cNvCxnSpPr/>
          <p:nvPr/>
        </p:nvCxnSpPr>
        <p:spPr>
          <a:xfrm>
            <a:off x="2939796" y="2618384"/>
            <a:ext cx="178308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8" name="Oval 977"/>
          <p:cNvSpPr/>
          <p:nvPr/>
        </p:nvSpPr>
        <p:spPr>
          <a:xfrm>
            <a:off x="2989453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9" name="Oval 978"/>
          <p:cNvSpPr/>
          <p:nvPr/>
        </p:nvSpPr>
        <p:spPr>
          <a:xfrm>
            <a:off x="3014167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Oval 979"/>
          <p:cNvSpPr/>
          <p:nvPr/>
        </p:nvSpPr>
        <p:spPr>
          <a:xfrm>
            <a:off x="3033970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1" name="Oval 980"/>
          <p:cNvSpPr/>
          <p:nvPr/>
        </p:nvSpPr>
        <p:spPr>
          <a:xfrm>
            <a:off x="2979515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2" name="Oval 981"/>
          <p:cNvSpPr/>
          <p:nvPr/>
        </p:nvSpPr>
        <p:spPr>
          <a:xfrm>
            <a:off x="3005076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Oval 982"/>
          <p:cNvSpPr/>
          <p:nvPr/>
        </p:nvSpPr>
        <p:spPr>
          <a:xfrm>
            <a:off x="3027736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Oval 983"/>
          <p:cNvSpPr/>
          <p:nvPr/>
        </p:nvSpPr>
        <p:spPr>
          <a:xfrm>
            <a:off x="3040266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5" name="Oval 984"/>
          <p:cNvSpPr/>
          <p:nvPr/>
        </p:nvSpPr>
        <p:spPr>
          <a:xfrm>
            <a:off x="2982445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Oval 985"/>
          <p:cNvSpPr/>
          <p:nvPr/>
        </p:nvSpPr>
        <p:spPr>
          <a:xfrm>
            <a:off x="3041144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7" name="Oval 986"/>
          <p:cNvSpPr/>
          <p:nvPr/>
        </p:nvSpPr>
        <p:spPr>
          <a:xfrm>
            <a:off x="3021318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8" name="Oval 987"/>
          <p:cNvSpPr/>
          <p:nvPr/>
        </p:nvSpPr>
        <p:spPr>
          <a:xfrm>
            <a:off x="2982720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9" name="Oval 988"/>
          <p:cNvSpPr/>
          <p:nvPr/>
        </p:nvSpPr>
        <p:spPr>
          <a:xfrm>
            <a:off x="2974094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Oval 989"/>
          <p:cNvSpPr/>
          <p:nvPr/>
        </p:nvSpPr>
        <p:spPr>
          <a:xfrm>
            <a:off x="2978223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1" name="Oval 990"/>
          <p:cNvSpPr/>
          <p:nvPr/>
        </p:nvSpPr>
        <p:spPr>
          <a:xfrm>
            <a:off x="2969415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2" name="Oval 991"/>
          <p:cNvSpPr/>
          <p:nvPr/>
        </p:nvSpPr>
        <p:spPr>
          <a:xfrm>
            <a:off x="2980220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Oval 992"/>
          <p:cNvSpPr/>
          <p:nvPr/>
        </p:nvSpPr>
        <p:spPr>
          <a:xfrm>
            <a:off x="2982715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4" name="Oval 993"/>
          <p:cNvSpPr/>
          <p:nvPr/>
        </p:nvSpPr>
        <p:spPr>
          <a:xfrm>
            <a:off x="3030621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5" name="Oval 994"/>
          <p:cNvSpPr/>
          <p:nvPr/>
        </p:nvSpPr>
        <p:spPr>
          <a:xfrm>
            <a:off x="3025219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Oval 995"/>
          <p:cNvSpPr/>
          <p:nvPr/>
        </p:nvSpPr>
        <p:spPr>
          <a:xfrm>
            <a:off x="3012664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7" name="Oval 996"/>
          <p:cNvSpPr/>
          <p:nvPr/>
        </p:nvSpPr>
        <p:spPr>
          <a:xfrm>
            <a:off x="3009026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8" name="Oval 997"/>
          <p:cNvSpPr/>
          <p:nvPr/>
        </p:nvSpPr>
        <p:spPr>
          <a:xfrm>
            <a:off x="3046556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Oval 998"/>
          <p:cNvSpPr/>
          <p:nvPr/>
        </p:nvSpPr>
        <p:spPr>
          <a:xfrm>
            <a:off x="2981145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" name="Oval 999"/>
          <p:cNvSpPr/>
          <p:nvPr/>
        </p:nvSpPr>
        <p:spPr>
          <a:xfrm>
            <a:off x="3008492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1" name="Oval 1000"/>
          <p:cNvSpPr/>
          <p:nvPr/>
        </p:nvSpPr>
        <p:spPr>
          <a:xfrm>
            <a:off x="3040474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Oval 1001"/>
          <p:cNvSpPr/>
          <p:nvPr/>
        </p:nvSpPr>
        <p:spPr>
          <a:xfrm>
            <a:off x="3009131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Oval 1002"/>
          <p:cNvSpPr/>
          <p:nvPr/>
        </p:nvSpPr>
        <p:spPr>
          <a:xfrm>
            <a:off x="3042963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Oval 1003"/>
          <p:cNvSpPr/>
          <p:nvPr/>
        </p:nvSpPr>
        <p:spPr>
          <a:xfrm>
            <a:off x="3028997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Oval 1004"/>
          <p:cNvSpPr/>
          <p:nvPr/>
        </p:nvSpPr>
        <p:spPr>
          <a:xfrm>
            <a:off x="2995287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Oval 1005"/>
          <p:cNvSpPr/>
          <p:nvPr/>
        </p:nvSpPr>
        <p:spPr>
          <a:xfrm>
            <a:off x="3011726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Oval 1006"/>
          <p:cNvSpPr/>
          <p:nvPr/>
        </p:nvSpPr>
        <p:spPr>
          <a:xfrm>
            <a:off x="2993468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Oval 1007"/>
          <p:cNvSpPr/>
          <p:nvPr/>
        </p:nvSpPr>
        <p:spPr>
          <a:xfrm>
            <a:off x="2987974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Oval 1008"/>
          <p:cNvSpPr/>
          <p:nvPr/>
        </p:nvSpPr>
        <p:spPr>
          <a:xfrm>
            <a:off x="3049448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Oval 1009"/>
          <p:cNvSpPr/>
          <p:nvPr/>
        </p:nvSpPr>
        <p:spPr>
          <a:xfrm>
            <a:off x="3034924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Oval 1010"/>
          <p:cNvSpPr/>
          <p:nvPr/>
        </p:nvSpPr>
        <p:spPr>
          <a:xfrm>
            <a:off x="3020914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Oval 1011"/>
          <p:cNvSpPr/>
          <p:nvPr/>
        </p:nvSpPr>
        <p:spPr>
          <a:xfrm>
            <a:off x="3021888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Oval 1012"/>
          <p:cNvSpPr/>
          <p:nvPr/>
        </p:nvSpPr>
        <p:spPr>
          <a:xfrm>
            <a:off x="2971827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Oval 1013"/>
          <p:cNvSpPr/>
          <p:nvPr/>
        </p:nvSpPr>
        <p:spPr>
          <a:xfrm>
            <a:off x="3009455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Oval 1014"/>
          <p:cNvSpPr/>
          <p:nvPr/>
        </p:nvSpPr>
        <p:spPr>
          <a:xfrm>
            <a:off x="3051525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Oval 1015"/>
          <p:cNvSpPr/>
          <p:nvPr/>
        </p:nvSpPr>
        <p:spPr>
          <a:xfrm>
            <a:off x="3003775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Oval 1016"/>
          <p:cNvSpPr/>
          <p:nvPr/>
        </p:nvSpPr>
        <p:spPr>
          <a:xfrm>
            <a:off x="3036007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8" name="Oval 1017"/>
          <p:cNvSpPr/>
          <p:nvPr/>
        </p:nvSpPr>
        <p:spPr>
          <a:xfrm>
            <a:off x="2985455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Oval 1018"/>
          <p:cNvSpPr/>
          <p:nvPr/>
        </p:nvSpPr>
        <p:spPr>
          <a:xfrm>
            <a:off x="3020848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Oval 1019"/>
          <p:cNvSpPr/>
          <p:nvPr/>
        </p:nvSpPr>
        <p:spPr>
          <a:xfrm>
            <a:off x="2993849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1" name="Oval 1020"/>
          <p:cNvSpPr/>
          <p:nvPr/>
        </p:nvSpPr>
        <p:spPr>
          <a:xfrm>
            <a:off x="3032211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2" name="Oval 1021"/>
          <p:cNvSpPr/>
          <p:nvPr/>
        </p:nvSpPr>
        <p:spPr>
          <a:xfrm>
            <a:off x="3037158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Oval 1022"/>
          <p:cNvSpPr/>
          <p:nvPr/>
        </p:nvSpPr>
        <p:spPr>
          <a:xfrm>
            <a:off x="3002047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4" name="Oval 1023"/>
          <p:cNvSpPr/>
          <p:nvPr/>
        </p:nvSpPr>
        <p:spPr>
          <a:xfrm>
            <a:off x="3010861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5" name="Oval 1024"/>
          <p:cNvSpPr/>
          <p:nvPr/>
        </p:nvSpPr>
        <p:spPr>
          <a:xfrm>
            <a:off x="2997828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Oval 1025"/>
          <p:cNvSpPr/>
          <p:nvPr/>
        </p:nvSpPr>
        <p:spPr>
          <a:xfrm>
            <a:off x="3006295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Oval 1026"/>
          <p:cNvSpPr/>
          <p:nvPr/>
        </p:nvSpPr>
        <p:spPr>
          <a:xfrm>
            <a:off x="3051700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8" name="Oval 1027"/>
          <p:cNvSpPr/>
          <p:nvPr/>
        </p:nvSpPr>
        <p:spPr>
          <a:xfrm>
            <a:off x="2982505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Oval 1028"/>
          <p:cNvSpPr/>
          <p:nvPr/>
        </p:nvSpPr>
        <p:spPr>
          <a:xfrm>
            <a:off x="3045615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0" name="Oval 1029"/>
          <p:cNvSpPr/>
          <p:nvPr/>
        </p:nvSpPr>
        <p:spPr>
          <a:xfrm>
            <a:off x="2993894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1" name="Oval 1030"/>
          <p:cNvSpPr/>
          <p:nvPr/>
        </p:nvSpPr>
        <p:spPr>
          <a:xfrm>
            <a:off x="3017964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Oval 1031"/>
          <p:cNvSpPr/>
          <p:nvPr/>
        </p:nvSpPr>
        <p:spPr>
          <a:xfrm>
            <a:off x="3033778" y="128120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Oval 1032"/>
          <p:cNvSpPr/>
          <p:nvPr/>
        </p:nvSpPr>
        <p:spPr>
          <a:xfrm>
            <a:off x="3042797" y="129505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Oval 1033"/>
          <p:cNvSpPr/>
          <p:nvPr/>
        </p:nvSpPr>
        <p:spPr>
          <a:xfrm>
            <a:off x="2997202" y="139890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Oval 1034"/>
          <p:cNvSpPr/>
          <p:nvPr/>
        </p:nvSpPr>
        <p:spPr>
          <a:xfrm>
            <a:off x="3007492" y="146121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Oval 1035"/>
          <p:cNvSpPr/>
          <p:nvPr/>
        </p:nvSpPr>
        <p:spPr>
          <a:xfrm>
            <a:off x="2982924" y="147505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7" name="Oval 1036"/>
          <p:cNvSpPr/>
          <p:nvPr/>
        </p:nvSpPr>
        <p:spPr>
          <a:xfrm>
            <a:off x="3025526" y="150275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Oval 1037"/>
          <p:cNvSpPr/>
          <p:nvPr/>
        </p:nvSpPr>
        <p:spPr>
          <a:xfrm>
            <a:off x="2995325" y="153736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Oval 1038"/>
          <p:cNvSpPr/>
          <p:nvPr/>
        </p:nvSpPr>
        <p:spPr>
          <a:xfrm>
            <a:off x="3036520" y="159967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Oval 1039"/>
          <p:cNvSpPr/>
          <p:nvPr/>
        </p:nvSpPr>
        <p:spPr>
          <a:xfrm>
            <a:off x="3043009" y="165506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Oval 1040"/>
          <p:cNvSpPr/>
          <p:nvPr/>
        </p:nvSpPr>
        <p:spPr>
          <a:xfrm>
            <a:off x="3030350" y="171045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Oval 1041"/>
          <p:cNvSpPr/>
          <p:nvPr/>
        </p:nvSpPr>
        <p:spPr>
          <a:xfrm>
            <a:off x="3024242" y="173814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3" name="Oval 1042"/>
          <p:cNvSpPr/>
          <p:nvPr/>
        </p:nvSpPr>
        <p:spPr>
          <a:xfrm>
            <a:off x="3047030" y="176583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4" name="Oval 1043"/>
          <p:cNvSpPr/>
          <p:nvPr/>
        </p:nvSpPr>
        <p:spPr>
          <a:xfrm>
            <a:off x="2986180" y="177276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Oval 1044"/>
          <p:cNvSpPr/>
          <p:nvPr/>
        </p:nvSpPr>
        <p:spPr>
          <a:xfrm>
            <a:off x="3000566" y="178660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Oval 1045"/>
          <p:cNvSpPr/>
          <p:nvPr/>
        </p:nvSpPr>
        <p:spPr>
          <a:xfrm>
            <a:off x="3024272" y="182814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7" name="Oval 1046"/>
          <p:cNvSpPr/>
          <p:nvPr/>
        </p:nvSpPr>
        <p:spPr>
          <a:xfrm>
            <a:off x="3040848" y="184199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Oval 1047"/>
          <p:cNvSpPr/>
          <p:nvPr/>
        </p:nvSpPr>
        <p:spPr>
          <a:xfrm>
            <a:off x="3054330" y="191122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9" name="Oval 1048"/>
          <p:cNvSpPr/>
          <p:nvPr/>
        </p:nvSpPr>
        <p:spPr>
          <a:xfrm>
            <a:off x="3017152" y="194584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Oval 1049"/>
          <p:cNvSpPr/>
          <p:nvPr/>
        </p:nvSpPr>
        <p:spPr>
          <a:xfrm>
            <a:off x="2974919" y="194584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Oval 1050"/>
          <p:cNvSpPr/>
          <p:nvPr/>
        </p:nvSpPr>
        <p:spPr>
          <a:xfrm>
            <a:off x="3031822" y="195969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Oval 1051"/>
          <p:cNvSpPr/>
          <p:nvPr/>
        </p:nvSpPr>
        <p:spPr>
          <a:xfrm>
            <a:off x="2998193" y="201507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Oval 1052"/>
          <p:cNvSpPr/>
          <p:nvPr/>
        </p:nvSpPr>
        <p:spPr>
          <a:xfrm>
            <a:off x="3031496" y="204277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Oval 1053"/>
          <p:cNvSpPr/>
          <p:nvPr/>
        </p:nvSpPr>
        <p:spPr>
          <a:xfrm>
            <a:off x="2988257" y="20566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5" name="Oval 1054"/>
          <p:cNvSpPr/>
          <p:nvPr/>
        </p:nvSpPr>
        <p:spPr>
          <a:xfrm>
            <a:off x="3011235" y="209123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6" name="Oval 1055"/>
          <p:cNvSpPr/>
          <p:nvPr/>
        </p:nvSpPr>
        <p:spPr>
          <a:xfrm>
            <a:off x="3026652" y="20981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Oval 1056"/>
          <p:cNvSpPr/>
          <p:nvPr/>
        </p:nvSpPr>
        <p:spPr>
          <a:xfrm>
            <a:off x="2980163" y="21050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Oval 1057"/>
          <p:cNvSpPr/>
          <p:nvPr/>
        </p:nvSpPr>
        <p:spPr>
          <a:xfrm>
            <a:off x="2980817" y="21258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9" name="Oval 1058"/>
          <p:cNvSpPr/>
          <p:nvPr/>
        </p:nvSpPr>
        <p:spPr>
          <a:xfrm>
            <a:off x="3017886" y="21258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Oval 1059"/>
          <p:cNvSpPr/>
          <p:nvPr/>
        </p:nvSpPr>
        <p:spPr>
          <a:xfrm>
            <a:off x="3021883" y="213277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1" name="Oval 1060"/>
          <p:cNvSpPr/>
          <p:nvPr/>
        </p:nvSpPr>
        <p:spPr>
          <a:xfrm>
            <a:off x="3046177" y="213277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2" name="Oval 1061"/>
          <p:cNvSpPr/>
          <p:nvPr/>
        </p:nvSpPr>
        <p:spPr>
          <a:xfrm>
            <a:off x="3028105" y="213277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Oval 1062"/>
          <p:cNvSpPr/>
          <p:nvPr/>
        </p:nvSpPr>
        <p:spPr>
          <a:xfrm>
            <a:off x="2997002" y="215354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4" name="Oval 1063"/>
          <p:cNvSpPr/>
          <p:nvPr/>
        </p:nvSpPr>
        <p:spPr>
          <a:xfrm>
            <a:off x="2974407" y="215354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Oval 1064"/>
          <p:cNvSpPr/>
          <p:nvPr/>
        </p:nvSpPr>
        <p:spPr>
          <a:xfrm>
            <a:off x="3049416" y="216046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Oval 1065"/>
          <p:cNvSpPr/>
          <p:nvPr/>
        </p:nvSpPr>
        <p:spPr>
          <a:xfrm>
            <a:off x="3006473" y="216738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Oval 1066"/>
          <p:cNvSpPr/>
          <p:nvPr/>
        </p:nvSpPr>
        <p:spPr>
          <a:xfrm>
            <a:off x="3007049" y="218815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8" name="Oval 1067"/>
          <p:cNvSpPr/>
          <p:nvPr/>
        </p:nvSpPr>
        <p:spPr>
          <a:xfrm>
            <a:off x="3015411" y="218815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Oval 1068"/>
          <p:cNvSpPr/>
          <p:nvPr/>
        </p:nvSpPr>
        <p:spPr>
          <a:xfrm>
            <a:off x="3012658" y="219508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Oval 1069"/>
          <p:cNvSpPr/>
          <p:nvPr/>
        </p:nvSpPr>
        <p:spPr>
          <a:xfrm>
            <a:off x="3004964" y="219508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Oval 1070"/>
          <p:cNvSpPr/>
          <p:nvPr/>
        </p:nvSpPr>
        <p:spPr>
          <a:xfrm>
            <a:off x="2972656" y="222969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Oval 1071"/>
          <p:cNvSpPr/>
          <p:nvPr/>
        </p:nvSpPr>
        <p:spPr>
          <a:xfrm>
            <a:off x="3032084" y="224354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Oval 1072"/>
          <p:cNvSpPr/>
          <p:nvPr/>
        </p:nvSpPr>
        <p:spPr>
          <a:xfrm>
            <a:off x="2997363" y="225046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Oval 1073"/>
          <p:cNvSpPr/>
          <p:nvPr/>
        </p:nvSpPr>
        <p:spPr>
          <a:xfrm>
            <a:off x="2998043" y="229200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Oval 1074"/>
          <p:cNvSpPr/>
          <p:nvPr/>
        </p:nvSpPr>
        <p:spPr>
          <a:xfrm>
            <a:off x="2971811" y="23058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Oval 1075"/>
          <p:cNvSpPr/>
          <p:nvPr/>
        </p:nvSpPr>
        <p:spPr>
          <a:xfrm>
            <a:off x="2999859" y="23058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7" name="Oval 1076"/>
          <p:cNvSpPr/>
          <p:nvPr/>
        </p:nvSpPr>
        <p:spPr>
          <a:xfrm>
            <a:off x="2966725" y="23058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Oval 1077"/>
          <p:cNvSpPr/>
          <p:nvPr/>
        </p:nvSpPr>
        <p:spPr>
          <a:xfrm>
            <a:off x="3006508" y="23058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Oval 1078"/>
          <p:cNvSpPr/>
          <p:nvPr/>
        </p:nvSpPr>
        <p:spPr>
          <a:xfrm>
            <a:off x="2987244" y="23335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Oval 1079"/>
          <p:cNvSpPr/>
          <p:nvPr/>
        </p:nvSpPr>
        <p:spPr>
          <a:xfrm>
            <a:off x="3035340" y="23335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Oval 1080"/>
          <p:cNvSpPr/>
          <p:nvPr/>
        </p:nvSpPr>
        <p:spPr>
          <a:xfrm>
            <a:off x="2999180" y="23473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Oval 1081"/>
          <p:cNvSpPr/>
          <p:nvPr/>
        </p:nvSpPr>
        <p:spPr>
          <a:xfrm>
            <a:off x="3025309" y="23473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Oval 1082"/>
          <p:cNvSpPr/>
          <p:nvPr/>
        </p:nvSpPr>
        <p:spPr>
          <a:xfrm>
            <a:off x="2975252" y="238201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4" name="Oval 1083"/>
          <p:cNvSpPr/>
          <p:nvPr/>
        </p:nvSpPr>
        <p:spPr>
          <a:xfrm>
            <a:off x="3044442" y="238201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Oval 1084"/>
          <p:cNvSpPr/>
          <p:nvPr/>
        </p:nvSpPr>
        <p:spPr>
          <a:xfrm>
            <a:off x="3040212" y="243047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Oval 1085"/>
          <p:cNvSpPr/>
          <p:nvPr/>
        </p:nvSpPr>
        <p:spPr>
          <a:xfrm>
            <a:off x="3023207" y="243739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7" name="Oval 1086"/>
          <p:cNvSpPr/>
          <p:nvPr/>
        </p:nvSpPr>
        <p:spPr>
          <a:xfrm>
            <a:off x="3001440" y="243739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Oval 1087"/>
          <p:cNvSpPr/>
          <p:nvPr/>
        </p:nvSpPr>
        <p:spPr>
          <a:xfrm>
            <a:off x="3001609" y="243739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9" name="Oval 1088"/>
          <p:cNvSpPr/>
          <p:nvPr/>
        </p:nvSpPr>
        <p:spPr>
          <a:xfrm>
            <a:off x="3003564" y="245124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0" name="Oval 1089"/>
          <p:cNvSpPr/>
          <p:nvPr/>
        </p:nvSpPr>
        <p:spPr>
          <a:xfrm>
            <a:off x="3019956" y="245124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Oval 1090"/>
          <p:cNvSpPr/>
          <p:nvPr/>
        </p:nvSpPr>
        <p:spPr>
          <a:xfrm>
            <a:off x="3043316" y="246509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2" name="Oval 1091"/>
          <p:cNvSpPr/>
          <p:nvPr/>
        </p:nvSpPr>
        <p:spPr>
          <a:xfrm>
            <a:off x="2971804" y="247201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3" name="Oval 1092"/>
          <p:cNvSpPr/>
          <p:nvPr/>
        </p:nvSpPr>
        <p:spPr>
          <a:xfrm>
            <a:off x="2994631" y="247201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Oval 1093"/>
          <p:cNvSpPr/>
          <p:nvPr/>
        </p:nvSpPr>
        <p:spPr>
          <a:xfrm>
            <a:off x="3043228" y="248586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Oval 1094"/>
          <p:cNvSpPr/>
          <p:nvPr/>
        </p:nvSpPr>
        <p:spPr>
          <a:xfrm>
            <a:off x="3020473" y="248586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Oval 1095"/>
          <p:cNvSpPr/>
          <p:nvPr/>
        </p:nvSpPr>
        <p:spPr>
          <a:xfrm>
            <a:off x="3023925" y="249278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Oval 1096"/>
          <p:cNvSpPr/>
          <p:nvPr/>
        </p:nvSpPr>
        <p:spPr>
          <a:xfrm>
            <a:off x="3023334" y="249278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Oval 1097"/>
          <p:cNvSpPr/>
          <p:nvPr/>
        </p:nvSpPr>
        <p:spPr>
          <a:xfrm>
            <a:off x="3007837" y="249278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Oval 1098"/>
          <p:cNvSpPr/>
          <p:nvPr/>
        </p:nvSpPr>
        <p:spPr>
          <a:xfrm>
            <a:off x="2992836" y="249970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Oval 1099"/>
          <p:cNvSpPr/>
          <p:nvPr/>
        </p:nvSpPr>
        <p:spPr>
          <a:xfrm>
            <a:off x="2997100" y="249970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Oval 1100"/>
          <p:cNvSpPr/>
          <p:nvPr/>
        </p:nvSpPr>
        <p:spPr>
          <a:xfrm>
            <a:off x="2976411" y="251355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Oval 1101"/>
          <p:cNvSpPr/>
          <p:nvPr/>
        </p:nvSpPr>
        <p:spPr>
          <a:xfrm>
            <a:off x="2971031" y="252047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Oval 1102"/>
          <p:cNvSpPr/>
          <p:nvPr/>
        </p:nvSpPr>
        <p:spPr>
          <a:xfrm>
            <a:off x="3006380" y="252047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4" name="Oval 1103"/>
          <p:cNvSpPr/>
          <p:nvPr/>
        </p:nvSpPr>
        <p:spPr>
          <a:xfrm>
            <a:off x="2971046" y="253432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Oval 1104"/>
          <p:cNvSpPr/>
          <p:nvPr/>
        </p:nvSpPr>
        <p:spPr>
          <a:xfrm>
            <a:off x="3007686" y="253432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Oval 1105"/>
          <p:cNvSpPr/>
          <p:nvPr/>
        </p:nvSpPr>
        <p:spPr>
          <a:xfrm>
            <a:off x="2966355" y="25550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Oval 1106"/>
          <p:cNvSpPr/>
          <p:nvPr/>
        </p:nvSpPr>
        <p:spPr>
          <a:xfrm>
            <a:off x="3042725" y="25550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8" name="Oval 1107"/>
          <p:cNvSpPr/>
          <p:nvPr/>
        </p:nvSpPr>
        <p:spPr>
          <a:xfrm>
            <a:off x="3043738" y="25550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Oval 1108"/>
          <p:cNvSpPr/>
          <p:nvPr/>
        </p:nvSpPr>
        <p:spPr>
          <a:xfrm>
            <a:off x="3040049" y="25550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0" name="Oval 1109"/>
          <p:cNvSpPr/>
          <p:nvPr/>
        </p:nvSpPr>
        <p:spPr>
          <a:xfrm>
            <a:off x="3009147" y="25550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1" name="Oval 1110"/>
          <p:cNvSpPr/>
          <p:nvPr/>
        </p:nvSpPr>
        <p:spPr>
          <a:xfrm>
            <a:off x="3000085" y="25550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Oval 1111"/>
          <p:cNvSpPr/>
          <p:nvPr/>
        </p:nvSpPr>
        <p:spPr>
          <a:xfrm>
            <a:off x="2989226" y="25550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Oval 1112"/>
          <p:cNvSpPr/>
          <p:nvPr/>
        </p:nvSpPr>
        <p:spPr>
          <a:xfrm>
            <a:off x="2980212" y="258971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Oval 1113"/>
          <p:cNvSpPr/>
          <p:nvPr/>
        </p:nvSpPr>
        <p:spPr>
          <a:xfrm>
            <a:off x="2983946" y="258971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Oval 1114"/>
          <p:cNvSpPr/>
          <p:nvPr/>
        </p:nvSpPr>
        <p:spPr>
          <a:xfrm>
            <a:off x="2998512" y="259663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Oval 1115"/>
          <p:cNvSpPr/>
          <p:nvPr/>
        </p:nvSpPr>
        <p:spPr>
          <a:xfrm>
            <a:off x="3050633" y="259663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Oval 1116"/>
          <p:cNvSpPr/>
          <p:nvPr/>
        </p:nvSpPr>
        <p:spPr>
          <a:xfrm>
            <a:off x="2998974" y="260355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Oval 1117"/>
          <p:cNvSpPr/>
          <p:nvPr/>
        </p:nvSpPr>
        <p:spPr>
          <a:xfrm>
            <a:off x="3014073" y="260355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Oval 1118"/>
          <p:cNvSpPr/>
          <p:nvPr/>
        </p:nvSpPr>
        <p:spPr>
          <a:xfrm>
            <a:off x="3041536" y="260355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0" name="Oval 1119"/>
          <p:cNvSpPr/>
          <p:nvPr/>
        </p:nvSpPr>
        <p:spPr>
          <a:xfrm>
            <a:off x="2999484" y="261048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Oval 1120"/>
          <p:cNvSpPr/>
          <p:nvPr/>
        </p:nvSpPr>
        <p:spPr>
          <a:xfrm>
            <a:off x="2990293" y="261048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Oval 1121"/>
          <p:cNvSpPr/>
          <p:nvPr/>
        </p:nvSpPr>
        <p:spPr>
          <a:xfrm>
            <a:off x="3002748" y="261740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Oval 1122"/>
          <p:cNvSpPr/>
          <p:nvPr/>
        </p:nvSpPr>
        <p:spPr>
          <a:xfrm>
            <a:off x="3046100" y="262432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Oval 1123"/>
          <p:cNvSpPr/>
          <p:nvPr/>
        </p:nvSpPr>
        <p:spPr>
          <a:xfrm>
            <a:off x="2995175" y="262432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Oval 1124"/>
          <p:cNvSpPr/>
          <p:nvPr/>
        </p:nvSpPr>
        <p:spPr>
          <a:xfrm>
            <a:off x="3014700" y="263125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6" name="Oval 1125"/>
          <p:cNvSpPr/>
          <p:nvPr/>
        </p:nvSpPr>
        <p:spPr>
          <a:xfrm>
            <a:off x="3008629" y="263817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Oval 1126"/>
          <p:cNvSpPr/>
          <p:nvPr/>
        </p:nvSpPr>
        <p:spPr>
          <a:xfrm>
            <a:off x="2987762" y="265202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Oval 1127"/>
          <p:cNvSpPr/>
          <p:nvPr/>
        </p:nvSpPr>
        <p:spPr>
          <a:xfrm>
            <a:off x="2992244" y="265202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9" name="Oval 1128"/>
          <p:cNvSpPr/>
          <p:nvPr/>
        </p:nvSpPr>
        <p:spPr>
          <a:xfrm>
            <a:off x="2969325" y="265202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0" name="Oval 1129"/>
          <p:cNvSpPr/>
          <p:nvPr/>
        </p:nvSpPr>
        <p:spPr>
          <a:xfrm>
            <a:off x="3021306" y="265894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Oval 1130"/>
          <p:cNvSpPr/>
          <p:nvPr/>
        </p:nvSpPr>
        <p:spPr>
          <a:xfrm>
            <a:off x="2967807" y="265894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Oval 1131"/>
          <p:cNvSpPr/>
          <p:nvPr/>
        </p:nvSpPr>
        <p:spPr>
          <a:xfrm>
            <a:off x="3005144" y="266586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Oval 1132"/>
          <p:cNvSpPr/>
          <p:nvPr/>
        </p:nvSpPr>
        <p:spPr>
          <a:xfrm>
            <a:off x="2993538" y="267279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Oval 1133"/>
          <p:cNvSpPr/>
          <p:nvPr/>
        </p:nvSpPr>
        <p:spPr>
          <a:xfrm>
            <a:off x="3035713" y="267279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Oval 1134"/>
          <p:cNvSpPr/>
          <p:nvPr/>
        </p:nvSpPr>
        <p:spPr>
          <a:xfrm>
            <a:off x="3003876" y="267279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6" name="Oval 1135"/>
          <p:cNvSpPr/>
          <p:nvPr/>
        </p:nvSpPr>
        <p:spPr>
          <a:xfrm>
            <a:off x="3041499" y="268663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Oval 1136"/>
          <p:cNvSpPr/>
          <p:nvPr/>
        </p:nvSpPr>
        <p:spPr>
          <a:xfrm>
            <a:off x="2976430" y="268663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8" name="Oval 1137"/>
          <p:cNvSpPr/>
          <p:nvPr/>
        </p:nvSpPr>
        <p:spPr>
          <a:xfrm>
            <a:off x="3040591" y="270740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Oval 1138"/>
          <p:cNvSpPr/>
          <p:nvPr/>
        </p:nvSpPr>
        <p:spPr>
          <a:xfrm>
            <a:off x="2986646" y="270740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Oval 1139"/>
          <p:cNvSpPr/>
          <p:nvPr/>
        </p:nvSpPr>
        <p:spPr>
          <a:xfrm>
            <a:off x="3027531" y="270740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Oval 1140"/>
          <p:cNvSpPr/>
          <p:nvPr/>
        </p:nvSpPr>
        <p:spPr>
          <a:xfrm>
            <a:off x="3026832" y="271433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Oval 1141"/>
          <p:cNvSpPr/>
          <p:nvPr/>
        </p:nvSpPr>
        <p:spPr>
          <a:xfrm>
            <a:off x="3028556" y="271433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Oval 1142"/>
          <p:cNvSpPr/>
          <p:nvPr/>
        </p:nvSpPr>
        <p:spPr>
          <a:xfrm>
            <a:off x="2974758" y="272125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4" name="Oval 1143"/>
          <p:cNvSpPr/>
          <p:nvPr/>
        </p:nvSpPr>
        <p:spPr>
          <a:xfrm>
            <a:off x="2986517" y="272125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Oval 1144"/>
          <p:cNvSpPr/>
          <p:nvPr/>
        </p:nvSpPr>
        <p:spPr>
          <a:xfrm>
            <a:off x="3050202" y="272125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Oval 1145"/>
          <p:cNvSpPr/>
          <p:nvPr/>
        </p:nvSpPr>
        <p:spPr>
          <a:xfrm>
            <a:off x="3012381" y="272125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Oval 1146"/>
          <p:cNvSpPr/>
          <p:nvPr/>
        </p:nvSpPr>
        <p:spPr>
          <a:xfrm>
            <a:off x="3024777" y="272125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Oval 1147"/>
          <p:cNvSpPr/>
          <p:nvPr/>
        </p:nvSpPr>
        <p:spPr>
          <a:xfrm>
            <a:off x="3044370" y="272125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Oval 1148"/>
          <p:cNvSpPr/>
          <p:nvPr/>
        </p:nvSpPr>
        <p:spPr>
          <a:xfrm>
            <a:off x="2982262" y="272817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Oval 1149"/>
          <p:cNvSpPr/>
          <p:nvPr/>
        </p:nvSpPr>
        <p:spPr>
          <a:xfrm>
            <a:off x="3041651" y="273510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Oval 1150"/>
          <p:cNvSpPr/>
          <p:nvPr/>
        </p:nvSpPr>
        <p:spPr>
          <a:xfrm>
            <a:off x="2973548" y="274202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Oval 1151"/>
          <p:cNvSpPr/>
          <p:nvPr/>
        </p:nvSpPr>
        <p:spPr>
          <a:xfrm>
            <a:off x="2971626" y="274202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Oval 1152"/>
          <p:cNvSpPr/>
          <p:nvPr/>
        </p:nvSpPr>
        <p:spPr>
          <a:xfrm>
            <a:off x="3032796" y="274894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Oval 1153"/>
          <p:cNvSpPr/>
          <p:nvPr/>
        </p:nvSpPr>
        <p:spPr>
          <a:xfrm>
            <a:off x="3024830" y="274894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Oval 1154"/>
          <p:cNvSpPr/>
          <p:nvPr/>
        </p:nvSpPr>
        <p:spPr>
          <a:xfrm>
            <a:off x="3014784" y="275587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6" name="Oval 1155"/>
          <p:cNvSpPr/>
          <p:nvPr/>
        </p:nvSpPr>
        <p:spPr>
          <a:xfrm>
            <a:off x="2995405" y="275587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Oval 1156"/>
          <p:cNvSpPr/>
          <p:nvPr/>
        </p:nvSpPr>
        <p:spPr>
          <a:xfrm>
            <a:off x="2982258" y="276279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Oval 1157"/>
          <p:cNvSpPr/>
          <p:nvPr/>
        </p:nvSpPr>
        <p:spPr>
          <a:xfrm>
            <a:off x="3007576" y="276971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Oval 1158"/>
          <p:cNvSpPr/>
          <p:nvPr/>
        </p:nvSpPr>
        <p:spPr>
          <a:xfrm>
            <a:off x="3055190" y="277664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Oval 1159"/>
          <p:cNvSpPr/>
          <p:nvPr/>
        </p:nvSpPr>
        <p:spPr>
          <a:xfrm>
            <a:off x="2994293" y="277664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1" name="Oval 1160"/>
          <p:cNvSpPr/>
          <p:nvPr/>
        </p:nvSpPr>
        <p:spPr>
          <a:xfrm>
            <a:off x="2996809" y="278356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Oval 1161"/>
          <p:cNvSpPr/>
          <p:nvPr/>
        </p:nvSpPr>
        <p:spPr>
          <a:xfrm>
            <a:off x="2988439" y="278356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Oval 1162"/>
          <p:cNvSpPr/>
          <p:nvPr/>
        </p:nvSpPr>
        <p:spPr>
          <a:xfrm>
            <a:off x="3024158" y="278356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Oval 1163"/>
          <p:cNvSpPr/>
          <p:nvPr/>
        </p:nvSpPr>
        <p:spPr>
          <a:xfrm>
            <a:off x="3032352" y="279741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Oval 1164"/>
          <p:cNvSpPr/>
          <p:nvPr/>
        </p:nvSpPr>
        <p:spPr>
          <a:xfrm>
            <a:off x="3022157" y="281125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Oval 1165"/>
          <p:cNvSpPr/>
          <p:nvPr/>
        </p:nvSpPr>
        <p:spPr>
          <a:xfrm>
            <a:off x="2967910" y="281125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7" name="Oval 1166"/>
          <p:cNvSpPr/>
          <p:nvPr/>
        </p:nvSpPr>
        <p:spPr>
          <a:xfrm>
            <a:off x="3024606" y="281818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Oval 1167"/>
          <p:cNvSpPr/>
          <p:nvPr/>
        </p:nvSpPr>
        <p:spPr>
          <a:xfrm>
            <a:off x="2989180" y="281818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Oval 1168"/>
          <p:cNvSpPr/>
          <p:nvPr/>
        </p:nvSpPr>
        <p:spPr>
          <a:xfrm>
            <a:off x="3002186" y="282510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Oval 1169"/>
          <p:cNvSpPr/>
          <p:nvPr/>
        </p:nvSpPr>
        <p:spPr>
          <a:xfrm>
            <a:off x="3010437" y="282510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Oval 1170"/>
          <p:cNvSpPr/>
          <p:nvPr/>
        </p:nvSpPr>
        <p:spPr>
          <a:xfrm>
            <a:off x="2973323" y="283202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Oval 1171"/>
          <p:cNvSpPr/>
          <p:nvPr/>
        </p:nvSpPr>
        <p:spPr>
          <a:xfrm>
            <a:off x="2967558" y="283895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3" name="Oval 1172"/>
          <p:cNvSpPr/>
          <p:nvPr/>
        </p:nvSpPr>
        <p:spPr>
          <a:xfrm>
            <a:off x="3029724" y="284587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Oval 1173"/>
          <p:cNvSpPr/>
          <p:nvPr/>
        </p:nvSpPr>
        <p:spPr>
          <a:xfrm>
            <a:off x="3015748" y="284587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Oval 1174"/>
          <p:cNvSpPr/>
          <p:nvPr/>
        </p:nvSpPr>
        <p:spPr>
          <a:xfrm>
            <a:off x="3037311" y="285279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Oval 1175"/>
          <p:cNvSpPr/>
          <p:nvPr/>
        </p:nvSpPr>
        <p:spPr>
          <a:xfrm>
            <a:off x="2995656" y="285279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Oval 1176"/>
          <p:cNvSpPr/>
          <p:nvPr/>
        </p:nvSpPr>
        <p:spPr>
          <a:xfrm>
            <a:off x="2975187" y="286664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Oval 1177"/>
          <p:cNvSpPr/>
          <p:nvPr/>
        </p:nvSpPr>
        <p:spPr>
          <a:xfrm>
            <a:off x="3051040" y="288049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Oval 1178"/>
          <p:cNvSpPr/>
          <p:nvPr/>
        </p:nvSpPr>
        <p:spPr>
          <a:xfrm>
            <a:off x="3001826" y="288741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Oval 1179"/>
          <p:cNvSpPr/>
          <p:nvPr/>
        </p:nvSpPr>
        <p:spPr>
          <a:xfrm>
            <a:off x="3020530" y="289433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Oval 1180"/>
          <p:cNvSpPr/>
          <p:nvPr/>
        </p:nvSpPr>
        <p:spPr>
          <a:xfrm>
            <a:off x="3031586" y="289433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Oval 1181"/>
          <p:cNvSpPr/>
          <p:nvPr/>
        </p:nvSpPr>
        <p:spPr>
          <a:xfrm>
            <a:off x="3044315" y="290126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Oval 1182"/>
          <p:cNvSpPr/>
          <p:nvPr/>
        </p:nvSpPr>
        <p:spPr>
          <a:xfrm>
            <a:off x="2973668" y="292203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Oval 1183"/>
          <p:cNvSpPr/>
          <p:nvPr/>
        </p:nvSpPr>
        <p:spPr>
          <a:xfrm>
            <a:off x="3029713" y="293587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Oval 1184"/>
          <p:cNvSpPr/>
          <p:nvPr/>
        </p:nvSpPr>
        <p:spPr>
          <a:xfrm>
            <a:off x="3013237" y="294280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Oval 1185"/>
          <p:cNvSpPr/>
          <p:nvPr/>
        </p:nvSpPr>
        <p:spPr>
          <a:xfrm>
            <a:off x="3034301" y="296357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Oval 1186"/>
          <p:cNvSpPr/>
          <p:nvPr/>
        </p:nvSpPr>
        <p:spPr>
          <a:xfrm>
            <a:off x="3047697" y="299126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Oval 1187"/>
          <p:cNvSpPr/>
          <p:nvPr/>
        </p:nvSpPr>
        <p:spPr>
          <a:xfrm>
            <a:off x="3012001" y="299818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Oval 1188"/>
          <p:cNvSpPr/>
          <p:nvPr/>
        </p:nvSpPr>
        <p:spPr>
          <a:xfrm>
            <a:off x="3033008" y="301895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Oval 1189"/>
          <p:cNvSpPr/>
          <p:nvPr/>
        </p:nvSpPr>
        <p:spPr>
          <a:xfrm>
            <a:off x="2969437" y="301895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1" name="Oval 1190"/>
          <p:cNvSpPr/>
          <p:nvPr/>
        </p:nvSpPr>
        <p:spPr>
          <a:xfrm>
            <a:off x="3037750" y="301895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Oval 1191"/>
          <p:cNvSpPr/>
          <p:nvPr/>
        </p:nvSpPr>
        <p:spPr>
          <a:xfrm>
            <a:off x="3038498" y="305357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Oval 1192"/>
          <p:cNvSpPr/>
          <p:nvPr/>
        </p:nvSpPr>
        <p:spPr>
          <a:xfrm>
            <a:off x="2995476" y="308126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Oval 1193"/>
          <p:cNvSpPr/>
          <p:nvPr/>
        </p:nvSpPr>
        <p:spPr>
          <a:xfrm>
            <a:off x="3005197" y="308819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Oval 1194"/>
          <p:cNvSpPr/>
          <p:nvPr/>
        </p:nvSpPr>
        <p:spPr>
          <a:xfrm>
            <a:off x="3051606" y="308819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Oval 1195"/>
          <p:cNvSpPr/>
          <p:nvPr/>
        </p:nvSpPr>
        <p:spPr>
          <a:xfrm>
            <a:off x="3033056" y="310203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Oval 1196"/>
          <p:cNvSpPr/>
          <p:nvPr/>
        </p:nvSpPr>
        <p:spPr>
          <a:xfrm>
            <a:off x="3011997" y="310203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Oval 1197"/>
          <p:cNvSpPr/>
          <p:nvPr/>
        </p:nvSpPr>
        <p:spPr>
          <a:xfrm>
            <a:off x="3051624" y="310896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Oval 1198"/>
          <p:cNvSpPr/>
          <p:nvPr/>
        </p:nvSpPr>
        <p:spPr>
          <a:xfrm>
            <a:off x="2982064" y="311588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Oval 1199"/>
          <p:cNvSpPr/>
          <p:nvPr/>
        </p:nvSpPr>
        <p:spPr>
          <a:xfrm>
            <a:off x="3009293" y="311588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Oval 1200"/>
          <p:cNvSpPr/>
          <p:nvPr/>
        </p:nvSpPr>
        <p:spPr>
          <a:xfrm>
            <a:off x="2993540" y="312280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2" name="Oval 1201"/>
          <p:cNvSpPr/>
          <p:nvPr/>
        </p:nvSpPr>
        <p:spPr>
          <a:xfrm>
            <a:off x="3005349" y="314357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Oval 1202"/>
          <p:cNvSpPr/>
          <p:nvPr/>
        </p:nvSpPr>
        <p:spPr>
          <a:xfrm>
            <a:off x="3034620" y="315050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4" name="Oval 1203"/>
          <p:cNvSpPr/>
          <p:nvPr/>
        </p:nvSpPr>
        <p:spPr>
          <a:xfrm>
            <a:off x="3050921" y="315742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Oval 1204"/>
          <p:cNvSpPr/>
          <p:nvPr/>
        </p:nvSpPr>
        <p:spPr>
          <a:xfrm>
            <a:off x="3026350" y="316434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Oval 1205"/>
          <p:cNvSpPr/>
          <p:nvPr/>
        </p:nvSpPr>
        <p:spPr>
          <a:xfrm>
            <a:off x="3022887" y="317127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7" name="Oval 1206"/>
          <p:cNvSpPr/>
          <p:nvPr/>
        </p:nvSpPr>
        <p:spPr>
          <a:xfrm>
            <a:off x="3011905" y="317819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Oval 1207"/>
          <p:cNvSpPr/>
          <p:nvPr/>
        </p:nvSpPr>
        <p:spPr>
          <a:xfrm>
            <a:off x="3037350" y="31851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Oval 1208"/>
          <p:cNvSpPr/>
          <p:nvPr/>
        </p:nvSpPr>
        <p:spPr>
          <a:xfrm>
            <a:off x="3012042" y="319204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Oval 1209"/>
          <p:cNvSpPr/>
          <p:nvPr/>
        </p:nvSpPr>
        <p:spPr>
          <a:xfrm>
            <a:off x="2967493" y="320588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Oval 1210"/>
          <p:cNvSpPr/>
          <p:nvPr/>
        </p:nvSpPr>
        <p:spPr>
          <a:xfrm>
            <a:off x="2994970" y="320588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Oval 1211"/>
          <p:cNvSpPr/>
          <p:nvPr/>
        </p:nvSpPr>
        <p:spPr>
          <a:xfrm>
            <a:off x="3019830" y="320588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3" name="Oval 1212"/>
          <p:cNvSpPr/>
          <p:nvPr/>
        </p:nvSpPr>
        <p:spPr>
          <a:xfrm>
            <a:off x="3007356" y="32266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Oval 1213"/>
          <p:cNvSpPr/>
          <p:nvPr/>
        </p:nvSpPr>
        <p:spPr>
          <a:xfrm>
            <a:off x="3028965" y="324050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Oval 1214"/>
          <p:cNvSpPr/>
          <p:nvPr/>
        </p:nvSpPr>
        <p:spPr>
          <a:xfrm>
            <a:off x="3009943" y="32474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6" name="Oval 1215"/>
          <p:cNvSpPr/>
          <p:nvPr/>
        </p:nvSpPr>
        <p:spPr>
          <a:xfrm>
            <a:off x="2982387" y="325435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Oval 1216"/>
          <p:cNvSpPr/>
          <p:nvPr/>
        </p:nvSpPr>
        <p:spPr>
          <a:xfrm>
            <a:off x="3032247" y="32681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Oval 1217"/>
          <p:cNvSpPr/>
          <p:nvPr/>
        </p:nvSpPr>
        <p:spPr>
          <a:xfrm>
            <a:off x="3010222" y="328204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Oval 1218"/>
          <p:cNvSpPr/>
          <p:nvPr/>
        </p:nvSpPr>
        <p:spPr>
          <a:xfrm>
            <a:off x="3027316" y="335127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Oval 1219"/>
          <p:cNvSpPr/>
          <p:nvPr/>
        </p:nvSpPr>
        <p:spPr>
          <a:xfrm>
            <a:off x="3005368" y="336512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Oval 1220"/>
          <p:cNvSpPr/>
          <p:nvPr/>
        </p:nvSpPr>
        <p:spPr>
          <a:xfrm>
            <a:off x="3013803" y="337204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Oval 1221"/>
          <p:cNvSpPr/>
          <p:nvPr/>
        </p:nvSpPr>
        <p:spPr>
          <a:xfrm>
            <a:off x="2996594" y="339973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Oval 1222"/>
          <p:cNvSpPr/>
          <p:nvPr/>
        </p:nvSpPr>
        <p:spPr>
          <a:xfrm>
            <a:off x="3023332" y="339973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Oval 1223"/>
          <p:cNvSpPr/>
          <p:nvPr/>
        </p:nvSpPr>
        <p:spPr>
          <a:xfrm>
            <a:off x="2993998" y="358666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5" name="Oval 1224"/>
          <p:cNvSpPr/>
          <p:nvPr/>
        </p:nvSpPr>
        <p:spPr>
          <a:xfrm>
            <a:off x="2980319" y="36489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6" name="Oval 1225"/>
          <p:cNvSpPr/>
          <p:nvPr/>
        </p:nvSpPr>
        <p:spPr>
          <a:xfrm>
            <a:off x="3036482" y="380129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Oval 1226"/>
          <p:cNvSpPr/>
          <p:nvPr/>
        </p:nvSpPr>
        <p:spPr>
          <a:xfrm>
            <a:off x="3025990" y="392591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8" name="Oval 1227"/>
          <p:cNvSpPr/>
          <p:nvPr/>
        </p:nvSpPr>
        <p:spPr>
          <a:xfrm>
            <a:off x="2994923" y="411284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Oval 1228"/>
          <p:cNvSpPr/>
          <p:nvPr/>
        </p:nvSpPr>
        <p:spPr>
          <a:xfrm>
            <a:off x="3024946" y="441746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Oval 1229"/>
          <p:cNvSpPr/>
          <p:nvPr/>
        </p:nvSpPr>
        <p:spPr>
          <a:xfrm>
            <a:off x="3007170" y="445208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Oval 1230"/>
          <p:cNvSpPr/>
          <p:nvPr/>
        </p:nvSpPr>
        <p:spPr>
          <a:xfrm>
            <a:off x="3012740" y="483978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2" name="Oval 1231"/>
          <p:cNvSpPr/>
          <p:nvPr/>
        </p:nvSpPr>
        <p:spPr>
          <a:xfrm>
            <a:off x="3049989" y="513749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Oval 1232"/>
          <p:cNvSpPr/>
          <p:nvPr/>
        </p:nvSpPr>
        <p:spPr>
          <a:xfrm>
            <a:off x="3052116" y="548365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Oval 1233"/>
          <p:cNvSpPr/>
          <p:nvPr/>
        </p:nvSpPr>
        <p:spPr>
          <a:xfrm>
            <a:off x="3001457" y="551827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5" name="Oval 1234"/>
          <p:cNvSpPr/>
          <p:nvPr/>
        </p:nvSpPr>
        <p:spPr>
          <a:xfrm>
            <a:off x="3016743" y="557366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Oval 1235"/>
          <p:cNvSpPr/>
          <p:nvPr/>
        </p:nvSpPr>
        <p:spPr>
          <a:xfrm>
            <a:off x="2984899" y="560827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Oval 1236"/>
          <p:cNvSpPr/>
          <p:nvPr/>
        </p:nvSpPr>
        <p:spPr>
          <a:xfrm>
            <a:off x="2969485" y="561520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Oval 1237"/>
          <p:cNvSpPr/>
          <p:nvPr/>
        </p:nvSpPr>
        <p:spPr>
          <a:xfrm>
            <a:off x="3011869" y="563597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Oval 1238"/>
          <p:cNvSpPr/>
          <p:nvPr/>
        </p:nvSpPr>
        <p:spPr>
          <a:xfrm>
            <a:off x="3004180" y="563597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Oval 1239"/>
          <p:cNvSpPr/>
          <p:nvPr/>
        </p:nvSpPr>
        <p:spPr>
          <a:xfrm>
            <a:off x="2977337" y="567058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1" name="Oval 1240"/>
          <p:cNvSpPr/>
          <p:nvPr/>
        </p:nvSpPr>
        <p:spPr>
          <a:xfrm>
            <a:off x="2979815" y="57190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Oval 1241"/>
          <p:cNvSpPr/>
          <p:nvPr/>
        </p:nvSpPr>
        <p:spPr>
          <a:xfrm>
            <a:off x="3012919" y="57328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Oval 1242"/>
          <p:cNvSpPr/>
          <p:nvPr/>
        </p:nvSpPr>
        <p:spPr>
          <a:xfrm>
            <a:off x="2979102" y="57398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Oval 1243"/>
          <p:cNvSpPr/>
          <p:nvPr/>
        </p:nvSpPr>
        <p:spPr>
          <a:xfrm>
            <a:off x="2968365" y="57398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Oval 1244"/>
          <p:cNvSpPr/>
          <p:nvPr/>
        </p:nvSpPr>
        <p:spPr>
          <a:xfrm>
            <a:off x="2979694" y="574674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Oval 1245"/>
          <p:cNvSpPr/>
          <p:nvPr/>
        </p:nvSpPr>
        <p:spPr>
          <a:xfrm>
            <a:off x="2977787" y="576058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Oval 1246"/>
          <p:cNvSpPr/>
          <p:nvPr/>
        </p:nvSpPr>
        <p:spPr>
          <a:xfrm>
            <a:off x="3031740" y="576058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8" name="Oval 1247"/>
          <p:cNvSpPr/>
          <p:nvPr/>
        </p:nvSpPr>
        <p:spPr>
          <a:xfrm>
            <a:off x="3026458" y="576751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Oval 1248"/>
          <p:cNvSpPr/>
          <p:nvPr/>
        </p:nvSpPr>
        <p:spPr>
          <a:xfrm>
            <a:off x="3031485" y="577443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Oval 1249"/>
          <p:cNvSpPr/>
          <p:nvPr/>
        </p:nvSpPr>
        <p:spPr>
          <a:xfrm>
            <a:off x="3050669" y="578135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Oval 1250"/>
          <p:cNvSpPr/>
          <p:nvPr/>
        </p:nvSpPr>
        <p:spPr>
          <a:xfrm>
            <a:off x="3032869" y="578828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Oval 1251"/>
          <p:cNvSpPr/>
          <p:nvPr/>
        </p:nvSpPr>
        <p:spPr>
          <a:xfrm>
            <a:off x="3022751" y="580905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Oval 1252"/>
          <p:cNvSpPr/>
          <p:nvPr/>
        </p:nvSpPr>
        <p:spPr>
          <a:xfrm>
            <a:off x="3019621" y="582289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4" name="Oval 1253"/>
          <p:cNvSpPr/>
          <p:nvPr/>
        </p:nvSpPr>
        <p:spPr>
          <a:xfrm>
            <a:off x="3053969" y="585059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Oval 1254"/>
          <p:cNvSpPr/>
          <p:nvPr/>
        </p:nvSpPr>
        <p:spPr>
          <a:xfrm>
            <a:off x="3004156" y="586443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6" name="TextBox 1255"/>
          <p:cNvSpPr txBox="1"/>
          <p:nvPr/>
        </p:nvSpPr>
        <p:spPr>
          <a:xfrm>
            <a:off x="288036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C53E1F"/>
                </a:solidFill>
                <a:latin typeface="Arial"/>
              </a:rPr>
              <a:t>19</a:t>
            </a:r>
          </a:p>
        </p:txBody>
      </p:sp>
      <p:cxnSp>
        <p:nvCxnSpPr>
          <p:cNvPr id="1257" name="Connector 1256"/>
          <p:cNvCxnSpPr/>
          <p:nvPr/>
        </p:nvCxnSpPr>
        <p:spPr>
          <a:xfrm flipV="1">
            <a:off x="3326130" y="5571178"/>
            <a:ext cx="0" cy="44732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8" name="Connector 1257"/>
          <p:cNvCxnSpPr/>
          <p:nvPr/>
        </p:nvCxnSpPr>
        <p:spPr>
          <a:xfrm>
            <a:off x="3281553" y="6018500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9" name="Connector 1258"/>
          <p:cNvCxnSpPr/>
          <p:nvPr/>
        </p:nvCxnSpPr>
        <p:spPr>
          <a:xfrm>
            <a:off x="3281553" y="5571178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0" name="Rectangle 1259"/>
          <p:cNvSpPr/>
          <p:nvPr/>
        </p:nvSpPr>
        <p:spPr>
          <a:xfrm>
            <a:off x="3236976" y="5984894"/>
            <a:ext cx="178308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61" name="Connector 1260"/>
          <p:cNvCxnSpPr/>
          <p:nvPr/>
        </p:nvCxnSpPr>
        <p:spPr>
          <a:xfrm>
            <a:off x="3236976" y="5958884"/>
            <a:ext cx="178308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2" name="Oval 1261"/>
          <p:cNvSpPr/>
          <p:nvPr/>
        </p:nvSpPr>
        <p:spPr>
          <a:xfrm>
            <a:off x="3312430" y="555289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Oval 1262"/>
          <p:cNvSpPr/>
          <p:nvPr/>
        </p:nvSpPr>
        <p:spPr>
          <a:xfrm>
            <a:off x="3315236" y="574674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Oval 1263"/>
          <p:cNvSpPr/>
          <p:nvPr/>
        </p:nvSpPr>
        <p:spPr>
          <a:xfrm>
            <a:off x="3308351" y="575366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Oval 1264"/>
          <p:cNvSpPr/>
          <p:nvPr/>
        </p:nvSpPr>
        <p:spPr>
          <a:xfrm>
            <a:off x="3289813" y="576058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Oval 1265"/>
          <p:cNvSpPr/>
          <p:nvPr/>
        </p:nvSpPr>
        <p:spPr>
          <a:xfrm>
            <a:off x="3343842" y="576751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Oval 1266"/>
          <p:cNvSpPr/>
          <p:nvPr/>
        </p:nvSpPr>
        <p:spPr>
          <a:xfrm>
            <a:off x="3296895" y="576751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Oval 1267"/>
          <p:cNvSpPr/>
          <p:nvPr/>
        </p:nvSpPr>
        <p:spPr>
          <a:xfrm>
            <a:off x="3304397" y="577443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Oval 1268"/>
          <p:cNvSpPr/>
          <p:nvPr/>
        </p:nvSpPr>
        <p:spPr>
          <a:xfrm>
            <a:off x="3285066" y="578135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Oval 1269"/>
          <p:cNvSpPr/>
          <p:nvPr/>
        </p:nvSpPr>
        <p:spPr>
          <a:xfrm>
            <a:off x="3314447" y="578135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1" name="Oval 1270"/>
          <p:cNvSpPr/>
          <p:nvPr/>
        </p:nvSpPr>
        <p:spPr>
          <a:xfrm>
            <a:off x="3346965" y="582982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Oval 1271"/>
          <p:cNvSpPr/>
          <p:nvPr/>
        </p:nvSpPr>
        <p:spPr>
          <a:xfrm>
            <a:off x="3293426" y="584366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Oval 1272"/>
          <p:cNvSpPr/>
          <p:nvPr/>
        </p:nvSpPr>
        <p:spPr>
          <a:xfrm>
            <a:off x="3298760" y="585059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Oval 1273"/>
          <p:cNvSpPr/>
          <p:nvPr/>
        </p:nvSpPr>
        <p:spPr>
          <a:xfrm>
            <a:off x="3337009" y="585059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Oval 1274"/>
          <p:cNvSpPr/>
          <p:nvPr/>
        </p:nvSpPr>
        <p:spPr>
          <a:xfrm>
            <a:off x="3273892" y="587136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Oval 1275"/>
          <p:cNvSpPr/>
          <p:nvPr/>
        </p:nvSpPr>
        <p:spPr>
          <a:xfrm>
            <a:off x="3275141" y="587828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7" name="Oval 1276"/>
          <p:cNvSpPr/>
          <p:nvPr/>
        </p:nvSpPr>
        <p:spPr>
          <a:xfrm>
            <a:off x="3285642" y="587828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Oval 1277"/>
          <p:cNvSpPr/>
          <p:nvPr/>
        </p:nvSpPr>
        <p:spPr>
          <a:xfrm>
            <a:off x="3301129" y="587828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9" name="Oval 1278"/>
          <p:cNvSpPr/>
          <p:nvPr/>
        </p:nvSpPr>
        <p:spPr>
          <a:xfrm>
            <a:off x="3328241" y="59059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Oval 1279"/>
          <p:cNvSpPr/>
          <p:nvPr/>
        </p:nvSpPr>
        <p:spPr>
          <a:xfrm>
            <a:off x="3286025" y="59059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Oval 1280"/>
          <p:cNvSpPr/>
          <p:nvPr/>
        </p:nvSpPr>
        <p:spPr>
          <a:xfrm>
            <a:off x="3339462" y="59059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Oval 1281"/>
          <p:cNvSpPr/>
          <p:nvPr/>
        </p:nvSpPr>
        <p:spPr>
          <a:xfrm>
            <a:off x="3269061" y="59267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3" name="Oval 1282"/>
          <p:cNvSpPr/>
          <p:nvPr/>
        </p:nvSpPr>
        <p:spPr>
          <a:xfrm>
            <a:off x="3339548" y="59267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Oval 1283"/>
          <p:cNvSpPr/>
          <p:nvPr/>
        </p:nvSpPr>
        <p:spPr>
          <a:xfrm>
            <a:off x="3340500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Oval 1284"/>
          <p:cNvSpPr/>
          <p:nvPr/>
        </p:nvSpPr>
        <p:spPr>
          <a:xfrm>
            <a:off x="3305204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Oval 1285"/>
          <p:cNvSpPr/>
          <p:nvPr/>
        </p:nvSpPr>
        <p:spPr>
          <a:xfrm>
            <a:off x="3289526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Oval 1286"/>
          <p:cNvSpPr/>
          <p:nvPr/>
        </p:nvSpPr>
        <p:spPr>
          <a:xfrm>
            <a:off x="3293601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Oval 1287"/>
          <p:cNvSpPr/>
          <p:nvPr/>
        </p:nvSpPr>
        <p:spPr>
          <a:xfrm>
            <a:off x="3332196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9" name="Oval 1288"/>
          <p:cNvSpPr/>
          <p:nvPr/>
        </p:nvSpPr>
        <p:spPr>
          <a:xfrm>
            <a:off x="3283075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Oval 1289"/>
          <p:cNvSpPr/>
          <p:nvPr/>
        </p:nvSpPr>
        <p:spPr>
          <a:xfrm>
            <a:off x="3304873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Oval 1290"/>
          <p:cNvSpPr/>
          <p:nvPr/>
        </p:nvSpPr>
        <p:spPr>
          <a:xfrm>
            <a:off x="3304409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Oval 1291"/>
          <p:cNvSpPr/>
          <p:nvPr/>
        </p:nvSpPr>
        <p:spPr>
          <a:xfrm>
            <a:off x="3291463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Oval 1292"/>
          <p:cNvSpPr/>
          <p:nvPr/>
        </p:nvSpPr>
        <p:spPr>
          <a:xfrm>
            <a:off x="3285962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Oval 1293"/>
          <p:cNvSpPr/>
          <p:nvPr/>
        </p:nvSpPr>
        <p:spPr>
          <a:xfrm>
            <a:off x="3338237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5" name="Oval 1294"/>
          <p:cNvSpPr/>
          <p:nvPr/>
        </p:nvSpPr>
        <p:spPr>
          <a:xfrm>
            <a:off x="3269943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Oval 1295"/>
          <p:cNvSpPr/>
          <p:nvPr/>
        </p:nvSpPr>
        <p:spPr>
          <a:xfrm>
            <a:off x="3264536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Oval 1296"/>
          <p:cNvSpPr/>
          <p:nvPr/>
        </p:nvSpPr>
        <p:spPr>
          <a:xfrm>
            <a:off x="3322657" y="59475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Oval 1297"/>
          <p:cNvSpPr/>
          <p:nvPr/>
        </p:nvSpPr>
        <p:spPr>
          <a:xfrm>
            <a:off x="3280148" y="594953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Oval 1298"/>
          <p:cNvSpPr/>
          <p:nvPr/>
        </p:nvSpPr>
        <p:spPr>
          <a:xfrm>
            <a:off x="3293508" y="595014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Oval 1299"/>
          <p:cNvSpPr/>
          <p:nvPr/>
        </p:nvSpPr>
        <p:spPr>
          <a:xfrm>
            <a:off x="3307065" y="595124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1" name="Oval 1300"/>
          <p:cNvSpPr/>
          <p:nvPr/>
        </p:nvSpPr>
        <p:spPr>
          <a:xfrm>
            <a:off x="3338167" y="595393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Oval 1301"/>
          <p:cNvSpPr/>
          <p:nvPr/>
        </p:nvSpPr>
        <p:spPr>
          <a:xfrm>
            <a:off x="3345800" y="595621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Oval 1302"/>
          <p:cNvSpPr/>
          <p:nvPr/>
        </p:nvSpPr>
        <p:spPr>
          <a:xfrm>
            <a:off x="3328064" y="595635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Oval 1303"/>
          <p:cNvSpPr/>
          <p:nvPr/>
        </p:nvSpPr>
        <p:spPr>
          <a:xfrm>
            <a:off x="3283766" y="59584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Oval 1304"/>
          <p:cNvSpPr/>
          <p:nvPr/>
        </p:nvSpPr>
        <p:spPr>
          <a:xfrm>
            <a:off x="3288494" y="59592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Oval 1305"/>
          <p:cNvSpPr/>
          <p:nvPr/>
        </p:nvSpPr>
        <p:spPr>
          <a:xfrm>
            <a:off x="3269479" y="596051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7" name="Oval 1306"/>
          <p:cNvSpPr/>
          <p:nvPr/>
        </p:nvSpPr>
        <p:spPr>
          <a:xfrm>
            <a:off x="3346124" y="596270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Oval 1307"/>
          <p:cNvSpPr/>
          <p:nvPr/>
        </p:nvSpPr>
        <p:spPr>
          <a:xfrm>
            <a:off x="3264836" y="596578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Oval 1308"/>
          <p:cNvSpPr/>
          <p:nvPr/>
        </p:nvSpPr>
        <p:spPr>
          <a:xfrm>
            <a:off x="3318935" y="596588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Oval 1309"/>
          <p:cNvSpPr/>
          <p:nvPr/>
        </p:nvSpPr>
        <p:spPr>
          <a:xfrm>
            <a:off x="3298266" y="596660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1" name="Oval 1310"/>
          <p:cNvSpPr/>
          <p:nvPr/>
        </p:nvSpPr>
        <p:spPr>
          <a:xfrm>
            <a:off x="3317239" y="596921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Oval 1311"/>
          <p:cNvSpPr/>
          <p:nvPr/>
        </p:nvSpPr>
        <p:spPr>
          <a:xfrm>
            <a:off x="3319076" y="59704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3" name="Oval 1312"/>
          <p:cNvSpPr/>
          <p:nvPr/>
        </p:nvSpPr>
        <p:spPr>
          <a:xfrm>
            <a:off x="3309054" y="597371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4" name="Oval 1313"/>
          <p:cNvSpPr/>
          <p:nvPr/>
        </p:nvSpPr>
        <p:spPr>
          <a:xfrm>
            <a:off x="3313869" y="597659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Oval 1314"/>
          <p:cNvSpPr/>
          <p:nvPr/>
        </p:nvSpPr>
        <p:spPr>
          <a:xfrm>
            <a:off x="3276948" y="597706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6" name="Oval 1315"/>
          <p:cNvSpPr/>
          <p:nvPr/>
        </p:nvSpPr>
        <p:spPr>
          <a:xfrm>
            <a:off x="3288578" y="597848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7" name="Oval 1316"/>
          <p:cNvSpPr/>
          <p:nvPr/>
        </p:nvSpPr>
        <p:spPr>
          <a:xfrm>
            <a:off x="3324839" y="597899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Oval 1317"/>
          <p:cNvSpPr/>
          <p:nvPr/>
        </p:nvSpPr>
        <p:spPr>
          <a:xfrm>
            <a:off x="3272875" y="597960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9" name="Oval 1318"/>
          <p:cNvSpPr/>
          <p:nvPr/>
        </p:nvSpPr>
        <p:spPr>
          <a:xfrm>
            <a:off x="3329654" y="597998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0" name="Oval 1319"/>
          <p:cNvSpPr/>
          <p:nvPr/>
        </p:nvSpPr>
        <p:spPr>
          <a:xfrm>
            <a:off x="3326241" y="598608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Oval 1320"/>
          <p:cNvSpPr/>
          <p:nvPr/>
        </p:nvSpPr>
        <p:spPr>
          <a:xfrm>
            <a:off x="3263727" y="598622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2" name="Oval 1321"/>
          <p:cNvSpPr/>
          <p:nvPr/>
        </p:nvSpPr>
        <p:spPr>
          <a:xfrm>
            <a:off x="3333878" y="59886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3" name="Oval 1322"/>
          <p:cNvSpPr/>
          <p:nvPr/>
        </p:nvSpPr>
        <p:spPr>
          <a:xfrm>
            <a:off x="3335531" y="599034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Oval 1323"/>
          <p:cNvSpPr/>
          <p:nvPr/>
        </p:nvSpPr>
        <p:spPr>
          <a:xfrm>
            <a:off x="3287101" y="599313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5" name="Oval 1324"/>
          <p:cNvSpPr/>
          <p:nvPr/>
        </p:nvSpPr>
        <p:spPr>
          <a:xfrm>
            <a:off x="3327389" y="599693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6" name="Oval 1325"/>
          <p:cNvSpPr/>
          <p:nvPr/>
        </p:nvSpPr>
        <p:spPr>
          <a:xfrm>
            <a:off x="3348402" y="600021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TextBox 1326"/>
          <p:cNvSpPr txBox="1"/>
          <p:nvPr/>
        </p:nvSpPr>
        <p:spPr>
          <a:xfrm>
            <a:off x="317754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C53E1F"/>
                </a:solidFill>
                <a:latin typeface="Arial"/>
              </a:rPr>
              <a:t>21</a:t>
            </a:r>
          </a:p>
        </p:txBody>
      </p:sp>
      <p:cxnSp>
        <p:nvCxnSpPr>
          <p:cNvPr id="1328" name="Connector 1327"/>
          <p:cNvCxnSpPr/>
          <p:nvPr/>
        </p:nvCxnSpPr>
        <p:spPr>
          <a:xfrm flipV="1">
            <a:off x="3623310" y="5834264"/>
            <a:ext cx="0" cy="175104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9" name="Connector 1328"/>
          <p:cNvCxnSpPr/>
          <p:nvPr/>
        </p:nvCxnSpPr>
        <p:spPr>
          <a:xfrm>
            <a:off x="3578733" y="6009368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0" name="Connector 1329"/>
          <p:cNvCxnSpPr/>
          <p:nvPr/>
        </p:nvCxnSpPr>
        <p:spPr>
          <a:xfrm>
            <a:off x="3578733" y="5834264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1" name="Rectangle 1330"/>
          <p:cNvSpPr/>
          <p:nvPr/>
        </p:nvSpPr>
        <p:spPr>
          <a:xfrm>
            <a:off x="3534156" y="5955422"/>
            <a:ext cx="178308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2" name="Connector 1331"/>
          <p:cNvCxnSpPr/>
          <p:nvPr/>
        </p:nvCxnSpPr>
        <p:spPr>
          <a:xfrm>
            <a:off x="3534156" y="5938114"/>
            <a:ext cx="178308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3" name="Oval 1332"/>
          <p:cNvSpPr/>
          <p:nvPr/>
        </p:nvSpPr>
        <p:spPr>
          <a:xfrm>
            <a:off x="3644990" y="581597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Oval 1333"/>
          <p:cNvSpPr/>
          <p:nvPr/>
        </p:nvSpPr>
        <p:spPr>
          <a:xfrm>
            <a:off x="3629348" y="583674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5" name="Oval 1334"/>
          <p:cNvSpPr/>
          <p:nvPr/>
        </p:nvSpPr>
        <p:spPr>
          <a:xfrm>
            <a:off x="3617129" y="584366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Oval 1335"/>
          <p:cNvSpPr/>
          <p:nvPr/>
        </p:nvSpPr>
        <p:spPr>
          <a:xfrm>
            <a:off x="3601914" y="585059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Oval 1336"/>
          <p:cNvSpPr/>
          <p:nvPr/>
        </p:nvSpPr>
        <p:spPr>
          <a:xfrm>
            <a:off x="3610405" y="58575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8" name="Oval 1337"/>
          <p:cNvSpPr/>
          <p:nvPr/>
        </p:nvSpPr>
        <p:spPr>
          <a:xfrm>
            <a:off x="3618374" y="58575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Oval 1338"/>
          <p:cNvSpPr/>
          <p:nvPr/>
        </p:nvSpPr>
        <p:spPr>
          <a:xfrm>
            <a:off x="3595609" y="58575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Oval 1339"/>
          <p:cNvSpPr/>
          <p:nvPr/>
        </p:nvSpPr>
        <p:spPr>
          <a:xfrm>
            <a:off x="3610765" y="586443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1" name="Oval 1340"/>
          <p:cNvSpPr/>
          <p:nvPr/>
        </p:nvSpPr>
        <p:spPr>
          <a:xfrm>
            <a:off x="3619268" y="587136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Oval 1341"/>
          <p:cNvSpPr/>
          <p:nvPr/>
        </p:nvSpPr>
        <p:spPr>
          <a:xfrm>
            <a:off x="3621006" y="587136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Oval 1342"/>
          <p:cNvSpPr/>
          <p:nvPr/>
        </p:nvSpPr>
        <p:spPr>
          <a:xfrm>
            <a:off x="3594315" y="587136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4" name="Oval 1343"/>
          <p:cNvSpPr/>
          <p:nvPr/>
        </p:nvSpPr>
        <p:spPr>
          <a:xfrm>
            <a:off x="3602390" y="587828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Oval 1344"/>
          <p:cNvSpPr/>
          <p:nvPr/>
        </p:nvSpPr>
        <p:spPr>
          <a:xfrm>
            <a:off x="3599926" y="588520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Oval 1345"/>
          <p:cNvSpPr/>
          <p:nvPr/>
        </p:nvSpPr>
        <p:spPr>
          <a:xfrm>
            <a:off x="3631414" y="588520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7" name="Oval 1346"/>
          <p:cNvSpPr/>
          <p:nvPr/>
        </p:nvSpPr>
        <p:spPr>
          <a:xfrm>
            <a:off x="3567835" y="588520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8" name="Oval 1347"/>
          <p:cNvSpPr/>
          <p:nvPr/>
        </p:nvSpPr>
        <p:spPr>
          <a:xfrm>
            <a:off x="3617828" y="58990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Oval 1348"/>
          <p:cNvSpPr/>
          <p:nvPr/>
        </p:nvSpPr>
        <p:spPr>
          <a:xfrm>
            <a:off x="3603427" y="58990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0" name="Oval 1349"/>
          <p:cNvSpPr/>
          <p:nvPr/>
        </p:nvSpPr>
        <p:spPr>
          <a:xfrm>
            <a:off x="3610596" y="59059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1" name="Oval 1350"/>
          <p:cNvSpPr/>
          <p:nvPr/>
        </p:nvSpPr>
        <p:spPr>
          <a:xfrm>
            <a:off x="3627899" y="59059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Oval 1351"/>
          <p:cNvSpPr/>
          <p:nvPr/>
        </p:nvSpPr>
        <p:spPr>
          <a:xfrm>
            <a:off x="3616256" y="59059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3" name="Oval 1352"/>
          <p:cNvSpPr/>
          <p:nvPr/>
        </p:nvSpPr>
        <p:spPr>
          <a:xfrm>
            <a:off x="3592329" y="59129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4" name="Oval 1353"/>
          <p:cNvSpPr/>
          <p:nvPr/>
        </p:nvSpPr>
        <p:spPr>
          <a:xfrm>
            <a:off x="3592749" y="59129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Oval 1354"/>
          <p:cNvSpPr/>
          <p:nvPr/>
        </p:nvSpPr>
        <p:spPr>
          <a:xfrm>
            <a:off x="3616474" y="59129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6" name="Oval 1355"/>
          <p:cNvSpPr/>
          <p:nvPr/>
        </p:nvSpPr>
        <p:spPr>
          <a:xfrm>
            <a:off x="3595458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7" name="Oval 1356"/>
          <p:cNvSpPr/>
          <p:nvPr/>
        </p:nvSpPr>
        <p:spPr>
          <a:xfrm>
            <a:off x="3618139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Oval 1357"/>
          <p:cNvSpPr/>
          <p:nvPr/>
        </p:nvSpPr>
        <p:spPr>
          <a:xfrm>
            <a:off x="3634120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9" name="Oval 1358"/>
          <p:cNvSpPr/>
          <p:nvPr/>
        </p:nvSpPr>
        <p:spPr>
          <a:xfrm>
            <a:off x="3643930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0" name="Oval 1359"/>
          <p:cNvSpPr/>
          <p:nvPr/>
        </p:nvSpPr>
        <p:spPr>
          <a:xfrm>
            <a:off x="3563799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Oval 1360"/>
          <p:cNvSpPr/>
          <p:nvPr/>
        </p:nvSpPr>
        <p:spPr>
          <a:xfrm>
            <a:off x="3621800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2" name="Oval 1361"/>
          <p:cNvSpPr/>
          <p:nvPr/>
        </p:nvSpPr>
        <p:spPr>
          <a:xfrm>
            <a:off x="3614417" y="59267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3" name="Oval 1362"/>
          <p:cNvSpPr/>
          <p:nvPr/>
        </p:nvSpPr>
        <p:spPr>
          <a:xfrm>
            <a:off x="3623850" y="59267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Oval 1363"/>
          <p:cNvSpPr/>
          <p:nvPr/>
        </p:nvSpPr>
        <p:spPr>
          <a:xfrm>
            <a:off x="3591734" y="59267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5" name="Oval 1364"/>
          <p:cNvSpPr/>
          <p:nvPr/>
        </p:nvSpPr>
        <p:spPr>
          <a:xfrm>
            <a:off x="3626826" y="59267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6" name="Oval 1365"/>
          <p:cNvSpPr/>
          <p:nvPr/>
        </p:nvSpPr>
        <p:spPr>
          <a:xfrm>
            <a:off x="3572029" y="59267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Oval 1366"/>
          <p:cNvSpPr/>
          <p:nvPr/>
        </p:nvSpPr>
        <p:spPr>
          <a:xfrm>
            <a:off x="3574654" y="59267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8" name="Oval 1367"/>
          <p:cNvSpPr/>
          <p:nvPr/>
        </p:nvSpPr>
        <p:spPr>
          <a:xfrm>
            <a:off x="3637222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9" name="Oval 1368"/>
          <p:cNvSpPr/>
          <p:nvPr/>
        </p:nvSpPr>
        <p:spPr>
          <a:xfrm>
            <a:off x="3584248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Oval 1369"/>
          <p:cNvSpPr/>
          <p:nvPr/>
        </p:nvSpPr>
        <p:spPr>
          <a:xfrm>
            <a:off x="3614910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1" name="Oval 1370"/>
          <p:cNvSpPr/>
          <p:nvPr/>
        </p:nvSpPr>
        <p:spPr>
          <a:xfrm>
            <a:off x="3594295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2" name="Oval 1371"/>
          <p:cNvSpPr/>
          <p:nvPr/>
        </p:nvSpPr>
        <p:spPr>
          <a:xfrm>
            <a:off x="3573455" y="59475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Oval 1372"/>
          <p:cNvSpPr/>
          <p:nvPr/>
        </p:nvSpPr>
        <p:spPr>
          <a:xfrm>
            <a:off x="3630308" y="595052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4" name="Oval 1373"/>
          <p:cNvSpPr/>
          <p:nvPr/>
        </p:nvSpPr>
        <p:spPr>
          <a:xfrm>
            <a:off x="3615111" y="595654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5" name="Oval 1374"/>
          <p:cNvSpPr/>
          <p:nvPr/>
        </p:nvSpPr>
        <p:spPr>
          <a:xfrm>
            <a:off x="3605398" y="59566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Oval 1375"/>
          <p:cNvSpPr/>
          <p:nvPr/>
        </p:nvSpPr>
        <p:spPr>
          <a:xfrm>
            <a:off x="3606636" y="595672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7" name="Oval 1376"/>
          <p:cNvSpPr/>
          <p:nvPr/>
        </p:nvSpPr>
        <p:spPr>
          <a:xfrm>
            <a:off x="3603018" y="595799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8" name="Oval 1377"/>
          <p:cNvSpPr/>
          <p:nvPr/>
        </p:nvSpPr>
        <p:spPr>
          <a:xfrm>
            <a:off x="3647103" y="59581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Oval 1378"/>
          <p:cNvSpPr/>
          <p:nvPr/>
        </p:nvSpPr>
        <p:spPr>
          <a:xfrm>
            <a:off x="3598792" y="595891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Oval 1379"/>
          <p:cNvSpPr/>
          <p:nvPr/>
        </p:nvSpPr>
        <p:spPr>
          <a:xfrm>
            <a:off x="3577785" y="597047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1" name="Oval 1380"/>
          <p:cNvSpPr/>
          <p:nvPr/>
        </p:nvSpPr>
        <p:spPr>
          <a:xfrm>
            <a:off x="3574155" y="597188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Oval 1381"/>
          <p:cNvSpPr/>
          <p:nvPr/>
        </p:nvSpPr>
        <p:spPr>
          <a:xfrm>
            <a:off x="3617218" y="598212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Oval 1382"/>
          <p:cNvSpPr/>
          <p:nvPr/>
        </p:nvSpPr>
        <p:spPr>
          <a:xfrm>
            <a:off x="3602288" y="599108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4" name="TextBox 1383"/>
          <p:cNvSpPr txBox="1"/>
          <p:nvPr/>
        </p:nvSpPr>
        <p:spPr>
          <a:xfrm>
            <a:off x="347472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C53E1F"/>
                </a:solidFill>
                <a:latin typeface="Arial"/>
              </a:rPr>
              <a:t>22</a:t>
            </a:r>
          </a:p>
        </p:txBody>
      </p:sp>
      <p:cxnSp>
        <p:nvCxnSpPr>
          <p:cNvPr id="1385" name="Connector 1384"/>
          <p:cNvCxnSpPr/>
          <p:nvPr/>
        </p:nvCxnSpPr>
        <p:spPr>
          <a:xfrm flipV="1">
            <a:off x="3920490" y="5474252"/>
            <a:ext cx="0" cy="528179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6" name="Connector 1385"/>
          <p:cNvCxnSpPr/>
          <p:nvPr/>
        </p:nvCxnSpPr>
        <p:spPr>
          <a:xfrm>
            <a:off x="3875913" y="6002431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7" name="Connector 1386"/>
          <p:cNvCxnSpPr/>
          <p:nvPr/>
        </p:nvCxnSpPr>
        <p:spPr>
          <a:xfrm>
            <a:off x="3875913" y="5474252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8" name="Rectangle 1387"/>
          <p:cNvSpPr/>
          <p:nvPr/>
        </p:nvSpPr>
        <p:spPr>
          <a:xfrm>
            <a:off x="3831336" y="5975451"/>
            <a:ext cx="178308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89" name="Connector 1388"/>
          <p:cNvCxnSpPr/>
          <p:nvPr/>
        </p:nvCxnSpPr>
        <p:spPr>
          <a:xfrm>
            <a:off x="3831336" y="5951960"/>
            <a:ext cx="178308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0" name="Oval 1389"/>
          <p:cNvSpPr/>
          <p:nvPr/>
        </p:nvSpPr>
        <p:spPr>
          <a:xfrm>
            <a:off x="3914571" y="545596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Oval 1390"/>
          <p:cNvSpPr/>
          <p:nvPr/>
        </p:nvSpPr>
        <p:spPr>
          <a:xfrm>
            <a:off x="3862077" y="552519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Oval 1391"/>
          <p:cNvSpPr/>
          <p:nvPr/>
        </p:nvSpPr>
        <p:spPr>
          <a:xfrm>
            <a:off x="3908817" y="564289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3" name="Oval 1392"/>
          <p:cNvSpPr/>
          <p:nvPr/>
        </p:nvSpPr>
        <p:spPr>
          <a:xfrm>
            <a:off x="3903115" y="572597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4" name="Oval 1393"/>
          <p:cNvSpPr/>
          <p:nvPr/>
        </p:nvSpPr>
        <p:spPr>
          <a:xfrm>
            <a:off x="3904361" y="57328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Oval 1394"/>
          <p:cNvSpPr/>
          <p:nvPr/>
        </p:nvSpPr>
        <p:spPr>
          <a:xfrm>
            <a:off x="3888931" y="57398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6" name="Oval 1395"/>
          <p:cNvSpPr/>
          <p:nvPr/>
        </p:nvSpPr>
        <p:spPr>
          <a:xfrm>
            <a:off x="3890519" y="576058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7" name="Oval 1396"/>
          <p:cNvSpPr/>
          <p:nvPr/>
        </p:nvSpPr>
        <p:spPr>
          <a:xfrm>
            <a:off x="3902005" y="576751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Oval 1397"/>
          <p:cNvSpPr/>
          <p:nvPr/>
        </p:nvSpPr>
        <p:spPr>
          <a:xfrm>
            <a:off x="3906432" y="577443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9" name="Oval 1398"/>
          <p:cNvSpPr/>
          <p:nvPr/>
        </p:nvSpPr>
        <p:spPr>
          <a:xfrm>
            <a:off x="3937113" y="577443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0" name="Oval 1399"/>
          <p:cNvSpPr/>
          <p:nvPr/>
        </p:nvSpPr>
        <p:spPr>
          <a:xfrm>
            <a:off x="3917170" y="580905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Oval 1400"/>
          <p:cNvSpPr/>
          <p:nvPr/>
        </p:nvSpPr>
        <p:spPr>
          <a:xfrm>
            <a:off x="3902981" y="580905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2" name="Oval 1401"/>
          <p:cNvSpPr/>
          <p:nvPr/>
        </p:nvSpPr>
        <p:spPr>
          <a:xfrm>
            <a:off x="3912580" y="582289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3" name="Oval 1402"/>
          <p:cNvSpPr/>
          <p:nvPr/>
        </p:nvSpPr>
        <p:spPr>
          <a:xfrm>
            <a:off x="3944216" y="582289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Oval 1403"/>
          <p:cNvSpPr/>
          <p:nvPr/>
        </p:nvSpPr>
        <p:spPr>
          <a:xfrm>
            <a:off x="3937288" y="582982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5" name="Oval 1404"/>
          <p:cNvSpPr/>
          <p:nvPr/>
        </p:nvSpPr>
        <p:spPr>
          <a:xfrm>
            <a:off x="3894787" y="583674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6" name="Oval 1405"/>
          <p:cNvSpPr/>
          <p:nvPr/>
        </p:nvSpPr>
        <p:spPr>
          <a:xfrm>
            <a:off x="3869618" y="583674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Oval 1406"/>
          <p:cNvSpPr/>
          <p:nvPr/>
        </p:nvSpPr>
        <p:spPr>
          <a:xfrm>
            <a:off x="3893156" y="583674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8" name="Oval 1407"/>
          <p:cNvSpPr/>
          <p:nvPr/>
        </p:nvSpPr>
        <p:spPr>
          <a:xfrm>
            <a:off x="3942377" y="585059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9" name="Oval 1408"/>
          <p:cNvSpPr/>
          <p:nvPr/>
        </p:nvSpPr>
        <p:spPr>
          <a:xfrm>
            <a:off x="3938552" y="587136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Oval 1409"/>
          <p:cNvSpPr/>
          <p:nvPr/>
        </p:nvSpPr>
        <p:spPr>
          <a:xfrm>
            <a:off x="3912619" y="587136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1" name="Oval 1410"/>
          <p:cNvSpPr/>
          <p:nvPr/>
        </p:nvSpPr>
        <p:spPr>
          <a:xfrm>
            <a:off x="3880199" y="587828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2" name="Oval 1411"/>
          <p:cNvSpPr/>
          <p:nvPr/>
        </p:nvSpPr>
        <p:spPr>
          <a:xfrm>
            <a:off x="3939010" y="588520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Oval 1412"/>
          <p:cNvSpPr/>
          <p:nvPr/>
        </p:nvSpPr>
        <p:spPr>
          <a:xfrm>
            <a:off x="3864321" y="588520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4" name="Oval 1413"/>
          <p:cNvSpPr/>
          <p:nvPr/>
        </p:nvSpPr>
        <p:spPr>
          <a:xfrm>
            <a:off x="3905258" y="58921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5" name="Oval 1414"/>
          <p:cNvSpPr/>
          <p:nvPr/>
        </p:nvSpPr>
        <p:spPr>
          <a:xfrm>
            <a:off x="3880281" y="58921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Oval 1415"/>
          <p:cNvSpPr/>
          <p:nvPr/>
        </p:nvSpPr>
        <p:spPr>
          <a:xfrm>
            <a:off x="3908662" y="58921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7" name="Oval 1416"/>
          <p:cNvSpPr/>
          <p:nvPr/>
        </p:nvSpPr>
        <p:spPr>
          <a:xfrm>
            <a:off x="3923208" y="58921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8" name="Oval 1417"/>
          <p:cNvSpPr/>
          <p:nvPr/>
        </p:nvSpPr>
        <p:spPr>
          <a:xfrm>
            <a:off x="3918893" y="58921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Oval 1418"/>
          <p:cNvSpPr/>
          <p:nvPr/>
        </p:nvSpPr>
        <p:spPr>
          <a:xfrm>
            <a:off x="3903945" y="58921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0" name="Oval 1419"/>
          <p:cNvSpPr/>
          <p:nvPr/>
        </p:nvSpPr>
        <p:spPr>
          <a:xfrm>
            <a:off x="3885973" y="58990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1" name="Oval 1420"/>
          <p:cNvSpPr/>
          <p:nvPr/>
        </p:nvSpPr>
        <p:spPr>
          <a:xfrm>
            <a:off x="3939369" y="58990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Oval 1421"/>
          <p:cNvSpPr/>
          <p:nvPr/>
        </p:nvSpPr>
        <p:spPr>
          <a:xfrm>
            <a:off x="3920987" y="58990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3" name="Oval 1422"/>
          <p:cNvSpPr/>
          <p:nvPr/>
        </p:nvSpPr>
        <p:spPr>
          <a:xfrm>
            <a:off x="3933775" y="58990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4" name="Oval 1423"/>
          <p:cNvSpPr/>
          <p:nvPr/>
        </p:nvSpPr>
        <p:spPr>
          <a:xfrm>
            <a:off x="3937930" y="58990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Oval 1424"/>
          <p:cNvSpPr/>
          <p:nvPr/>
        </p:nvSpPr>
        <p:spPr>
          <a:xfrm>
            <a:off x="3930495" y="59059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Oval 1425"/>
          <p:cNvSpPr/>
          <p:nvPr/>
        </p:nvSpPr>
        <p:spPr>
          <a:xfrm>
            <a:off x="3865809" y="59059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7" name="Oval 1426"/>
          <p:cNvSpPr/>
          <p:nvPr/>
        </p:nvSpPr>
        <p:spPr>
          <a:xfrm>
            <a:off x="3914444" y="59059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Oval 1427"/>
          <p:cNvSpPr/>
          <p:nvPr/>
        </p:nvSpPr>
        <p:spPr>
          <a:xfrm>
            <a:off x="3914639" y="59059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Oval 1428"/>
          <p:cNvSpPr/>
          <p:nvPr/>
        </p:nvSpPr>
        <p:spPr>
          <a:xfrm>
            <a:off x="3930355" y="59129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0" name="Oval 1429"/>
          <p:cNvSpPr/>
          <p:nvPr/>
        </p:nvSpPr>
        <p:spPr>
          <a:xfrm>
            <a:off x="3902694" y="59129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Oval 1430"/>
          <p:cNvSpPr/>
          <p:nvPr/>
        </p:nvSpPr>
        <p:spPr>
          <a:xfrm>
            <a:off x="3912416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Oval 1431"/>
          <p:cNvSpPr/>
          <p:nvPr/>
        </p:nvSpPr>
        <p:spPr>
          <a:xfrm>
            <a:off x="3921096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3" name="Oval 1432"/>
          <p:cNvSpPr/>
          <p:nvPr/>
        </p:nvSpPr>
        <p:spPr>
          <a:xfrm>
            <a:off x="3923370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Oval 1433"/>
          <p:cNvSpPr/>
          <p:nvPr/>
        </p:nvSpPr>
        <p:spPr>
          <a:xfrm>
            <a:off x="3861903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Oval 1434"/>
          <p:cNvSpPr/>
          <p:nvPr/>
        </p:nvSpPr>
        <p:spPr>
          <a:xfrm>
            <a:off x="3934307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6" name="Oval 1435"/>
          <p:cNvSpPr/>
          <p:nvPr/>
        </p:nvSpPr>
        <p:spPr>
          <a:xfrm>
            <a:off x="3892861" y="59267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Oval 1436"/>
          <p:cNvSpPr/>
          <p:nvPr/>
        </p:nvSpPr>
        <p:spPr>
          <a:xfrm>
            <a:off x="3934850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Oval 1437"/>
          <p:cNvSpPr/>
          <p:nvPr/>
        </p:nvSpPr>
        <p:spPr>
          <a:xfrm>
            <a:off x="3914480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9" name="Oval 1438"/>
          <p:cNvSpPr/>
          <p:nvPr/>
        </p:nvSpPr>
        <p:spPr>
          <a:xfrm>
            <a:off x="3864658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0" name="Oval 1439"/>
          <p:cNvSpPr/>
          <p:nvPr/>
        </p:nvSpPr>
        <p:spPr>
          <a:xfrm>
            <a:off x="3887580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Oval 1440"/>
          <p:cNvSpPr/>
          <p:nvPr/>
        </p:nvSpPr>
        <p:spPr>
          <a:xfrm>
            <a:off x="3940728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2" name="Oval 1441"/>
          <p:cNvSpPr/>
          <p:nvPr/>
        </p:nvSpPr>
        <p:spPr>
          <a:xfrm>
            <a:off x="3872494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3" name="Oval 1442"/>
          <p:cNvSpPr/>
          <p:nvPr/>
        </p:nvSpPr>
        <p:spPr>
          <a:xfrm>
            <a:off x="3916081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Oval 1443"/>
          <p:cNvSpPr/>
          <p:nvPr/>
        </p:nvSpPr>
        <p:spPr>
          <a:xfrm>
            <a:off x="3879261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5" name="Oval 1444"/>
          <p:cNvSpPr/>
          <p:nvPr/>
        </p:nvSpPr>
        <p:spPr>
          <a:xfrm>
            <a:off x="3916162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6" name="Oval 1445"/>
          <p:cNvSpPr/>
          <p:nvPr/>
        </p:nvSpPr>
        <p:spPr>
          <a:xfrm>
            <a:off x="3903504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Oval 1446"/>
          <p:cNvSpPr/>
          <p:nvPr/>
        </p:nvSpPr>
        <p:spPr>
          <a:xfrm>
            <a:off x="3911762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8" name="Oval 1447"/>
          <p:cNvSpPr/>
          <p:nvPr/>
        </p:nvSpPr>
        <p:spPr>
          <a:xfrm>
            <a:off x="3903686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9" name="Oval 1448"/>
          <p:cNvSpPr/>
          <p:nvPr/>
        </p:nvSpPr>
        <p:spPr>
          <a:xfrm>
            <a:off x="3946452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Oval 1449"/>
          <p:cNvSpPr/>
          <p:nvPr/>
        </p:nvSpPr>
        <p:spPr>
          <a:xfrm>
            <a:off x="3928918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1" name="Oval 1450"/>
          <p:cNvSpPr/>
          <p:nvPr/>
        </p:nvSpPr>
        <p:spPr>
          <a:xfrm>
            <a:off x="3925428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2" name="Oval 1451"/>
          <p:cNvSpPr/>
          <p:nvPr/>
        </p:nvSpPr>
        <p:spPr>
          <a:xfrm>
            <a:off x="3859464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Oval 1452"/>
          <p:cNvSpPr/>
          <p:nvPr/>
        </p:nvSpPr>
        <p:spPr>
          <a:xfrm>
            <a:off x="3861449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4" name="Oval 1453"/>
          <p:cNvSpPr/>
          <p:nvPr/>
        </p:nvSpPr>
        <p:spPr>
          <a:xfrm>
            <a:off x="3865312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5" name="Oval 1454"/>
          <p:cNvSpPr/>
          <p:nvPr/>
        </p:nvSpPr>
        <p:spPr>
          <a:xfrm>
            <a:off x="3904203" y="59475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Oval 1455"/>
          <p:cNvSpPr/>
          <p:nvPr/>
        </p:nvSpPr>
        <p:spPr>
          <a:xfrm>
            <a:off x="3928926" y="59475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7" name="Oval 1456"/>
          <p:cNvSpPr/>
          <p:nvPr/>
        </p:nvSpPr>
        <p:spPr>
          <a:xfrm>
            <a:off x="3914925" y="594783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8" name="Oval 1457"/>
          <p:cNvSpPr/>
          <p:nvPr/>
        </p:nvSpPr>
        <p:spPr>
          <a:xfrm>
            <a:off x="3891971" y="594865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Oval 1458"/>
          <p:cNvSpPr/>
          <p:nvPr/>
        </p:nvSpPr>
        <p:spPr>
          <a:xfrm>
            <a:off x="3894222" y="594875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0" name="Oval 1459"/>
          <p:cNvSpPr/>
          <p:nvPr/>
        </p:nvSpPr>
        <p:spPr>
          <a:xfrm>
            <a:off x="3938415" y="595159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1" name="Oval 1460"/>
          <p:cNvSpPr/>
          <p:nvPr/>
        </p:nvSpPr>
        <p:spPr>
          <a:xfrm>
            <a:off x="3878836" y="595289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Oval 1461"/>
          <p:cNvSpPr/>
          <p:nvPr/>
        </p:nvSpPr>
        <p:spPr>
          <a:xfrm>
            <a:off x="3867757" y="595304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3" name="Oval 1462"/>
          <p:cNvSpPr/>
          <p:nvPr/>
        </p:nvSpPr>
        <p:spPr>
          <a:xfrm>
            <a:off x="3907554" y="595476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4" name="Oval 1463"/>
          <p:cNvSpPr/>
          <p:nvPr/>
        </p:nvSpPr>
        <p:spPr>
          <a:xfrm>
            <a:off x="3878003" y="595498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Oval 1464"/>
          <p:cNvSpPr/>
          <p:nvPr/>
        </p:nvSpPr>
        <p:spPr>
          <a:xfrm>
            <a:off x="3905536" y="595528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6" name="Oval 1465"/>
          <p:cNvSpPr/>
          <p:nvPr/>
        </p:nvSpPr>
        <p:spPr>
          <a:xfrm>
            <a:off x="3884158" y="595531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7" name="Oval 1466"/>
          <p:cNvSpPr/>
          <p:nvPr/>
        </p:nvSpPr>
        <p:spPr>
          <a:xfrm>
            <a:off x="3865681" y="59554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Oval 1467"/>
          <p:cNvSpPr/>
          <p:nvPr/>
        </p:nvSpPr>
        <p:spPr>
          <a:xfrm>
            <a:off x="3943068" y="595600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9" name="Oval 1468"/>
          <p:cNvSpPr/>
          <p:nvPr/>
        </p:nvSpPr>
        <p:spPr>
          <a:xfrm>
            <a:off x="3881236" y="595628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0" name="Oval 1469"/>
          <p:cNvSpPr/>
          <p:nvPr/>
        </p:nvSpPr>
        <p:spPr>
          <a:xfrm>
            <a:off x="3859031" y="595665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Oval 1470"/>
          <p:cNvSpPr/>
          <p:nvPr/>
        </p:nvSpPr>
        <p:spPr>
          <a:xfrm>
            <a:off x="3872042" y="595716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Oval 1471"/>
          <p:cNvSpPr/>
          <p:nvPr/>
        </p:nvSpPr>
        <p:spPr>
          <a:xfrm>
            <a:off x="3940314" y="595942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3" name="Oval 1472"/>
          <p:cNvSpPr/>
          <p:nvPr/>
        </p:nvSpPr>
        <p:spPr>
          <a:xfrm>
            <a:off x="3884619" y="595954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Oval 1473"/>
          <p:cNvSpPr/>
          <p:nvPr/>
        </p:nvSpPr>
        <p:spPr>
          <a:xfrm>
            <a:off x="3910289" y="59595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Oval 1474"/>
          <p:cNvSpPr/>
          <p:nvPr/>
        </p:nvSpPr>
        <p:spPr>
          <a:xfrm>
            <a:off x="3906687" y="596058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6" name="Oval 1475"/>
          <p:cNvSpPr/>
          <p:nvPr/>
        </p:nvSpPr>
        <p:spPr>
          <a:xfrm>
            <a:off x="3902806" y="596158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Oval 1476"/>
          <p:cNvSpPr/>
          <p:nvPr/>
        </p:nvSpPr>
        <p:spPr>
          <a:xfrm>
            <a:off x="3937718" y="596404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Oval 1477"/>
          <p:cNvSpPr/>
          <p:nvPr/>
        </p:nvSpPr>
        <p:spPr>
          <a:xfrm>
            <a:off x="3922060" y="596512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9" name="Oval 1478"/>
          <p:cNvSpPr/>
          <p:nvPr/>
        </p:nvSpPr>
        <p:spPr>
          <a:xfrm>
            <a:off x="3901499" y="596518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Oval 1479"/>
          <p:cNvSpPr/>
          <p:nvPr/>
        </p:nvSpPr>
        <p:spPr>
          <a:xfrm>
            <a:off x="3900938" y="59656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Oval 1480"/>
          <p:cNvSpPr/>
          <p:nvPr/>
        </p:nvSpPr>
        <p:spPr>
          <a:xfrm>
            <a:off x="3920713" y="596662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2" name="Oval 1481"/>
          <p:cNvSpPr/>
          <p:nvPr/>
        </p:nvSpPr>
        <p:spPr>
          <a:xfrm>
            <a:off x="3906398" y="596709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Oval 1482"/>
          <p:cNvSpPr/>
          <p:nvPr/>
        </p:nvSpPr>
        <p:spPr>
          <a:xfrm>
            <a:off x="3918847" y="596840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Oval 1483"/>
          <p:cNvSpPr/>
          <p:nvPr/>
        </p:nvSpPr>
        <p:spPr>
          <a:xfrm>
            <a:off x="3869474" y="596881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5" name="Oval 1484"/>
          <p:cNvSpPr/>
          <p:nvPr/>
        </p:nvSpPr>
        <p:spPr>
          <a:xfrm>
            <a:off x="3899325" y="596920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6" name="Oval 1485"/>
          <p:cNvSpPr/>
          <p:nvPr/>
        </p:nvSpPr>
        <p:spPr>
          <a:xfrm>
            <a:off x="3884217" y="596969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Oval 1486"/>
          <p:cNvSpPr/>
          <p:nvPr/>
        </p:nvSpPr>
        <p:spPr>
          <a:xfrm>
            <a:off x="3896119" y="59698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8" name="Oval 1487"/>
          <p:cNvSpPr/>
          <p:nvPr/>
        </p:nvSpPr>
        <p:spPr>
          <a:xfrm>
            <a:off x="3859273" y="597031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9" name="Oval 1488"/>
          <p:cNvSpPr/>
          <p:nvPr/>
        </p:nvSpPr>
        <p:spPr>
          <a:xfrm>
            <a:off x="3941827" y="597085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Oval 1489"/>
          <p:cNvSpPr/>
          <p:nvPr/>
        </p:nvSpPr>
        <p:spPr>
          <a:xfrm>
            <a:off x="3916570" y="597166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1" name="Oval 1490"/>
          <p:cNvSpPr/>
          <p:nvPr/>
        </p:nvSpPr>
        <p:spPr>
          <a:xfrm>
            <a:off x="3897614" y="597258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2" name="Oval 1491"/>
          <p:cNvSpPr/>
          <p:nvPr/>
        </p:nvSpPr>
        <p:spPr>
          <a:xfrm>
            <a:off x="3940857" y="597406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Oval 1492"/>
          <p:cNvSpPr/>
          <p:nvPr/>
        </p:nvSpPr>
        <p:spPr>
          <a:xfrm>
            <a:off x="3930277" y="597517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4" name="Oval 1493"/>
          <p:cNvSpPr/>
          <p:nvPr/>
        </p:nvSpPr>
        <p:spPr>
          <a:xfrm>
            <a:off x="3941805" y="597689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5" name="Oval 1494"/>
          <p:cNvSpPr/>
          <p:nvPr/>
        </p:nvSpPr>
        <p:spPr>
          <a:xfrm>
            <a:off x="3861121" y="597839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Oval 1495"/>
          <p:cNvSpPr/>
          <p:nvPr/>
        </p:nvSpPr>
        <p:spPr>
          <a:xfrm>
            <a:off x="3923246" y="597977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7" name="Oval 1496"/>
          <p:cNvSpPr/>
          <p:nvPr/>
        </p:nvSpPr>
        <p:spPr>
          <a:xfrm>
            <a:off x="3915358" y="598037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8" name="Oval 1497"/>
          <p:cNvSpPr/>
          <p:nvPr/>
        </p:nvSpPr>
        <p:spPr>
          <a:xfrm>
            <a:off x="3919483" y="598414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TextBox 1498"/>
          <p:cNvSpPr txBox="1"/>
          <p:nvPr/>
        </p:nvSpPr>
        <p:spPr>
          <a:xfrm>
            <a:off x="377190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C53E1F"/>
                </a:solidFill>
                <a:latin typeface="Arial"/>
              </a:rPr>
              <a:t>26</a:t>
            </a:r>
          </a:p>
        </p:txBody>
      </p:sp>
      <p:cxnSp>
        <p:nvCxnSpPr>
          <p:cNvPr id="1500" name="Connector 1499"/>
          <p:cNvCxnSpPr/>
          <p:nvPr/>
        </p:nvCxnSpPr>
        <p:spPr>
          <a:xfrm flipV="1">
            <a:off x="4217670" y="1188720"/>
            <a:ext cx="0" cy="472170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1" name="Connector 1500"/>
          <p:cNvCxnSpPr/>
          <p:nvPr/>
        </p:nvCxnSpPr>
        <p:spPr>
          <a:xfrm>
            <a:off x="4173093" y="5910420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2" name="Connector 1501"/>
          <p:cNvCxnSpPr/>
          <p:nvPr/>
        </p:nvCxnSpPr>
        <p:spPr>
          <a:xfrm>
            <a:off x="4173093" y="1188720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3" name="Rectangle 1502"/>
          <p:cNvSpPr/>
          <p:nvPr/>
        </p:nvSpPr>
        <p:spPr>
          <a:xfrm>
            <a:off x="4128516" y="5425788"/>
            <a:ext cx="178308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04" name="Connector 1503"/>
          <p:cNvCxnSpPr/>
          <p:nvPr/>
        </p:nvCxnSpPr>
        <p:spPr>
          <a:xfrm>
            <a:off x="4128516" y="2933395"/>
            <a:ext cx="178308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5" name="Oval 1504"/>
          <p:cNvSpPr/>
          <p:nvPr/>
        </p:nvSpPr>
        <p:spPr>
          <a:xfrm>
            <a:off x="4162651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6" name="Oval 1505"/>
          <p:cNvSpPr/>
          <p:nvPr/>
        </p:nvSpPr>
        <p:spPr>
          <a:xfrm>
            <a:off x="4159170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7" name="Oval 1506"/>
          <p:cNvSpPr/>
          <p:nvPr/>
        </p:nvSpPr>
        <p:spPr>
          <a:xfrm>
            <a:off x="4234001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Oval 1507"/>
          <p:cNvSpPr/>
          <p:nvPr/>
        </p:nvSpPr>
        <p:spPr>
          <a:xfrm>
            <a:off x="4166952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9" name="Oval 1508"/>
          <p:cNvSpPr/>
          <p:nvPr/>
        </p:nvSpPr>
        <p:spPr>
          <a:xfrm>
            <a:off x="4166862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0" name="Oval 1509"/>
          <p:cNvSpPr/>
          <p:nvPr/>
        </p:nvSpPr>
        <p:spPr>
          <a:xfrm>
            <a:off x="4228663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1" name="Oval 1510"/>
          <p:cNvSpPr/>
          <p:nvPr/>
        </p:nvSpPr>
        <p:spPr>
          <a:xfrm>
            <a:off x="4192348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Oval 1511"/>
          <p:cNvSpPr/>
          <p:nvPr/>
        </p:nvSpPr>
        <p:spPr>
          <a:xfrm>
            <a:off x="4166004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3" name="Oval 1512"/>
          <p:cNvSpPr/>
          <p:nvPr/>
        </p:nvSpPr>
        <p:spPr>
          <a:xfrm>
            <a:off x="4195741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4" name="Oval 1513"/>
          <p:cNvSpPr/>
          <p:nvPr/>
        </p:nvSpPr>
        <p:spPr>
          <a:xfrm>
            <a:off x="4194012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Oval 1514"/>
          <p:cNvSpPr/>
          <p:nvPr/>
        </p:nvSpPr>
        <p:spPr>
          <a:xfrm>
            <a:off x="4234531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6" name="Oval 1515"/>
          <p:cNvSpPr/>
          <p:nvPr/>
        </p:nvSpPr>
        <p:spPr>
          <a:xfrm>
            <a:off x="4197665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7" name="Oval 1516"/>
          <p:cNvSpPr/>
          <p:nvPr/>
        </p:nvSpPr>
        <p:spPr>
          <a:xfrm>
            <a:off x="4168418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Oval 1517"/>
          <p:cNvSpPr/>
          <p:nvPr/>
        </p:nvSpPr>
        <p:spPr>
          <a:xfrm>
            <a:off x="4173263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9" name="Oval 1518"/>
          <p:cNvSpPr/>
          <p:nvPr/>
        </p:nvSpPr>
        <p:spPr>
          <a:xfrm>
            <a:off x="4233404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0" name="Oval 1519"/>
          <p:cNvSpPr/>
          <p:nvPr/>
        </p:nvSpPr>
        <p:spPr>
          <a:xfrm>
            <a:off x="4214646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Oval 1520"/>
          <p:cNvSpPr/>
          <p:nvPr/>
        </p:nvSpPr>
        <p:spPr>
          <a:xfrm>
            <a:off x="4239294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Oval 1521"/>
          <p:cNvSpPr/>
          <p:nvPr/>
        </p:nvSpPr>
        <p:spPr>
          <a:xfrm>
            <a:off x="4210271" y="139197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3" name="Oval 1522"/>
          <p:cNvSpPr/>
          <p:nvPr/>
        </p:nvSpPr>
        <p:spPr>
          <a:xfrm>
            <a:off x="4238090" y="159967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Oval 1523"/>
          <p:cNvSpPr/>
          <p:nvPr/>
        </p:nvSpPr>
        <p:spPr>
          <a:xfrm>
            <a:off x="4183440" y="159967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Oval 1524"/>
          <p:cNvSpPr/>
          <p:nvPr/>
        </p:nvSpPr>
        <p:spPr>
          <a:xfrm>
            <a:off x="4190057" y="164121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6" name="Oval 1525"/>
          <p:cNvSpPr/>
          <p:nvPr/>
        </p:nvSpPr>
        <p:spPr>
          <a:xfrm>
            <a:off x="4229183" y="173814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Oval 1526"/>
          <p:cNvSpPr/>
          <p:nvPr/>
        </p:nvSpPr>
        <p:spPr>
          <a:xfrm>
            <a:off x="4242420" y="182814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Oval 1527"/>
          <p:cNvSpPr/>
          <p:nvPr/>
        </p:nvSpPr>
        <p:spPr>
          <a:xfrm>
            <a:off x="4174447" y="184891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9" name="Oval 1528"/>
          <p:cNvSpPr/>
          <p:nvPr/>
        </p:nvSpPr>
        <p:spPr>
          <a:xfrm>
            <a:off x="4214262" y="186276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Oval 1529"/>
          <p:cNvSpPr/>
          <p:nvPr/>
        </p:nvSpPr>
        <p:spPr>
          <a:xfrm>
            <a:off x="4189659" y="21258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Oval 1530"/>
          <p:cNvSpPr/>
          <p:nvPr/>
        </p:nvSpPr>
        <p:spPr>
          <a:xfrm>
            <a:off x="4166851" y="216046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2" name="Oval 1531"/>
          <p:cNvSpPr/>
          <p:nvPr/>
        </p:nvSpPr>
        <p:spPr>
          <a:xfrm>
            <a:off x="4213930" y="216738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Oval 1532"/>
          <p:cNvSpPr/>
          <p:nvPr/>
        </p:nvSpPr>
        <p:spPr>
          <a:xfrm>
            <a:off x="4241446" y="220200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Oval 1533"/>
          <p:cNvSpPr/>
          <p:nvPr/>
        </p:nvSpPr>
        <p:spPr>
          <a:xfrm>
            <a:off x="4224708" y="224354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5" name="Oval 1534"/>
          <p:cNvSpPr/>
          <p:nvPr/>
        </p:nvSpPr>
        <p:spPr>
          <a:xfrm>
            <a:off x="4208622" y="225046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Oval 1535"/>
          <p:cNvSpPr/>
          <p:nvPr/>
        </p:nvSpPr>
        <p:spPr>
          <a:xfrm>
            <a:off x="4240982" y="23197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Oval 1536"/>
          <p:cNvSpPr/>
          <p:nvPr/>
        </p:nvSpPr>
        <p:spPr>
          <a:xfrm>
            <a:off x="4238754" y="23335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" name="Oval 1537"/>
          <p:cNvSpPr/>
          <p:nvPr/>
        </p:nvSpPr>
        <p:spPr>
          <a:xfrm>
            <a:off x="4166457" y="23473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Oval 1538"/>
          <p:cNvSpPr/>
          <p:nvPr/>
        </p:nvSpPr>
        <p:spPr>
          <a:xfrm>
            <a:off x="4206968" y="23473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Oval 1539"/>
          <p:cNvSpPr/>
          <p:nvPr/>
        </p:nvSpPr>
        <p:spPr>
          <a:xfrm>
            <a:off x="4169354" y="23543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1" name="Oval 1540"/>
          <p:cNvSpPr/>
          <p:nvPr/>
        </p:nvSpPr>
        <p:spPr>
          <a:xfrm>
            <a:off x="4199921" y="23543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2" name="Oval 1541"/>
          <p:cNvSpPr/>
          <p:nvPr/>
        </p:nvSpPr>
        <p:spPr>
          <a:xfrm>
            <a:off x="4231131" y="236124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Oval 1542"/>
          <p:cNvSpPr/>
          <p:nvPr/>
        </p:nvSpPr>
        <p:spPr>
          <a:xfrm>
            <a:off x="4174728" y="237508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4" name="Oval 1543"/>
          <p:cNvSpPr/>
          <p:nvPr/>
        </p:nvSpPr>
        <p:spPr>
          <a:xfrm>
            <a:off x="4233849" y="238201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5" name="Oval 1544"/>
          <p:cNvSpPr/>
          <p:nvPr/>
        </p:nvSpPr>
        <p:spPr>
          <a:xfrm>
            <a:off x="4222502" y="238201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Oval 1545"/>
          <p:cNvSpPr/>
          <p:nvPr/>
        </p:nvSpPr>
        <p:spPr>
          <a:xfrm>
            <a:off x="4203871" y="240278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7" name="Oval 1546"/>
          <p:cNvSpPr/>
          <p:nvPr/>
        </p:nvSpPr>
        <p:spPr>
          <a:xfrm>
            <a:off x="4230697" y="240278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8" name="Oval 1547"/>
          <p:cNvSpPr/>
          <p:nvPr/>
        </p:nvSpPr>
        <p:spPr>
          <a:xfrm>
            <a:off x="4189792" y="241662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Oval 1548"/>
          <p:cNvSpPr/>
          <p:nvPr/>
        </p:nvSpPr>
        <p:spPr>
          <a:xfrm>
            <a:off x="4210425" y="243739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0" name="Oval 1549"/>
          <p:cNvSpPr/>
          <p:nvPr/>
        </p:nvSpPr>
        <p:spPr>
          <a:xfrm>
            <a:off x="4223910" y="244432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1" name="Oval 1550"/>
          <p:cNvSpPr/>
          <p:nvPr/>
        </p:nvSpPr>
        <p:spPr>
          <a:xfrm>
            <a:off x="4229289" y="245816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Oval 1551"/>
          <p:cNvSpPr/>
          <p:nvPr/>
        </p:nvSpPr>
        <p:spPr>
          <a:xfrm>
            <a:off x="4199186" y="247893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3" name="Oval 1552"/>
          <p:cNvSpPr/>
          <p:nvPr/>
        </p:nvSpPr>
        <p:spPr>
          <a:xfrm>
            <a:off x="4155562" y="25066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4" name="Oval 1553"/>
          <p:cNvSpPr/>
          <p:nvPr/>
        </p:nvSpPr>
        <p:spPr>
          <a:xfrm>
            <a:off x="4194466" y="25274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Oval 1554"/>
          <p:cNvSpPr/>
          <p:nvPr/>
        </p:nvSpPr>
        <p:spPr>
          <a:xfrm>
            <a:off x="4174935" y="25274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6" name="Oval 1555"/>
          <p:cNvSpPr/>
          <p:nvPr/>
        </p:nvSpPr>
        <p:spPr>
          <a:xfrm>
            <a:off x="4176536" y="254124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7" name="Oval 1556"/>
          <p:cNvSpPr/>
          <p:nvPr/>
        </p:nvSpPr>
        <p:spPr>
          <a:xfrm>
            <a:off x="4210914" y="25550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Oval 1557"/>
          <p:cNvSpPr/>
          <p:nvPr/>
        </p:nvSpPr>
        <p:spPr>
          <a:xfrm>
            <a:off x="4199687" y="25550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9" name="Oval 1558"/>
          <p:cNvSpPr/>
          <p:nvPr/>
        </p:nvSpPr>
        <p:spPr>
          <a:xfrm>
            <a:off x="4198417" y="257586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0" name="Oval 1559"/>
          <p:cNvSpPr/>
          <p:nvPr/>
        </p:nvSpPr>
        <p:spPr>
          <a:xfrm>
            <a:off x="4169691" y="257586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Oval 1560"/>
          <p:cNvSpPr/>
          <p:nvPr/>
        </p:nvSpPr>
        <p:spPr>
          <a:xfrm>
            <a:off x="4167974" y="257586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2" name="Oval 1561"/>
          <p:cNvSpPr/>
          <p:nvPr/>
        </p:nvSpPr>
        <p:spPr>
          <a:xfrm>
            <a:off x="4208213" y="258278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3" name="Oval 1562"/>
          <p:cNvSpPr/>
          <p:nvPr/>
        </p:nvSpPr>
        <p:spPr>
          <a:xfrm>
            <a:off x="4242956" y="259663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4" name="Oval 1563"/>
          <p:cNvSpPr/>
          <p:nvPr/>
        </p:nvSpPr>
        <p:spPr>
          <a:xfrm>
            <a:off x="4188898" y="261048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Oval 1564"/>
          <p:cNvSpPr/>
          <p:nvPr/>
        </p:nvSpPr>
        <p:spPr>
          <a:xfrm>
            <a:off x="4219236" y="263125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6" name="Oval 1565"/>
          <p:cNvSpPr/>
          <p:nvPr/>
        </p:nvSpPr>
        <p:spPr>
          <a:xfrm>
            <a:off x="4239847" y="263817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7" name="Oval 1566"/>
          <p:cNvSpPr/>
          <p:nvPr/>
        </p:nvSpPr>
        <p:spPr>
          <a:xfrm>
            <a:off x="4177387" y="264509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Oval 1567"/>
          <p:cNvSpPr/>
          <p:nvPr/>
        </p:nvSpPr>
        <p:spPr>
          <a:xfrm>
            <a:off x="4236079" y="264509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9" name="Oval 1568"/>
          <p:cNvSpPr/>
          <p:nvPr/>
        </p:nvSpPr>
        <p:spPr>
          <a:xfrm>
            <a:off x="4190254" y="267971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0" name="Oval 1569"/>
          <p:cNvSpPr/>
          <p:nvPr/>
        </p:nvSpPr>
        <p:spPr>
          <a:xfrm>
            <a:off x="4217417" y="270048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Oval 1570"/>
          <p:cNvSpPr/>
          <p:nvPr/>
        </p:nvSpPr>
        <p:spPr>
          <a:xfrm>
            <a:off x="4183056" y="270048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2" name="Oval 1571"/>
          <p:cNvSpPr/>
          <p:nvPr/>
        </p:nvSpPr>
        <p:spPr>
          <a:xfrm>
            <a:off x="4180718" y="270740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3" name="Oval 1572"/>
          <p:cNvSpPr/>
          <p:nvPr/>
        </p:nvSpPr>
        <p:spPr>
          <a:xfrm>
            <a:off x="4217920" y="270740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Oval 1573"/>
          <p:cNvSpPr/>
          <p:nvPr/>
        </p:nvSpPr>
        <p:spPr>
          <a:xfrm>
            <a:off x="4154995" y="272125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5" name="Oval 1574"/>
          <p:cNvSpPr/>
          <p:nvPr/>
        </p:nvSpPr>
        <p:spPr>
          <a:xfrm>
            <a:off x="4213617" y="273510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6" name="Oval 1575"/>
          <p:cNvSpPr/>
          <p:nvPr/>
        </p:nvSpPr>
        <p:spPr>
          <a:xfrm>
            <a:off x="4190189" y="276279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Oval 1576"/>
          <p:cNvSpPr/>
          <p:nvPr/>
        </p:nvSpPr>
        <p:spPr>
          <a:xfrm>
            <a:off x="4155181" y="276971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8" name="Oval 1577"/>
          <p:cNvSpPr/>
          <p:nvPr/>
        </p:nvSpPr>
        <p:spPr>
          <a:xfrm>
            <a:off x="4157889" y="277664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9" name="Oval 1578"/>
          <p:cNvSpPr/>
          <p:nvPr/>
        </p:nvSpPr>
        <p:spPr>
          <a:xfrm>
            <a:off x="4236601" y="278356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Oval 1579"/>
          <p:cNvSpPr/>
          <p:nvPr/>
        </p:nvSpPr>
        <p:spPr>
          <a:xfrm>
            <a:off x="4182350" y="278356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1" name="Oval 1580"/>
          <p:cNvSpPr/>
          <p:nvPr/>
        </p:nvSpPr>
        <p:spPr>
          <a:xfrm>
            <a:off x="4164396" y="278356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2" name="Oval 1581"/>
          <p:cNvSpPr/>
          <p:nvPr/>
        </p:nvSpPr>
        <p:spPr>
          <a:xfrm>
            <a:off x="4165489" y="280433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Oval 1582"/>
          <p:cNvSpPr/>
          <p:nvPr/>
        </p:nvSpPr>
        <p:spPr>
          <a:xfrm>
            <a:off x="4165854" y="282510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4" name="Oval 1583"/>
          <p:cNvSpPr/>
          <p:nvPr/>
        </p:nvSpPr>
        <p:spPr>
          <a:xfrm>
            <a:off x="4192294" y="282510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5" name="Oval 1584"/>
          <p:cNvSpPr/>
          <p:nvPr/>
        </p:nvSpPr>
        <p:spPr>
          <a:xfrm>
            <a:off x="4164703" y="283895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Oval 1585"/>
          <p:cNvSpPr/>
          <p:nvPr/>
        </p:nvSpPr>
        <p:spPr>
          <a:xfrm>
            <a:off x="4189599" y="284587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7" name="Oval 1586"/>
          <p:cNvSpPr/>
          <p:nvPr/>
        </p:nvSpPr>
        <p:spPr>
          <a:xfrm>
            <a:off x="4183005" y="284587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8" name="Oval 1587"/>
          <p:cNvSpPr/>
          <p:nvPr/>
        </p:nvSpPr>
        <p:spPr>
          <a:xfrm>
            <a:off x="4182522" y="284587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Oval 1588"/>
          <p:cNvSpPr/>
          <p:nvPr/>
        </p:nvSpPr>
        <p:spPr>
          <a:xfrm>
            <a:off x="4209679" y="284587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0" name="Oval 1589"/>
          <p:cNvSpPr/>
          <p:nvPr/>
        </p:nvSpPr>
        <p:spPr>
          <a:xfrm>
            <a:off x="4179775" y="285279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1" name="Oval 1590"/>
          <p:cNvSpPr/>
          <p:nvPr/>
        </p:nvSpPr>
        <p:spPr>
          <a:xfrm>
            <a:off x="4234929" y="286664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Oval 1591"/>
          <p:cNvSpPr/>
          <p:nvPr/>
        </p:nvSpPr>
        <p:spPr>
          <a:xfrm>
            <a:off x="4226629" y="287356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3" name="Oval 1592"/>
          <p:cNvSpPr/>
          <p:nvPr/>
        </p:nvSpPr>
        <p:spPr>
          <a:xfrm>
            <a:off x="4212101" y="288049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4" name="Oval 1593"/>
          <p:cNvSpPr/>
          <p:nvPr/>
        </p:nvSpPr>
        <p:spPr>
          <a:xfrm>
            <a:off x="4159974" y="288741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Oval 1594"/>
          <p:cNvSpPr/>
          <p:nvPr/>
        </p:nvSpPr>
        <p:spPr>
          <a:xfrm>
            <a:off x="4225164" y="291510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6" name="Oval 1595"/>
          <p:cNvSpPr/>
          <p:nvPr/>
        </p:nvSpPr>
        <p:spPr>
          <a:xfrm>
            <a:off x="4183255" y="292203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7" name="Oval 1596"/>
          <p:cNvSpPr/>
          <p:nvPr/>
        </p:nvSpPr>
        <p:spPr>
          <a:xfrm>
            <a:off x="4155255" y="292895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Oval 1597"/>
          <p:cNvSpPr/>
          <p:nvPr/>
        </p:nvSpPr>
        <p:spPr>
          <a:xfrm>
            <a:off x="4232542" y="294280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9" name="Oval 1598"/>
          <p:cNvSpPr/>
          <p:nvPr/>
        </p:nvSpPr>
        <p:spPr>
          <a:xfrm>
            <a:off x="4169370" y="295664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0" name="Oval 1599"/>
          <p:cNvSpPr/>
          <p:nvPr/>
        </p:nvSpPr>
        <p:spPr>
          <a:xfrm>
            <a:off x="4156894" y="297741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Oval 1600"/>
          <p:cNvSpPr/>
          <p:nvPr/>
        </p:nvSpPr>
        <p:spPr>
          <a:xfrm>
            <a:off x="4164639" y="300511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2" name="Oval 1601"/>
          <p:cNvSpPr/>
          <p:nvPr/>
        </p:nvSpPr>
        <p:spPr>
          <a:xfrm>
            <a:off x="4232595" y="301895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3" name="Oval 1602"/>
          <p:cNvSpPr/>
          <p:nvPr/>
        </p:nvSpPr>
        <p:spPr>
          <a:xfrm>
            <a:off x="4163602" y="302588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Oval 1603"/>
          <p:cNvSpPr/>
          <p:nvPr/>
        </p:nvSpPr>
        <p:spPr>
          <a:xfrm>
            <a:off x="4155995" y="303972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5" name="Oval 1604"/>
          <p:cNvSpPr/>
          <p:nvPr/>
        </p:nvSpPr>
        <p:spPr>
          <a:xfrm>
            <a:off x="4169896" y="310896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6" name="Oval 1605"/>
          <p:cNvSpPr/>
          <p:nvPr/>
        </p:nvSpPr>
        <p:spPr>
          <a:xfrm>
            <a:off x="4186168" y="311588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Oval 1606"/>
          <p:cNvSpPr/>
          <p:nvPr/>
        </p:nvSpPr>
        <p:spPr>
          <a:xfrm>
            <a:off x="4224992" y="312973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8" name="Oval 1607"/>
          <p:cNvSpPr/>
          <p:nvPr/>
        </p:nvSpPr>
        <p:spPr>
          <a:xfrm>
            <a:off x="4173946" y="312973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9" name="Oval 1608"/>
          <p:cNvSpPr/>
          <p:nvPr/>
        </p:nvSpPr>
        <p:spPr>
          <a:xfrm>
            <a:off x="4169621" y="315742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Oval 1609"/>
          <p:cNvSpPr/>
          <p:nvPr/>
        </p:nvSpPr>
        <p:spPr>
          <a:xfrm>
            <a:off x="4203836" y="319204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1" name="Oval 1610"/>
          <p:cNvSpPr/>
          <p:nvPr/>
        </p:nvSpPr>
        <p:spPr>
          <a:xfrm>
            <a:off x="4157354" y="321973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2" name="Oval 1611"/>
          <p:cNvSpPr/>
          <p:nvPr/>
        </p:nvSpPr>
        <p:spPr>
          <a:xfrm>
            <a:off x="4185794" y="32266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3" name="Oval 1612"/>
          <p:cNvSpPr/>
          <p:nvPr/>
        </p:nvSpPr>
        <p:spPr>
          <a:xfrm>
            <a:off x="4227624" y="328896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4" name="Oval 1613"/>
          <p:cNvSpPr/>
          <p:nvPr/>
        </p:nvSpPr>
        <p:spPr>
          <a:xfrm>
            <a:off x="4203414" y="329588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5" name="Oval 1614"/>
          <p:cNvSpPr/>
          <p:nvPr/>
        </p:nvSpPr>
        <p:spPr>
          <a:xfrm>
            <a:off x="4216987" y="34412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Oval 1615"/>
          <p:cNvSpPr/>
          <p:nvPr/>
        </p:nvSpPr>
        <p:spPr>
          <a:xfrm>
            <a:off x="4186304" y="357282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7" name="Oval 1616"/>
          <p:cNvSpPr/>
          <p:nvPr/>
        </p:nvSpPr>
        <p:spPr>
          <a:xfrm>
            <a:off x="4183300" y="362128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8" name="Oval 1617"/>
          <p:cNvSpPr/>
          <p:nvPr/>
        </p:nvSpPr>
        <p:spPr>
          <a:xfrm>
            <a:off x="4233029" y="393975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Oval 1618"/>
          <p:cNvSpPr/>
          <p:nvPr/>
        </p:nvSpPr>
        <p:spPr>
          <a:xfrm>
            <a:off x="4163596" y="463208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0" name="Oval 1619"/>
          <p:cNvSpPr/>
          <p:nvPr/>
        </p:nvSpPr>
        <p:spPr>
          <a:xfrm>
            <a:off x="4190569" y="468747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1" name="Oval 1620"/>
          <p:cNvSpPr/>
          <p:nvPr/>
        </p:nvSpPr>
        <p:spPr>
          <a:xfrm>
            <a:off x="4219752" y="472209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Oval 1621"/>
          <p:cNvSpPr/>
          <p:nvPr/>
        </p:nvSpPr>
        <p:spPr>
          <a:xfrm>
            <a:off x="4181674" y="484671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3" name="Oval 1622"/>
          <p:cNvSpPr/>
          <p:nvPr/>
        </p:nvSpPr>
        <p:spPr>
          <a:xfrm>
            <a:off x="4215358" y="498517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4" name="Oval 1623"/>
          <p:cNvSpPr/>
          <p:nvPr/>
        </p:nvSpPr>
        <p:spPr>
          <a:xfrm>
            <a:off x="4170188" y="508210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Oval 1624"/>
          <p:cNvSpPr/>
          <p:nvPr/>
        </p:nvSpPr>
        <p:spPr>
          <a:xfrm>
            <a:off x="4232345" y="513056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6" name="Oval 1625"/>
          <p:cNvSpPr/>
          <p:nvPr/>
        </p:nvSpPr>
        <p:spPr>
          <a:xfrm>
            <a:off x="4225274" y="513749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7" name="Oval 1626"/>
          <p:cNvSpPr/>
          <p:nvPr/>
        </p:nvSpPr>
        <p:spPr>
          <a:xfrm>
            <a:off x="4239562" y="517210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Oval 1627"/>
          <p:cNvSpPr/>
          <p:nvPr/>
        </p:nvSpPr>
        <p:spPr>
          <a:xfrm>
            <a:off x="4224910" y="518595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9" name="Oval 1628"/>
          <p:cNvSpPr/>
          <p:nvPr/>
        </p:nvSpPr>
        <p:spPr>
          <a:xfrm>
            <a:off x="4227414" y="518595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0" name="Oval 1629"/>
          <p:cNvSpPr/>
          <p:nvPr/>
        </p:nvSpPr>
        <p:spPr>
          <a:xfrm>
            <a:off x="4230880" y="521364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Oval 1630"/>
          <p:cNvSpPr/>
          <p:nvPr/>
        </p:nvSpPr>
        <p:spPr>
          <a:xfrm>
            <a:off x="4201622" y="523441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2" name="Oval 1631"/>
          <p:cNvSpPr/>
          <p:nvPr/>
        </p:nvSpPr>
        <p:spPr>
          <a:xfrm>
            <a:off x="4230455" y="524826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3" name="Oval 1632"/>
          <p:cNvSpPr/>
          <p:nvPr/>
        </p:nvSpPr>
        <p:spPr>
          <a:xfrm>
            <a:off x="4170087" y="527595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Oval 1633"/>
          <p:cNvSpPr/>
          <p:nvPr/>
        </p:nvSpPr>
        <p:spPr>
          <a:xfrm>
            <a:off x="4192209" y="528980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5" name="Oval 1634"/>
          <p:cNvSpPr/>
          <p:nvPr/>
        </p:nvSpPr>
        <p:spPr>
          <a:xfrm>
            <a:off x="4230760" y="531057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6" name="Oval 1635"/>
          <p:cNvSpPr/>
          <p:nvPr/>
        </p:nvSpPr>
        <p:spPr>
          <a:xfrm>
            <a:off x="4243892" y="534519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Oval 1636"/>
          <p:cNvSpPr/>
          <p:nvPr/>
        </p:nvSpPr>
        <p:spPr>
          <a:xfrm>
            <a:off x="4209312" y="537288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8" name="Oval 1637"/>
          <p:cNvSpPr/>
          <p:nvPr/>
        </p:nvSpPr>
        <p:spPr>
          <a:xfrm>
            <a:off x="4184456" y="537288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9" name="Oval 1638"/>
          <p:cNvSpPr/>
          <p:nvPr/>
        </p:nvSpPr>
        <p:spPr>
          <a:xfrm>
            <a:off x="4223986" y="537980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Oval 1639"/>
          <p:cNvSpPr/>
          <p:nvPr/>
        </p:nvSpPr>
        <p:spPr>
          <a:xfrm>
            <a:off x="4241290" y="540750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1" name="Oval 1640"/>
          <p:cNvSpPr/>
          <p:nvPr/>
        </p:nvSpPr>
        <p:spPr>
          <a:xfrm>
            <a:off x="4158130" y="540750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2" name="Oval 1641"/>
          <p:cNvSpPr/>
          <p:nvPr/>
        </p:nvSpPr>
        <p:spPr>
          <a:xfrm>
            <a:off x="4191918" y="541442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Oval 1642"/>
          <p:cNvSpPr/>
          <p:nvPr/>
        </p:nvSpPr>
        <p:spPr>
          <a:xfrm>
            <a:off x="4156245" y="542134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4" name="Oval 1643"/>
          <p:cNvSpPr/>
          <p:nvPr/>
        </p:nvSpPr>
        <p:spPr>
          <a:xfrm>
            <a:off x="4164737" y="542827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5" name="Oval 1644"/>
          <p:cNvSpPr/>
          <p:nvPr/>
        </p:nvSpPr>
        <p:spPr>
          <a:xfrm>
            <a:off x="4207092" y="543519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Oval 1645"/>
          <p:cNvSpPr/>
          <p:nvPr/>
        </p:nvSpPr>
        <p:spPr>
          <a:xfrm>
            <a:off x="4226978" y="544211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7" name="Oval 1646"/>
          <p:cNvSpPr/>
          <p:nvPr/>
        </p:nvSpPr>
        <p:spPr>
          <a:xfrm>
            <a:off x="4171292" y="544904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8" name="Oval 1647"/>
          <p:cNvSpPr/>
          <p:nvPr/>
        </p:nvSpPr>
        <p:spPr>
          <a:xfrm>
            <a:off x="4222848" y="544904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Oval 1648"/>
          <p:cNvSpPr/>
          <p:nvPr/>
        </p:nvSpPr>
        <p:spPr>
          <a:xfrm>
            <a:off x="4235698" y="546981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0" name="Oval 1649"/>
          <p:cNvSpPr/>
          <p:nvPr/>
        </p:nvSpPr>
        <p:spPr>
          <a:xfrm>
            <a:off x="4168398" y="548365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1" name="Oval 1650"/>
          <p:cNvSpPr/>
          <p:nvPr/>
        </p:nvSpPr>
        <p:spPr>
          <a:xfrm>
            <a:off x="4165551" y="548365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Oval 1651"/>
          <p:cNvSpPr/>
          <p:nvPr/>
        </p:nvSpPr>
        <p:spPr>
          <a:xfrm>
            <a:off x="4168408" y="549750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3" name="Oval 1652"/>
          <p:cNvSpPr/>
          <p:nvPr/>
        </p:nvSpPr>
        <p:spPr>
          <a:xfrm>
            <a:off x="4191362" y="550442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4" name="Oval 1653"/>
          <p:cNvSpPr/>
          <p:nvPr/>
        </p:nvSpPr>
        <p:spPr>
          <a:xfrm>
            <a:off x="4222686" y="551135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Oval 1654"/>
          <p:cNvSpPr/>
          <p:nvPr/>
        </p:nvSpPr>
        <p:spPr>
          <a:xfrm>
            <a:off x="4243035" y="551827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6" name="Oval 1655"/>
          <p:cNvSpPr/>
          <p:nvPr/>
        </p:nvSpPr>
        <p:spPr>
          <a:xfrm>
            <a:off x="4221267" y="552519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7" name="Oval 1656"/>
          <p:cNvSpPr/>
          <p:nvPr/>
        </p:nvSpPr>
        <p:spPr>
          <a:xfrm>
            <a:off x="4155214" y="552519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Oval 1657"/>
          <p:cNvSpPr/>
          <p:nvPr/>
        </p:nvSpPr>
        <p:spPr>
          <a:xfrm>
            <a:off x="4198930" y="552519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9" name="Oval 1658"/>
          <p:cNvSpPr/>
          <p:nvPr/>
        </p:nvSpPr>
        <p:spPr>
          <a:xfrm>
            <a:off x="4230200" y="553212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0" name="Oval 1659"/>
          <p:cNvSpPr/>
          <p:nvPr/>
        </p:nvSpPr>
        <p:spPr>
          <a:xfrm>
            <a:off x="4199807" y="553212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Oval 1660"/>
          <p:cNvSpPr/>
          <p:nvPr/>
        </p:nvSpPr>
        <p:spPr>
          <a:xfrm>
            <a:off x="4190960" y="554596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Oval 1661"/>
          <p:cNvSpPr/>
          <p:nvPr/>
        </p:nvSpPr>
        <p:spPr>
          <a:xfrm>
            <a:off x="4167399" y="555289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3" name="Oval 1662"/>
          <p:cNvSpPr/>
          <p:nvPr/>
        </p:nvSpPr>
        <p:spPr>
          <a:xfrm>
            <a:off x="4227990" y="555981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Oval 1663"/>
          <p:cNvSpPr/>
          <p:nvPr/>
        </p:nvSpPr>
        <p:spPr>
          <a:xfrm>
            <a:off x="4219595" y="555981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Oval 1664"/>
          <p:cNvSpPr/>
          <p:nvPr/>
        </p:nvSpPr>
        <p:spPr>
          <a:xfrm>
            <a:off x="4204278" y="555981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6" name="Oval 1665"/>
          <p:cNvSpPr/>
          <p:nvPr/>
        </p:nvSpPr>
        <p:spPr>
          <a:xfrm>
            <a:off x="4212122" y="557366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Oval 1666"/>
          <p:cNvSpPr/>
          <p:nvPr/>
        </p:nvSpPr>
        <p:spPr>
          <a:xfrm>
            <a:off x="4199434" y="557366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Oval 1667"/>
          <p:cNvSpPr/>
          <p:nvPr/>
        </p:nvSpPr>
        <p:spPr>
          <a:xfrm>
            <a:off x="4229148" y="558750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9" name="Oval 1668"/>
          <p:cNvSpPr/>
          <p:nvPr/>
        </p:nvSpPr>
        <p:spPr>
          <a:xfrm>
            <a:off x="4161008" y="560135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Oval 1669"/>
          <p:cNvSpPr/>
          <p:nvPr/>
        </p:nvSpPr>
        <p:spPr>
          <a:xfrm>
            <a:off x="4230962" y="560135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Oval 1670"/>
          <p:cNvSpPr/>
          <p:nvPr/>
        </p:nvSpPr>
        <p:spPr>
          <a:xfrm>
            <a:off x="4191797" y="561520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2" name="Oval 1671"/>
          <p:cNvSpPr/>
          <p:nvPr/>
        </p:nvSpPr>
        <p:spPr>
          <a:xfrm>
            <a:off x="4211500" y="562212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3" name="Oval 1672"/>
          <p:cNvSpPr/>
          <p:nvPr/>
        </p:nvSpPr>
        <p:spPr>
          <a:xfrm>
            <a:off x="4174093" y="562904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Oval 1673"/>
          <p:cNvSpPr/>
          <p:nvPr/>
        </p:nvSpPr>
        <p:spPr>
          <a:xfrm>
            <a:off x="4203010" y="562904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5" name="Oval 1674"/>
          <p:cNvSpPr/>
          <p:nvPr/>
        </p:nvSpPr>
        <p:spPr>
          <a:xfrm>
            <a:off x="4237321" y="563597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6" name="Oval 1675"/>
          <p:cNvSpPr/>
          <p:nvPr/>
        </p:nvSpPr>
        <p:spPr>
          <a:xfrm>
            <a:off x="4195725" y="564289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Oval 1676"/>
          <p:cNvSpPr/>
          <p:nvPr/>
        </p:nvSpPr>
        <p:spPr>
          <a:xfrm>
            <a:off x="4170850" y="56498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8" name="Oval 1677"/>
          <p:cNvSpPr/>
          <p:nvPr/>
        </p:nvSpPr>
        <p:spPr>
          <a:xfrm>
            <a:off x="4233855" y="565674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9" name="Oval 1678"/>
          <p:cNvSpPr/>
          <p:nvPr/>
        </p:nvSpPr>
        <p:spPr>
          <a:xfrm>
            <a:off x="4220241" y="566366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Oval 1679"/>
          <p:cNvSpPr/>
          <p:nvPr/>
        </p:nvSpPr>
        <p:spPr>
          <a:xfrm>
            <a:off x="4209971" y="566366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1" name="Oval 1680"/>
          <p:cNvSpPr/>
          <p:nvPr/>
        </p:nvSpPr>
        <p:spPr>
          <a:xfrm>
            <a:off x="4159060" y="57398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2" name="Oval 1681"/>
          <p:cNvSpPr/>
          <p:nvPr/>
        </p:nvSpPr>
        <p:spPr>
          <a:xfrm>
            <a:off x="4189182" y="578828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Oval 1682"/>
          <p:cNvSpPr/>
          <p:nvPr/>
        </p:nvSpPr>
        <p:spPr>
          <a:xfrm>
            <a:off x="4234420" y="578828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4" name="Oval 1683"/>
          <p:cNvSpPr/>
          <p:nvPr/>
        </p:nvSpPr>
        <p:spPr>
          <a:xfrm>
            <a:off x="4163203" y="578828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5" name="Oval 1684"/>
          <p:cNvSpPr/>
          <p:nvPr/>
        </p:nvSpPr>
        <p:spPr>
          <a:xfrm>
            <a:off x="4200452" y="58921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TextBox 1685"/>
          <p:cNvSpPr txBox="1"/>
          <p:nvPr/>
        </p:nvSpPr>
        <p:spPr>
          <a:xfrm>
            <a:off x="406908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C53E1F"/>
                </a:solidFill>
                <a:latin typeface="Arial"/>
              </a:rPr>
              <a:t>33</a:t>
            </a:r>
          </a:p>
        </p:txBody>
      </p:sp>
      <p:cxnSp>
        <p:nvCxnSpPr>
          <p:cNvPr id="1687" name="Connector 1686"/>
          <p:cNvCxnSpPr/>
          <p:nvPr/>
        </p:nvCxnSpPr>
        <p:spPr>
          <a:xfrm flipV="1">
            <a:off x="4514850" y="5647334"/>
            <a:ext cx="0" cy="34750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8" name="Connector 1687"/>
          <p:cNvCxnSpPr/>
          <p:nvPr/>
        </p:nvCxnSpPr>
        <p:spPr>
          <a:xfrm>
            <a:off x="4470273" y="5994836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9" name="Connector 1688"/>
          <p:cNvCxnSpPr/>
          <p:nvPr/>
        </p:nvCxnSpPr>
        <p:spPr>
          <a:xfrm>
            <a:off x="4470273" y="5647334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0" name="Rectangle 1689"/>
          <p:cNvSpPr/>
          <p:nvPr/>
        </p:nvSpPr>
        <p:spPr>
          <a:xfrm>
            <a:off x="4425696" y="5981862"/>
            <a:ext cx="178308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91" name="Connector 1690"/>
          <p:cNvCxnSpPr/>
          <p:nvPr/>
        </p:nvCxnSpPr>
        <p:spPr>
          <a:xfrm>
            <a:off x="4425696" y="5910420"/>
            <a:ext cx="178308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2" name="Oval 1691"/>
          <p:cNvSpPr/>
          <p:nvPr/>
        </p:nvSpPr>
        <p:spPr>
          <a:xfrm>
            <a:off x="4500942" y="562904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3" name="Oval 1692"/>
          <p:cNvSpPr/>
          <p:nvPr/>
        </p:nvSpPr>
        <p:spPr>
          <a:xfrm>
            <a:off x="4477541" y="574674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4" name="Oval 1693"/>
          <p:cNvSpPr/>
          <p:nvPr/>
        </p:nvSpPr>
        <p:spPr>
          <a:xfrm>
            <a:off x="4514346" y="58921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Oval 1694"/>
          <p:cNvSpPr/>
          <p:nvPr/>
        </p:nvSpPr>
        <p:spPr>
          <a:xfrm>
            <a:off x="4525445" y="596357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6" name="Oval 1695"/>
          <p:cNvSpPr/>
          <p:nvPr/>
        </p:nvSpPr>
        <p:spPr>
          <a:xfrm>
            <a:off x="4518661" y="597654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7" name="TextBox 1696"/>
          <p:cNvSpPr txBox="1"/>
          <p:nvPr/>
        </p:nvSpPr>
        <p:spPr>
          <a:xfrm>
            <a:off x="436626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C53E1F"/>
                </a:solidFill>
                <a:latin typeface="Arial"/>
              </a:rPr>
              <a:t>34</a:t>
            </a:r>
          </a:p>
        </p:txBody>
      </p:sp>
      <p:cxnSp>
        <p:nvCxnSpPr>
          <p:cNvPr id="1698" name="Connector 1697"/>
          <p:cNvCxnSpPr/>
          <p:nvPr/>
        </p:nvCxnSpPr>
        <p:spPr>
          <a:xfrm flipV="1">
            <a:off x="4812030" y="5598871"/>
            <a:ext cx="0" cy="405859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9" name="Connector 1698"/>
          <p:cNvCxnSpPr/>
          <p:nvPr/>
        </p:nvCxnSpPr>
        <p:spPr>
          <a:xfrm>
            <a:off x="4767453" y="6004730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0" name="Connector 1699"/>
          <p:cNvCxnSpPr/>
          <p:nvPr/>
        </p:nvCxnSpPr>
        <p:spPr>
          <a:xfrm>
            <a:off x="4767453" y="5598871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1" name="Rectangle 1700"/>
          <p:cNvSpPr/>
          <p:nvPr/>
        </p:nvSpPr>
        <p:spPr>
          <a:xfrm>
            <a:off x="4722876" y="5972581"/>
            <a:ext cx="178308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02" name="Connector 1701"/>
          <p:cNvCxnSpPr/>
          <p:nvPr/>
        </p:nvCxnSpPr>
        <p:spPr>
          <a:xfrm>
            <a:off x="4722876" y="5945037"/>
            <a:ext cx="178308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3" name="Oval 1702"/>
          <p:cNvSpPr/>
          <p:nvPr/>
        </p:nvSpPr>
        <p:spPr>
          <a:xfrm>
            <a:off x="4764617" y="558058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Oval 1703"/>
          <p:cNvSpPr/>
          <p:nvPr/>
        </p:nvSpPr>
        <p:spPr>
          <a:xfrm>
            <a:off x="4790843" y="560827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5" name="Oval 1704"/>
          <p:cNvSpPr/>
          <p:nvPr/>
        </p:nvSpPr>
        <p:spPr>
          <a:xfrm>
            <a:off x="4761520" y="564289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6" name="Oval 1705"/>
          <p:cNvSpPr/>
          <p:nvPr/>
        </p:nvSpPr>
        <p:spPr>
          <a:xfrm>
            <a:off x="4779328" y="568443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7" name="Oval 1706"/>
          <p:cNvSpPr/>
          <p:nvPr/>
        </p:nvSpPr>
        <p:spPr>
          <a:xfrm>
            <a:off x="4765260" y="57190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Oval 1707"/>
          <p:cNvSpPr/>
          <p:nvPr/>
        </p:nvSpPr>
        <p:spPr>
          <a:xfrm>
            <a:off x="4834961" y="574674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9" name="Oval 1708"/>
          <p:cNvSpPr/>
          <p:nvPr/>
        </p:nvSpPr>
        <p:spPr>
          <a:xfrm>
            <a:off x="4831427" y="575366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0" name="Oval 1709"/>
          <p:cNvSpPr/>
          <p:nvPr/>
        </p:nvSpPr>
        <p:spPr>
          <a:xfrm>
            <a:off x="4766868" y="576058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Oval 1710"/>
          <p:cNvSpPr/>
          <p:nvPr/>
        </p:nvSpPr>
        <p:spPr>
          <a:xfrm>
            <a:off x="4774223" y="576751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2" name="Oval 1711"/>
          <p:cNvSpPr/>
          <p:nvPr/>
        </p:nvSpPr>
        <p:spPr>
          <a:xfrm>
            <a:off x="4756345" y="577443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3" name="Oval 1712"/>
          <p:cNvSpPr/>
          <p:nvPr/>
        </p:nvSpPr>
        <p:spPr>
          <a:xfrm>
            <a:off x="4808252" y="577443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Oval 1713"/>
          <p:cNvSpPr/>
          <p:nvPr/>
        </p:nvSpPr>
        <p:spPr>
          <a:xfrm>
            <a:off x="4816457" y="578135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5" name="Oval 1714"/>
          <p:cNvSpPr/>
          <p:nvPr/>
        </p:nvSpPr>
        <p:spPr>
          <a:xfrm>
            <a:off x="4780464" y="578135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6" name="Oval 1715"/>
          <p:cNvSpPr/>
          <p:nvPr/>
        </p:nvSpPr>
        <p:spPr>
          <a:xfrm>
            <a:off x="4789511" y="580905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Oval 1716"/>
          <p:cNvSpPr/>
          <p:nvPr/>
        </p:nvSpPr>
        <p:spPr>
          <a:xfrm>
            <a:off x="4808344" y="580905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8" name="Oval 1717"/>
          <p:cNvSpPr/>
          <p:nvPr/>
        </p:nvSpPr>
        <p:spPr>
          <a:xfrm>
            <a:off x="4828715" y="581597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9" name="Oval 1718"/>
          <p:cNvSpPr/>
          <p:nvPr/>
        </p:nvSpPr>
        <p:spPr>
          <a:xfrm>
            <a:off x="4753744" y="582982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Oval 1719"/>
          <p:cNvSpPr/>
          <p:nvPr/>
        </p:nvSpPr>
        <p:spPr>
          <a:xfrm>
            <a:off x="4815349" y="583674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1" name="Oval 1720"/>
          <p:cNvSpPr/>
          <p:nvPr/>
        </p:nvSpPr>
        <p:spPr>
          <a:xfrm>
            <a:off x="4824702" y="58575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2" name="Oval 1721"/>
          <p:cNvSpPr/>
          <p:nvPr/>
        </p:nvSpPr>
        <p:spPr>
          <a:xfrm>
            <a:off x="4807533" y="58575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Oval 1722"/>
          <p:cNvSpPr/>
          <p:nvPr/>
        </p:nvSpPr>
        <p:spPr>
          <a:xfrm>
            <a:off x="4783670" y="58575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4" name="Oval 1723"/>
          <p:cNvSpPr/>
          <p:nvPr/>
        </p:nvSpPr>
        <p:spPr>
          <a:xfrm>
            <a:off x="4774137" y="586443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5" name="Oval 1724"/>
          <p:cNvSpPr/>
          <p:nvPr/>
        </p:nvSpPr>
        <p:spPr>
          <a:xfrm>
            <a:off x="4804426" y="587828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Oval 1725"/>
          <p:cNvSpPr/>
          <p:nvPr/>
        </p:nvSpPr>
        <p:spPr>
          <a:xfrm>
            <a:off x="4784109" y="58921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7" name="Oval 1726"/>
          <p:cNvSpPr/>
          <p:nvPr/>
        </p:nvSpPr>
        <p:spPr>
          <a:xfrm>
            <a:off x="4788010" y="58921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8" name="Oval 1727"/>
          <p:cNvSpPr/>
          <p:nvPr/>
        </p:nvSpPr>
        <p:spPr>
          <a:xfrm>
            <a:off x="4785190" y="58990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Oval 1728"/>
          <p:cNvSpPr/>
          <p:nvPr/>
        </p:nvSpPr>
        <p:spPr>
          <a:xfrm>
            <a:off x="4776872" y="59059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0" name="Oval 1729"/>
          <p:cNvSpPr/>
          <p:nvPr/>
        </p:nvSpPr>
        <p:spPr>
          <a:xfrm>
            <a:off x="4764595" y="59059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1" name="Oval 1730"/>
          <p:cNvSpPr/>
          <p:nvPr/>
        </p:nvSpPr>
        <p:spPr>
          <a:xfrm>
            <a:off x="4796100" y="59059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Oval 1731"/>
          <p:cNvSpPr/>
          <p:nvPr/>
        </p:nvSpPr>
        <p:spPr>
          <a:xfrm>
            <a:off x="4788417" y="59129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3" name="Oval 1732"/>
          <p:cNvSpPr/>
          <p:nvPr/>
        </p:nvSpPr>
        <p:spPr>
          <a:xfrm>
            <a:off x="4799125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4" name="Oval 1733"/>
          <p:cNvSpPr/>
          <p:nvPr/>
        </p:nvSpPr>
        <p:spPr>
          <a:xfrm>
            <a:off x="4807578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Oval 1734"/>
          <p:cNvSpPr/>
          <p:nvPr/>
        </p:nvSpPr>
        <p:spPr>
          <a:xfrm>
            <a:off x="4767929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6" name="Oval 1735"/>
          <p:cNvSpPr/>
          <p:nvPr/>
        </p:nvSpPr>
        <p:spPr>
          <a:xfrm>
            <a:off x="4796072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7" name="Oval 1736"/>
          <p:cNvSpPr/>
          <p:nvPr/>
        </p:nvSpPr>
        <p:spPr>
          <a:xfrm>
            <a:off x="4818161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Oval 1737"/>
          <p:cNvSpPr/>
          <p:nvPr/>
        </p:nvSpPr>
        <p:spPr>
          <a:xfrm>
            <a:off x="4833948" y="59267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9" name="Oval 1738"/>
          <p:cNvSpPr/>
          <p:nvPr/>
        </p:nvSpPr>
        <p:spPr>
          <a:xfrm>
            <a:off x="4831209" y="59267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0" name="Oval 1739"/>
          <p:cNvSpPr/>
          <p:nvPr/>
        </p:nvSpPr>
        <p:spPr>
          <a:xfrm>
            <a:off x="4799472" y="59267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Oval 1740"/>
          <p:cNvSpPr/>
          <p:nvPr/>
        </p:nvSpPr>
        <p:spPr>
          <a:xfrm>
            <a:off x="4804818" y="59267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" name="Oval 1741"/>
          <p:cNvSpPr/>
          <p:nvPr/>
        </p:nvSpPr>
        <p:spPr>
          <a:xfrm>
            <a:off x="4778671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" name="Oval 1742"/>
          <p:cNvSpPr/>
          <p:nvPr/>
        </p:nvSpPr>
        <p:spPr>
          <a:xfrm>
            <a:off x="4764933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Oval 1743"/>
          <p:cNvSpPr/>
          <p:nvPr/>
        </p:nvSpPr>
        <p:spPr>
          <a:xfrm>
            <a:off x="4815958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" name="Oval 1744"/>
          <p:cNvSpPr/>
          <p:nvPr/>
        </p:nvSpPr>
        <p:spPr>
          <a:xfrm>
            <a:off x="4835824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" name="Oval 1745"/>
          <p:cNvSpPr/>
          <p:nvPr/>
        </p:nvSpPr>
        <p:spPr>
          <a:xfrm>
            <a:off x="4763114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Oval 1746"/>
          <p:cNvSpPr/>
          <p:nvPr/>
        </p:nvSpPr>
        <p:spPr>
          <a:xfrm>
            <a:off x="4775810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" name="Oval 1747"/>
          <p:cNvSpPr/>
          <p:nvPr/>
        </p:nvSpPr>
        <p:spPr>
          <a:xfrm>
            <a:off x="4775269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" name="Oval 1748"/>
          <p:cNvSpPr/>
          <p:nvPr/>
        </p:nvSpPr>
        <p:spPr>
          <a:xfrm>
            <a:off x="4814768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" name="Oval 1749"/>
          <p:cNvSpPr/>
          <p:nvPr/>
        </p:nvSpPr>
        <p:spPr>
          <a:xfrm>
            <a:off x="4821424" y="59475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" name="Oval 1750"/>
          <p:cNvSpPr/>
          <p:nvPr/>
        </p:nvSpPr>
        <p:spPr>
          <a:xfrm>
            <a:off x="4798012" y="59475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2" name="Oval 1751"/>
          <p:cNvSpPr/>
          <p:nvPr/>
        </p:nvSpPr>
        <p:spPr>
          <a:xfrm>
            <a:off x="4816088" y="59475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3" name="Oval 1752"/>
          <p:cNvSpPr/>
          <p:nvPr/>
        </p:nvSpPr>
        <p:spPr>
          <a:xfrm>
            <a:off x="4821881" y="595064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Oval 1753"/>
          <p:cNvSpPr/>
          <p:nvPr/>
        </p:nvSpPr>
        <p:spPr>
          <a:xfrm>
            <a:off x="4819161" y="595069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" name="Oval 1754"/>
          <p:cNvSpPr/>
          <p:nvPr/>
        </p:nvSpPr>
        <p:spPr>
          <a:xfrm>
            <a:off x="4837172" y="595194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6" name="Oval 1755"/>
          <p:cNvSpPr/>
          <p:nvPr/>
        </p:nvSpPr>
        <p:spPr>
          <a:xfrm>
            <a:off x="4751691" y="595194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Oval 1756"/>
          <p:cNvSpPr/>
          <p:nvPr/>
        </p:nvSpPr>
        <p:spPr>
          <a:xfrm>
            <a:off x="4821910" y="595251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8" name="Oval 1757"/>
          <p:cNvSpPr/>
          <p:nvPr/>
        </p:nvSpPr>
        <p:spPr>
          <a:xfrm>
            <a:off x="4790879" y="595420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9" name="Oval 1758"/>
          <p:cNvSpPr/>
          <p:nvPr/>
        </p:nvSpPr>
        <p:spPr>
          <a:xfrm>
            <a:off x="4836272" y="595438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Oval 1759"/>
          <p:cNvSpPr/>
          <p:nvPr/>
        </p:nvSpPr>
        <p:spPr>
          <a:xfrm>
            <a:off x="4790658" y="596155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1" name="Oval 1760"/>
          <p:cNvSpPr/>
          <p:nvPr/>
        </p:nvSpPr>
        <p:spPr>
          <a:xfrm>
            <a:off x="4830395" y="596232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2" name="Oval 1761"/>
          <p:cNvSpPr/>
          <p:nvPr/>
        </p:nvSpPr>
        <p:spPr>
          <a:xfrm>
            <a:off x="4764774" y="596357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Oval 1762"/>
          <p:cNvSpPr/>
          <p:nvPr/>
        </p:nvSpPr>
        <p:spPr>
          <a:xfrm>
            <a:off x="4818771" y="596398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4" name="Oval 1763"/>
          <p:cNvSpPr/>
          <p:nvPr/>
        </p:nvSpPr>
        <p:spPr>
          <a:xfrm>
            <a:off x="4816369" y="596586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5" name="Oval 1764"/>
          <p:cNvSpPr/>
          <p:nvPr/>
        </p:nvSpPr>
        <p:spPr>
          <a:xfrm>
            <a:off x="4824395" y="596740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Oval 1765"/>
          <p:cNvSpPr/>
          <p:nvPr/>
        </p:nvSpPr>
        <p:spPr>
          <a:xfrm>
            <a:off x="4778735" y="596785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7" name="Oval 1766"/>
          <p:cNvSpPr/>
          <p:nvPr/>
        </p:nvSpPr>
        <p:spPr>
          <a:xfrm>
            <a:off x="4784968" y="596871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8" name="Oval 1767"/>
          <p:cNvSpPr/>
          <p:nvPr/>
        </p:nvSpPr>
        <p:spPr>
          <a:xfrm>
            <a:off x="4754561" y="597049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Oval 1768"/>
          <p:cNvSpPr/>
          <p:nvPr/>
        </p:nvSpPr>
        <p:spPr>
          <a:xfrm>
            <a:off x="4799750" y="597177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0" name="Oval 1769"/>
          <p:cNvSpPr/>
          <p:nvPr/>
        </p:nvSpPr>
        <p:spPr>
          <a:xfrm>
            <a:off x="4764215" y="597230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1" name="Oval 1770"/>
          <p:cNvSpPr/>
          <p:nvPr/>
        </p:nvSpPr>
        <p:spPr>
          <a:xfrm>
            <a:off x="4832018" y="597705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Oval 1771"/>
          <p:cNvSpPr/>
          <p:nvPr/>
        </p:nvSpPr>
        <p:spPr>
          <a:xfrm>
            <a:off x="4760211" y="598091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3" name="Oval 1772"/>
          <p:cNvSpPr/>
          <p:nvPr/>
        </p:nvSpPr>
        <p:spPr>
          <a:xfrm>
            <a:off x="4773274" y="598253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4" name="Oval 1773"/>
          <p:cNvSpPr/>
          <p:nvPr/>
        </p:nvSpPr>
        <p:spPr>
          <a:xfrm>
            <a:off x="4791070" y="598285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Oval 1774"/>
          <p:cNvSpPr/>
          <p:nvPr/>
        </p:nvSpPr>
        <p:spPr>
          <a:xfrm>
            <a:off x="4792623" y="59842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6" name="Oval 1775"/>
          <p:cNvSpPr/>
          <p:nvPr/>
        </p:nvSpPr>
        <p:spPr>
          <a:xfrm>
            <a:off x="4775317" y="59862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7" name="Oval 1776"/>
          <p:cNvSpPr/>
          <p:nvPr/>
        </p:nvSpPr>
        <p:spPr>
          <a:xfrm>
            <a:off x="4779657" y="598644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TextBox 1777"/>
          <p:cNvSpPr txBox="1"/>
          <p:nvPr/>
        </p:nvSpPr>
        <p:spPr>
          <a:xfrm>
            <a:off x="466344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C53E1F"/>
                </a:solidFill>
                <a:latin typeface="Arial"/>
              </a:rPr>
              <a:t>10</a:t>
            </a:r>
          </a:p>
        </p:txBody>
      </p:sp>
      <p:cxnSp>
        <p:nvCxnSpPr>
          <p:cNvPr id="1779" name="Connector 1778"/>
          <p:cNvCxnSpPr/>
          <p:nvPr/>
        </p:nvCxnSpPr>
        <p:spPr>
          <a:xfrm flipV="1">
            <a:off x="5109210" y="5709644"/>
            <a:ext cx="0" cy="305644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0" name="Connector 1779"/>
          <p:cNvCxnSpPr/>
          <p:nvPr/>
        </p:nvCxnSpPr>
        <p:spPr>
          <a:xfrm>
            <a:off x="5064633" y="6015288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1" name="Connector 1780"/>
          <p:cNvCxnSpPr/>
          <p:nvPr/>
        </p:nvCxnSpPr>
        <p:spPr>
          <a:xfrm>
            <a:off x="5064633" y="5709644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2" name="Rectangle 1781"/>
          <p:cNvSpPr/>
          <p:nvPr/>
        </p:nvSpPr>
        <p:spPr>
          <a:xfrm>
            <a:off x="5020056" y="5973056"/>
            <a:ext cx="178308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83" name="Connector 1782"/>
          <p:cNvCxnSpPr/>
          <p:nvPr/>
        </p:nvCxnSpPr>
        <p:spPr>
          <a:xfrm>
            <a:off x="5020056" y="5951960"/>
            <a:ext cx="178308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84" name="Oval 1783"/>
          <p:cNvSpPr/>
          <p:nvPr/>
        </p:nvSpPr>
        <p:spPr>
          <a:xfrm>
            <a:off x="5059343" y="56913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Oval 1784"/>
          <p:cNvSpPr/>
          <p:nvPr/>
        </p:nvSpPr>
        <p:spPr>
          <a:xfrm>
            <a:off x="5123777" y="580905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6" name="Oval 1785"/>
          <p:cNvSpPr/>
          <p:nvPr/>
        </p:nvSpPr>
        <p:spPr>
          <a:xfrm>
            <a:off x="5052119" y="580905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7" name="Oval 1786"/>
          <p:cNvSpPr/>
          <p:nvPr/>
        </p:nvSpPr>
        <p:spPr>
          <a:xfrm>
            <a:off x="5120071" y="584366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Oval 1787"/>
          <p:cNvSpPr/>
          <p:nvPr/>
        </p:nvSpPr>
        <p:spPr>
          <a:xfrm>
            <a:off x="5088694" y="584366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9" name="Oval 1788"/>
          <p:cNvSpPr/>
          <p:nvPr/>
        </p:nvSpPr>
        <p:spPr>
          <a:xfrm>
            <a:off x="5113818" y="584366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0" name="Oval 1789"/>
          <p:cNvSpPr/>
          <p:nvPr/>
        </p:nvSpPr>
        <p:spPr>
          <a:xfrm>
            <a:off x="5078861" y="586443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Oval 1790"/>
          <p:cNvSpPr/>
          <p:nvPr/>
        </p:nvSpPr>
        <p:spPr>
          <a:xfrm>
            <a:off x="5110813" y="587136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2" name="Oval 1791"/>
          <p:cNvSpPr/>
          <p:nvPr/>
        </p:nvSpPr>
        <p:spPr>
          <a:xfrm>
            <a:off x="5050871" y="587136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3" name="Oval 1792"/>
          <p:cNvSpPr/>
          <p:nvPr/>
        </p:nvSpPr>
        <p:spPr>
          <a:xfrm>
            <a:off x="5115358" y="587828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Oval 1793"/>
          <p:cNvSpPr/>
          <p:nvPr/>
        </p:nvSpPr>
        <p:spPr>
          <a:xfrm>
            <a:off x="5124423" y="587828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5" name="Oval 1794"/>
          <p:cNvSpPr/>
          <p:nvPr/>
        </p:nvSpPr>
        <p:spPr>
          <a:xfrm>
            <a:off x="5061528" y="588520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6" name="Oval 1795"/>
          <p:cNvSpPr/>
          <p:nvPr/>
        </p:nvSpPr>
        <p:spPr>
          <a:xfrm>
            <a:off x="5090055" y="58921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Oval 1796"/>
          <p:cNvSpPr/>
          <p:nvPr/>
        </p:nvSpPr>
        <p:spPr>
          <a:xfrm>
            <a:off x="5095126" y="58990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8" name="Oval 1797"/>
          <p:cNvSpPr/>
          <p:nvPr/>
        </p:nvSpPr>
        <p:spPr>
          <a:xfrm>
            <a:off x="5131019" y="58990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9" name="Oval 1798"/>
          <p:cNvSpPr/>
          <p:nvPr/>
        </p:nvSpPr>
        <p:spPr>
          <a:xfrm>
            <a:off x="5085541" y="58990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Oval 1799"/>
          <p:cNvSpPr/>
          <p:nvPr/>
        </p:nvSpPr>
        <p:spPr>
          <a:xfrm>
            <a:off x="5115564" y="58990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1" name="Oval 1800"/>
          <p:cNvSpPr/>
          <p:nvPr/>
        </p:nvSpPr>
        <p:spPr>
          <a:xfrm>
            <a:off x="5122396" y="59059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2" name="Oval 1801"/>
          <p:cNvSpPr/>
          <p:nvPr/>
        </p:nvSpPr>
        <p:spPr>
          <a:xfrm>
            <a:off x="5102606" y="59059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Oval 1802"/>
          <p:cNvSpPr/>
          <p:nvPr/>
        </p:nvSpPr>
        <p:spPr>
          <a:xfrm>
            <a:off x="5105170" y="59059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4" name="Oval 1803"/>
          <p:cNvSpPr/>
          <p:nvPr/>
        </p:nvSpPr>
        <p:spPr>
          <a:xfrm>
            <a:off x="5108960" y="59059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5" name="Oval 1804"/>
          <p:cNvSpPr/>
          <p:nvPr/>
        </p:nvSpPr>
        <p:spPr>
          <a:xfrm>
            <a:off x="5065958" y="59129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Oval 1805"/>
          <p:cNvSpPr/>
          <p:nvPr/>
        </p:nvSpPr>
        <p:spPr>
          <a:xfrm>
            <a:off x="5048757" y="59129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7" name="Oval 1806"/>
          <p:cNvSpPr/>
          <p:nvPr/>
        </p:nvSpPr>
        <p:spPr>
          <a:xfrm>
            <a:off x="5076043" y="59129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8" name="Oval 1807"/>
          <p:cNvSpPr/>
          <p:nvPr/>
        </p:nvSpPr>
        <p:spPr>
          <a:xfrm>
            <a:off x="5054190" y="59129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9" name="Oval 1808"/>
          <p:cNvSpPr/>
          <p:nvPr/>
        </p:nvSpPr>
        <p:spPr>
          <a:xfrm>
            <a:off x="5075261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0" name="Oval 1809"/>
          <p:cNvSpPr/>
          <p:nvPr/>
        </p:nvSpPr>
        <p:spPr>
          <a:xfrm>
            <a:off x="5107950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1" name="Oval 1810"/>
          <p:cNvSpPr/>
          <p:nvPr/>
        </p:nvSpPr>
        <p:spPr>
          <a:xfrm>
            <a:off x="5069325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" name="Oval 1811"/>
          <p:cNvSpPr/>
          <p:nvPr/>
        </p:nvSpPr>
        <p:spPr>
          <a:xfrm>
            <a:off x="5083641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3" name="Oval 1812"/>
          <p:cNvSpPr/>
          <p:nvPr/>
        </p:nvSpPr>
        <p:spPr>
          <a:xfrm>
            <a:off x="5048789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4" name="Oval 1813"/>
          <p:cNvSpPr/>
          <p:nvPr/>
        </p:nvSpPr>
        <p:spPr>
          <a:xfrm>
            <a:off x="5089817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5" name="Oval 1814"/>
          <p:cNvSpPr/>
          <p:nvPr/>
        </p:nvSpPr>
        <p:spPr>
          <a:xfrm>
            <a:off x="5096111" y="59267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6" name="Oval 1815"/>
          <p:cNvSpPr/>
          <p:nvPr/>
        </p:nvSpPr>
        <p:spPr>
          <a:xfrm>
            <a:off x="5103826" y="59267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7" name="Oval 1816"/>
          <p:cNvSpPr/>
          <p:nvPr/>
        </p:nvSpPr>
        <p:spPr>
          <a:xfrm>
            <a:off x="5092101" y="59267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8" name="Oval 1817"/>
          <p:cNvSpPr/>
          <p:nvPr/>
        </p:nvSpPr>
        <p:spPr>
          <a:xfrm>
            <a:off x="5048540" y="59267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9" name="Oval 1818"/>
          <p:cNvSpPr/>
          <p:nvPr/>
        </p:nvSpPr>
        <p:spPr>
          <a:xfrm>
            <a:off x="5127883" y="59267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0" name="Oval 1819"/>
          <p:cNvSpPr/>
          <p:nvPr/>
        </p:nvSpPr>
        <p:spPr>
          <a:xfrm>
            <a:off x="5086421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1" name="Oval 1820"/>
          <p:cNvSpPr/>
          <p:nvPr/>
        </p:nvSpPr>
        <p:spPr>
          <a:xfrm>
            <a:off x="5124604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2" name="Oval 1821"/>
          <p:cNvSpPr/>
          <p:nvPr/>
        </p:nvSpPr>
        <p:spPr>
          <a:xfrm>
            <a:off x="5121192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3" name="Oval 1822"/>
          <p:cNvSpPr/>
          <p:nvPr/>
        </p:nvSpPr>
        <p:spPr>
          <a:xfrm>
            <a:off x="5085179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4" name="Oval 1823"/>
          <p:cNvSpPr/>
          <p:nvPr/>
        </p:nvSpPr>
        <p:spPr>
          <a:xfrm>
            <a:off x="5103650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5" name="Oval 1824"/>
          <p:cNvSpPr/>
          <p:nvPr/>
        </p:nvSpPr>
        <p:spPr>
          <a:xfrm>
            <a:off x="5110502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6" name="Oval 1825"/>
          <p:cNvSpPr/>
          <p:nvPr/>
        </p:nvSpPr>
        <p:spPr>
          <a:xfrm>
            <a:off x="5056393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7" name="Oval 1826"/>
          <p:cNvSpPr/>
          <p:nvPr/>
        </p:nvSpPr>
        <p:spPr>
          <a:xfrm>
            <a:off x="5061940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8" name="Oval 1827"/>
          <p:cNvSpPr/>
          <p:nvPr/>
        </p:nvSpPr>
        <p:spPr>
          <a:xfrm>
            <a:off x="5056942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9" name="Oval 1828"/>
          <p:cNvSpPr/>
          <p:nvPr/>
        </p:nvSpPr>
        <p:spPr>
          <a:xfrm>
            <a:off x="5111586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0" name="Oval 1829"/>
          <p:cNvSpPr/>
          <p:nvPr/>
        </p:nvSpPr>
        <p:spPr>
          <a:xfrm>
            <a:off x="5050794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1" name="Oval 1830"/>
          <p:cNvSpPr/>
          <p:nvPr/>
        </p:nvSpPr>
        <p:spPr>
          <a:xfrm>
            <a:off x="5118843" y="59475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2" name="Oval 1831"/>
          <p:cNvSpPr/>
          <p:nvPr/>
        </p:nvSpPr>
        <p:spPr>
          <a:xfrm>
            <a:off x="5135319" y="594763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3" name="Oval 1832"/>
          <p:cNvSpPr/>
          <p:nvPr/>
        </p:nvSpPr>
        <p:spPr>
          <a:xfrm>
            <a:off x="5057362" y="594788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4" name="Oval 1833"/>
          <p:cNvSpPr/>
          <p:nvPr/>
        </p:nvSpPr>
        <p:spPr>
          <a:xfrm>
            <a:off x="5120291" y="594963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5" name="Oval 1834"/>
          <p:cNvSpPr/>
          <p:nvPr/>
        </p:nvSpPr>
        <p:spPr>
          <a:xfrm>
            <a:off x="5076248" y="595006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6" name="Oval 1835"/>
          <p:cNvSpPr/>
          <p:nvPr/>
        </p:nvSpPr>
        <p:spPr>
          <a:xfrm>
            <a:off x="5134587" y="595116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7" name="Oval 1836"/>
          <p:cNvSpPr/>
          <p:nvPr/>
        </p:nvSpPr>
        <p:spPr>
          <a:xfrm>
            <a:off x="5116602" y="595173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8" name="Oval 1837"/>
          <p:cNvSpPr/>
          <p:nvPr/>
        </p:nvSpPr>
        <p:spPr>
          <a:xfrm>
            <a:off x="5074795" y="595325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9" name="Oval 1838"/>
          <p:cNvSpPr/>
          <p:nvPr/>
        </p:nvSpPr>
        <p:spPr>
          <a:xfrm>
            <a:off x="5120788" y="595329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0" name="Oval 1839"/>
          <p:cNvSpPr/>
          <p:nvPr/>
        </p:nvSpPr>
        <p:spPr>
          <a:xfrm>
            <a:off x="5070709" y="595442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1" name="Oval 1840"/>
          <p:cNvSpPr/>
          <p:nvPr/>
        </p:nvSpPr>
        <p:spPr>
          <a:xfrm>
            <a:off x="5069566" y="595476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2" name="Oval 1841"/>
          <p:cNvSpPr/>
          <p:nvPr/>
        </p:nvSpPr>
        <p:spPr>
          <a:xfrm>
            <a:off x="5054668" y="595699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3" name="Oval 1842"/>
          <p:cNvSpPr/>
          <p:nvPr/>
        </p:nvSpPr>
        <p:spPr>
          <a:xfrm>
            <a:off x="5074403" y="596101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4" name="Oval 1843"/>
          <p:cNvSpPr/>
          <p:nvPr/>
        </p:nvSpPr>
        <p:spPr>
          <a:xfrm>
            <a:off x="5077231" y="596184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5" name="Oval 1844"/>
          <p:cNvSpPr/>
          <p:nvPr/>
        </p:nvSpPr>
        <p:spPr>
          <a:xfrm>
            <a:off x="5122175" y="596205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6" name="Oval 1845"/>
          <p:cNvSpPr/>
          <p:nvPr/>
        </p:nvSpPr>
        <p:spPr>
          <a:xfrm>
            <a:off x="5101892" y="5962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7" name="Oval 1846"/>
          <p:cNvSpPr/>
          <p:nvPr/>
        </p:nvSpPr>
        <p:spPr>
          <a:xfrm>
            <a:off x="5054100" y="596515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8" name="Oval 1847"/>
          <p:cNvSpPr/>
          <p:nvPr/>
        </p:nvSpPr>
        <p:spPr>
          <a:xfrm>
            <a:off x="5066639" y="596542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9" name="Oval 1848"/>
          <p:cNvSpPr/>
          <p:nvPr/>
        </p:nvSpPr>
        <p:spPr>
          <a:xfrm>
            <a:off x="5061519" y="596675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0" name="Oval 1849"/>
          <p:cNvSpPr/>
          <p:nvPr/>
        </p:nvSpPr>
        <p:spPr>
          <a:xfrm>
            <a:off x="5118720" y="596964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1" name="Oval 1850"/>
          <p:cNvSpPr/>
          <p:nvPr/>
        </p:nvSpPr>
        <p:spPr>
          <a:xfrm>
            <a:off x="5103503" y="597076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2" name="Oval 1851"/>
          <p:cNvSpPr/>
          <p:nvPr/>
        </p:nvSpPr>
        <p:spPr>
          <a:xfrm>
            <a:off x="5094257" y="597148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3" name="Oval 1852"/>
          <p:cNvSpPr/>
          <p:nvPr/>
        </p:nvSpPr>
        <p:spPr>
          <a:xfrm>
            <a:off x="5111415" y="597184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4" name="Oval 1853"/>
          <p:cNvSpPr/>
          <p:nvPr/>
        </p:nvSpPr>
        <p:spPr>
          <a:xfrm>
            <a:off x="5056374" y="597343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5" name="Oval 1854"/>
          <p:cNvSpPr/>
          <p:nvPr/>
        </p:nvSpPr>
        <p:spPr>
          <a:xfrm>
            <a:off x="5095696" y="597376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6" name="Oval 1855"/>
          <p:cNvSpPr/>
          <p:nvPr/>
        </p:nvSpPr>
        <p:spPr>
          <a:xfrm>
            <a:off x="5050588" y="597701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7" name="Oval 1856"/>
          <p:cNvSpPr/>
          <p:nvPr/>
        </p:nvSpPr>
        <p:spPr>
          <a:xfrm>
            <a:off x="5052647" y="598053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8" name="Oval 1857"/>
          <p:cNvSpPr/>
          <p:nvPr/>
        </p:nvSpPr>
        <p:spPr>
          <a:xfrm>
            <a:off x="5093324" y="598262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9" name="Oval 1858"/>
          <p:cNvSpPr/>
          <p:nvPr/>
        </p:nvSpPr>
        <p:spPr>
          <a:xfrm>
            <a:off x="5125184" y="598468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0" name="Oval 1859"/>
          <p:cNvSpPr/>
          <p:nvPr/>
        </p:nvSpPr>
        <p:spPr>
          <a:xfrm>
            <a:off x="5097378" y="599700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1" name="TextBox 1860"/>
          <p:cNvSpPr txBox="1"/>
          <p:nvPr/>
        </p:nvSpPr>
        <p:spPr>
          <a:xfrm>
            <a:off x="496062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C53E1F"/>
                </a:solidFill>
                <a:latin typeface="Arial"/>
              </a:rPr>
              <a:t>11</a:t>
            </a:r>
          </a:p>
        </p:txBody>
      </p:sp>
      <p:cxnSp>
        <p:nvCxnSpPr>
          <p:cNvPr id="1862" name="Connector 1861"/>
          <p:cNvCxnSpPr/>
          <p:nvPr/>
        </p:nvCxnSpPr>
        <p:spPr>
          <a:xfrm flipV="1">
            <a:off x="5406390" y="1188720"/>
            <a:ext cx="0" cy="4638621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3" name="Connector 1862"/>
          <p:cNvCxnSpPr/>
          <p:nvPr/>
        </p:nvCxnSpPr>
        <p:spPr>
          <a:xfrm>
            <a:off x="5361813" y="5827341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4" name="Connector 1863"/>
          <p:cNvCxnSpPr/>
          <p:nvPr/>
        </p:nvCxnSpPr>
        <p:spPr>
          <a:xfrm>
            <a:off x="5361813" y="1188720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5" name="Rectangle 1864"/>
          <p:cNvSpPr/>
          <p:nvPr/>
        </p:nvSpPr>
        <p:spPr>
          <a:xfrm>
            <a:off x="5317236" y="2940319"/>
            <a:ext cx="178308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66" name="Connector 1865"/>
          <p:cNvCxnSpPr/>
          <p:nvPr/>
        </p:nvCxnSpPr>
        <p:spPr>
          <a:xfrm>
            <a:off x="5317236" y="2621846"/>
            <a:ext cx="178308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7" name="Oval 1866"/>
          <p:cNvSpPr/>
          <p:nvPr/>
        </p:nvSpPr>
        <p:spPr>
          <a:xfrm>
            <a:off x="5360939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8" name="Oval 1867"/>
          <p:cNvSpPr/>
          <p:nvPr/>
        </p:nvSpPr>
        <p:spPr>
          <a:xfrm>
            <a:off x="5431893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9" name="Oval 1868"/>
          <p:cNvSpPr/>
          <p:nvPr/>
        </p:nvSpPr>
        <p:spPr>
          <a:xfrm>
            <a:off x="5402811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0" name="Oval 1869"/>
          <p:cNvSpPr/>
          <p:nvPr/>
        </p:nvSpPr>
        <p:spPr>
          <a:xfrm>
            <a:off x="5394796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1" name="Oval 1870"/>
          <p:cNvSpPr/>
          <p:nvPr/>
        </p:nvSpPr>
        <p:spPr>
          <a:xfrm>
            <a:off x="5431513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2" name="Oval 1871"/>
          <p:cNvSpPr/>
          <p:nvPr/>
        </p:nvSpPr>
        <p:spPr>
          <a:xfrm>
            <a:off x="5398311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3" name="Oval 1872"/>
          <p:cNvSpPr/>
          <p:nvPr/>
        </p:nvSpPr>
        <p:spPr>
          <a:xfrm>
            <a:off x="5347557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4" name="Oval 1873"/>
          <p:cNvSpPr/>
          <p:nvPr/>
        </p:nvSpPr>
        <p:spPr>
          <a:xfrm>
            <a:off x="5353787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5" name="Oval 1874"/>
          <p:cNvSpPr/>
          <p:nvPr/>
        </p:nvSpPr>
        <p:spPr>
          <a:xfrm>
            <a:off x="5357913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6" name="Oval 1875"/>
          <p:cNvSpPr/>
          <p:nvPr/>
        </p:nvSpPr>
        <p:spPr>
          <a:xfrm>
            <a:off x="5428947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7" name="Oval 1876"/>
          <p:cNvSpPr/>
          <p:nvPr/>
        </p:nvSpPr>
        <p:spPr>
          <a:xfrm>
            <a:off x="5356161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8" name="Oval 1877"/>
          <p:cNvSpPr/>
          <p:nvPr/>
        </p:nvSpPr>
        <p:spPr>
          <a:xfrm>
            <a:off x="5353168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9" name="Oval 1878"/>
          <p:cNvSpPr/>
          <p:nvPr/>
        </p:nvSpPr>
        <p:spPr>
          <a:xfrm>
            <a:off x="5356699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0" name="Oval 1879"/>
          <p:cNvSpPr/>
          <p:nvPr/>
        </p:nvSpPr>
        <p:spPr>
          <a:xfrm>
            <a:off x="5420373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1" name="Oval 1880"/>
          <p:cNvSpPr/>
          <p:nvPr/>
        </p:nvSpPr>
        <p:spPr>
          <a:xfrm>
            <a:off x="5346011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2" name="Oval 1881"/>
          <p:cNvSpPr/>
          <p:nvPr/>
        </p:nvSpPr>
        <p:spPr>
          <a:xfrm>
            <a:off x="5388347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3" name="Oval 1882"/>
          <p:cNvSpPr/>
          <p:nvPr/>
        </p:nvSpPr>
        <p:spPr>
          <a:xfrm>
            <a:off x="5354810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4" name="Oval 1883"/>
          <p:cNvSpPr/>
          <p:nvPr/>
        </p:nvSpPr>
        <p:spPr>
          <a:xfrm>
            <a:off x="5391373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5" name="Oval 1884"/>
          <p:cNvSpPr/>
          <p:nvPr/>
        </p:nvSpPr>
        <p:spPr>
          <a:xfrm>
            <a:off x="5365265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6" name="Oval 1885"/>
          <p:cNvSpPr/>
          <p:nvPr/>
        </p:nvSpPr>
        <p:spPr>
          <a:xfrm>
            <a:off x="5385318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7" name="Oval 1886"/>
          <p:cNvSpPr/>
          <p:nvPr/>
        </p:nvSpPr>
        <p:spPr>
          <a:xfrm>
            <a:off x="5347039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8" name="Oval 1887"/>
          <p:cNvSpPr/>
          <p:nvPr/>
        </p:nvSpPr>
        <p:spPr>
          <a:xfrm>
            <a:off x="5395201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9" name="Oval 1888"/>
          <p:cNvSpPr/>
          <p:nvPr/>
        </p:nvSpPr>
        <p:spPr>
          <a:xfrm>
            <a:off x="5409154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0" name="Oval 1889"/>
          <p:cNvSpPr/>
          <p:nvPr/>
        </p:nvSpPr>
        <p:spPr>
          <a:xfrm>
            <a:off x="5374788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1" name="Oval 1890"/>
          <p:cNvSpPr/>
          <p:nvPr/>
        </p:nvSpPr>
        <p:spPr>
          <a:xfrm>
            <a:off x="5364843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2" name="Oval 1891"/>
          <p:cNvSpPr/>
          <p:nvPr/>
        </p:nvSpPr>
        <p:spPr>
          <a:xfrm>
            <a:off x="5427331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3" name="Oval 1892"/>
          <p:cNvSpPr/>
          <p:nvPr/>
        </p:nvSpPr>
        <p:spPr>
          <a:xfrm>
            <a:off x="5364392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4" name="Oval 1893"/>
          <p:cNvSpPr/>
          <p:nvPr/>
        </p:nvSpPr>
        <p:spPr>
          <a:xfrm>
            <a:off x="5350823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5" name="Oval 1894"/>
          <p:cNvSpPr/>
          <p:nvPr/>
        </p:nvSpPr>
        <p:spPr>
          <a:xfrm>
            <a:off x="5400190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6" name="Oval 1895"/>
          <p:cNvSpPr/>
          <p:nvPr/>
        </p:nvSpPr>
        <p:spPr>
          <a:xfrm>
            <a:off x="5412369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7" name="Oval 1896"/>
          <p:cNvSpPr/>
          <p:nvPr/>
        </p:nvSpPr>
        <p:spPr>
          <a:xfrm>
            <a:off x="5368705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8" name="Oval 1897"/>
          <p:cNvSpPr/>
          <p:nvPr/>
        </p:nvSpPr>
        <p:spPr>
          <a:xfrm>
            <a:off x="5398305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9" name="Oval 1898"/>
          <p:cNvSpPr/>
          <p:nvPr/>
        </p:nvSpPr>
        <p:spPr>
          <a:xfrm>
            <a:off x="5411006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0" name="Oval 1899"/>
          <p:cNvSpPr/>
          <p:nvPr/>
        </p:nvSpPr>
        <p:spPr>
          <a:xfrm>
            <a:off x="5372775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1" name="Oval 1900"/>
          <p:cNvSpPr/>
          <p:nvPr/>
        </p:nvSpPr>
        <p:spPr>
          <a:xfrm>
            <a:off x="5345340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2" name="Oval 1901"/>
          <p:cNvSpPr/>
          <p:nvPr/>
        </p:nvSpPr>
        <p:spPr>
          <a:xfrm>
            <a:off x="5411281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3" name="Oval 1902"/>
          <p:cNvSpPr/>
          <p:nvPr/>
        </p:nvSpPr>
        <p:spPr>
          <a:xfrm>
            <a:off x="5349945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4" name="Oval 1903"/>
          <p:cNvSpPr/>
          <p:nvPr/>
        </p:nvSpPr>
        <p:spPr>
          <a:xfrm>
            <a:off x="5405321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5" name="Oval 1904"/>
          <p:cNvSpPr/>
          <p:nvPr/>
        </p:nvSpPr>
        <p:spPr>
          <a:xfrm>
            <a:off x="5392177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6" name="Oval 1905"/>
          <p:cNvSpPr/>
          <p:nvPr/>
        </p:nvSpPr>
        <p:spPr>
          <a:xfrm>
            <a:off x="5399526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7" name="Oval 1906"/>
          <p:cNvSpPr/>
          <p:nvPr/>
        </p:nvSpPr>
        <p:spPr>
          <a:xfrm>
            <a:off x="5374920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8" name="Oval 1907"/>
          <p:cNvSpPr/>
          <p:nvPr/>
        </p:nvSpPr>
        <p:spPr>
          <a:xfrm>
            <a:off x="5379924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9" name="Oval 1908"/>
          <p:cNvSpPr/>
          <p:nvPr/>
        </p:nvSpPr>
        <p:spPr>
          <a:xfrm>
            <a:off x="5416622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0" name="Oval 1909"/>
          <p:cNvSpPr/>
          <p:nvPr/>
        </p:nvSpPr>
        <p:spPr>
          <a:xfrm>
            <a:off x="5421936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1" name="Oval 1910"/>
          <p:cNvSpPr/>
          <p:nvPr/>
        </p:nvSpPr>
        <p:spPr>
          <a:xfrm>
            <a:off x="5358286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2" name="Oval 1911"/>
          <p:cNvSpPr/>
          <p:nvPr/>
        </p:nvSpPr>
        <p:spPr>
          <a:xfrm>
            <a:off x="5362735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3" name="Oval 1912"/>
          <p:cNvSpPr/>
          <p:nvPr/>
        </p:nvSpPr>
        <p:spPr>
          <a:xfrm>
            <a:off x="5409115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4" name="Oval 1913"/>
          <p:cNvSpPr/>
          <p:nvPr/>
        </p:nvSpPr>
        <p:spPr>
          <a:xfrm>
            <a:off x="5372532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5" name="Oval 1914"/>
          <p:cNvSpPr/>
          <p:nvPr/>
        </p:nvSpPr>
        <p:spPr>
          <a:xfrm>
            <a:off x="5349428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6" name="Oval 1915"/>
          <p:cNvSpPr/>
          <p:nvPr/>
        </p:nvSpPr>
        <p:spPr>
          <a:xfrm>
            <a:off x="5392625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7" name="Oval 1916"/>
          <p:cNvSpPr/>
          <p:nvPr/>
        </p:nvSpPr>
        <p:spPr>
          <a:xfrm>
            <a:off x="5407627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8" name="Oval 1917"/>
          <p:cNvSpPr/>
          <p:nvPr/>
        </p:nvSpPr>
        <p:spPr>
          <a:xfrm>
            <a:off x="5420762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9" name="Oval 1918"/>
          <p:cNvSpPr/>
          <p:nvPr/>
        </p:nvSpPr>
        <p:spPr>
          <a:xfrm>
            <a:off x="5361903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0" name="Oval 1919"/>
          <p:cNvSpPr/>
          <p:nvPr/>
        </p:nvSpPr>
        <p:spPr>
          <a:xfrm>
            <a:off x="5363437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1" name="Oval 1920"/>
          <p:cNvSpPr/>
          <p:nvPr/>
        </p:nvSpPr>
        <p:spPr>
          <a:xfrm>
            <a:off x="5409927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2" name="Oval 1921"/>
          <p:cNvSpPr/>
          <p:nvPr/>
        </p:nvSpPr>
        <p:spPr>
          <a:xfrm>
            <a:off x="5397624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3" name="Oval 1922"/>
          <p:cNvSpPr/>
          <p:nvPr/>
        </p:nvSpPr>
        <p:spPr>
          <a:xfrm>
            <a:off x="5409579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4" name="Oval 1923"/>
          <p:cNvSpPr/>
          <p:nvPr/>
        </p:nvSpPr>
        <p:spPr>
          <a:xfrm>
            <a:off x="5355374" y="11704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5" name="Oval 1924"/>
          <p:cNvSpPr/>
          <p:nvPr/>
        </p:nvSpPr>
        <p:spPr>
          <a:xfrm>
            <a:off x="5351563" y="123274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6" name="Oval 1925"/>
          <p:cNvSpPr/>
          <p:nvPr/>
        </p:nvSpPr>
        <p:spPr>
          <a:xfrm>
            <a:off x="5383566" y="139890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7" name="Oval 1926"/>
          <p:cNvSpPr/>
          <p:nvPr/>
        </p:nvSpPr>
        <p:spPr>
          <a:xfrm>
            <a:off x="5398631" y="157198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8" name="Oval 1927"/>
          <p:cNvSpPr/>
          <p:nvPr/>
        </p:nvSpPr>
        <p:spPr>
          <a:xfrm>
            <a:off x="5367014" y="180045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9" name="Oval 1928"/>
          <p:cNvSpPr/>
          <p:nvPr/>
        </p:nvSpPr>
        <p:spPr>
          <a:xfrm>
            <a:off x="5353016" y="182122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0" name="Oval 1929"/>
          <p:cNvSpPr/>
          <p:nvPr/>
        </p:nvSpPr>
        <p:spPr>
          <a:xfrm>
            <a:off x="5364495" y="189738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1" name="Oval 1930"/>
          <p:cNvSpPr/>
          <p:nvPr/>
        </p:nvSpPr>
        <p:spPr>
          <a:xfrm>
            <a:off x="5370780" y="193199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2" name="Oval 1931"/>
          <p:cNvSpPr/>
          <p:nvPr/>
        </p:nvSpPr>
        <p:spPr>
          <a:xfrm>
            <a:off x="5374220" y="195276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3" name="Oval 1932"/>
          <p:cNvSpPr/>
          <p:nvPr/>
        </p:nvSpPr>
        <p:spPr>
          <a:xfrm>
            <a:off x="5355166" y="197353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4" name="Oval 1933"/>
          <p:cNvSpPr/>
          <p:nvPr/>
        </p:nvSpPr>
        <p:spPr>
          <a:xfrm>
            <a:off x="5359640" y="198046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5" name="Oval 1934"/>
          <p:cNvSpPr/>
          <p:nvPr/>
        </p:nvSpPr>
        <p:spPr>
          <a:xfrm>
            <a:off x="5422591" y="200815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6" name="Oval 1935"/>
          <p:cNvSpPr/>
          <p:nvPr/>
        </p:nvSpPr>
        <p:spPr>
          <a:xfrm>
            <a:off x="5388335" y="204969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7" name="Oval 1936"/>
          <p:cNvSpPr/>
          <p:nvPr/>
        </p:nvSpPr>
        <p:spPr>
          <a:xfrm>
            <a:off x="5431287" y="20566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8" name="Oval 1937"/>
          <p:cNvSpPr/>
          <p:nvPr/>
        </p:nvSpPr>
        <p:spPr>
          <a:xfrm>
            <a:off x="5370235" y="20566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9" name="Oval 1938"/>
          <p:cNvSpPr/>
          <p:nvPr/>
        </p:nvSpPr>
        <p:spPr>
          <a:xfrm>
            <a:off x="5427715" y="21050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0" name="Oval 1939"/>
          <p:cNvSpPr/>
          <p:nvPr/>
        </p:nvSpPr>
        <p:spPr>
          <a:xfrm>
            <a:off x="5353809" y="21189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1" name="Oval 1940"/>
          <p:cNvSpPr/>
          <p:nvPr/>
        </p:nvSpPr>
        <p:spPr>
          <a:xfrm>
            <a:off x="5432133" y="21258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2" name="Oval 1941"/>
          <p:cNvSpPr/>
          <p:nvPr/>
        </p:nvSpPr>
        <p:spPr>
          <a:xfrm>
            <a:off x="5348116" y="21258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3" name="Oval 1942"/>
          <p:cNvSpPr/>
          <p:nvPr/>
        </p:nvSpPr>
        <p:spPr>
          <a:xfrm>
            <a:off x="5430453" y="213277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4" name="Oval 1943"/>
          <p:cNvSpPr/>
          <p:nvPr/>
        </p:nvSpPr>
        <p:spPr>
          <a:xfrm>
            <a:off x="5416197" y="215354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5" name="Oval 1944"/>
          <p:cNvSpPr/>
          <p:nvPr/>
        </p:nvSpPr>
        <p:spPr>
          <a:xfrm>
            <a:off x="5419534" y="216046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6" name="Oval 1945"/>
          <p:cNvSpPr/>
          <p:nvPr/>
        </p:nvSpPr>
        <p:spPr>
          <a:xfrm>
            <a:off x="5350940" y="216738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7" name="Oval 1946"/>
          <p:cNvSpPr/>
          <p:nvPr/>
        </p:nvSpPr>
        <p:spPr>
          <a:xfrm>
            <a:off x="5426429" y="218815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8" name="Oval 1947"/>
          <p:cNvSpPr/>
          <p:nvPr/>
        </p:nvSpPr>
        <p:spPr>
          <a:xfrm>
            <a:off x="5388640" y="220200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9" name="Oval 1948"/>
          <p:cNvSpPr/>
          <p:nvPr/>
        </p:nvSpPr>
        <p:spPr>
          <a:xfrm>
            <a:off x="5429952" y="220892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0" name="Oval 1949"/>
          <p:cNvSpPr/>
          <p:nvPr/>
        </p:nvSpPr>
        <p:spPr>
          <a:xfrm>
            <a:off x="5349176" y="220892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1" name="Oval 1950"/>
          <p:cNvSpPr/>
          <p:nvPr/>
        </p:nvSpPr>
        <p:spPr>
          <a:xfrm>
            <a:off x="5428304" y="222277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2" name="Oval 1951"/>
          <p:cNvSpPr/>
          <p:nvPr/>
        </p:nvSpPr>
        <p:spPr>
          <a:xfrm>
            <a:off x="5402505" y="222969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3" name="Oval 1952"/>
          <p:cNvSpPr/>
          <p:nvPr/>
        </p:nvSpPr>
        <p:spPr>
          <a:xfrm>
            <a:off x="5367863" y="224354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4" name="Oval 1953"/>
          <p:cNvSpPr/>
          <p:nvPr/>
        </p:nvSpPr>
        <p:spPr>
          <a:xfrm>
            <a:off x="5410525" y="224354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5" name="Oval 1954"/>
          <p:cNvSpPr/>
          <p:nvPr/>
        </p:nvSpPr>
        <p:spPr>
          <a:xfrm>
            <a:off x="5383215" y="22643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6" name="Oval 1955"/>
          <p:cNvSpPr/>
          <p:nvPr/>
        </p:nvSpPr>
        <p:spPr>
          <a:xfrm>
            <a:off x="5386494" y="22643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7" name="Oval 1956"/>
          <p:cNvSpPr/>
          <p:nvPr/>
        </p:nvSpPr>
        <p:spPr>
          <a:xfrm>
            <a:off x="5345623" y="227123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8" name="Oval 1957"/>
          <p:cNvSpPr/>
          <p:nvPr/>
        </p:nvSpPr>
        <p:spPr>
          <a:xfrm>
            <a:off x="5370779" y="227816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9" name="Oval 1958"/>
          <p:cNvSpPr/>
          <p:nvPr/>
        </p:nvSpPr>
        <p:spPr>
          <a:xfrm>
            <a:off x="5361400" y="228508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0" name="Oval 1959"/>
          <p:cNvSpPr/>
          <p:nvPr/>
        </p:nvSpPr>
        <p:spPr>
          <a:xfrm>
            <a:off x="5363482" y="229200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1" name="Oval 1960"/>
          <p:cNvSpPr/>
          <p:nvPr/>
        </p:nvSpPr>
        <p:spPr>
          <a:xfrm>
            <a:off x="5410967" y="22989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2" name="Oval 1961"/>
          <p:cNvSpPr/>
          <p:nvPr/>
        </p:nvSpPr>
        <p:spPr>
          <a:xfrm>
            <a:off x="5426642" y="23058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3" name="Oval 1962"/>
          <p:cNvSpPr/>
          <p:nvPr/>
        </p:nvSpPr>
        <p:spPr>
          <a:xfrm>
            <a:off x="5428305" y="23197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4" name="Oval 1963"/>
          <p:cNvSpPr/>
          <p:nvPr/>
        </p:nvSpPr>
        <p:spPr>
          <a:xfrm>
            <a:off x="5401998" y="23335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5" name="Oval 1964"/>
          <p:cNvSpPr/>
          <p:nvPr/>
        </p:nvSpPr>
        <p:spPr>
          <a:xfrm>
            <a:off x="5432082" y="23404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6" name="Oval 1965"/>
          <p:cNvSpPr/>
          <p:nvPr/>
        </p:nvSpPr>
        <p:spPr>
          <a:xfrm>
            <a:off x="5424284" y="23543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7" name="Oval 1966"/>
          <p:cNvSpPr/>
          <p:nvPr/>
        </p:nvSpPr>
        <p:spPr>
          <a:xfrm>
            <a:off x="5402401" y="236124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8" name="Oval 1967"/>
          <p:cNvSpPr/>
          <p:nvPr/>
        </p:nvSpPr>
        <p:spPr>
          <a:xfrm>
            <a:off x="5381033" y="237508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9" name="Oval 1968"/>
          <p:cNvSpPr/>
          <p:nvPr/>
        </p:nvSpPr>
        <p:spPr>
          <a:xfrm>
            <a:off x="5367656" y="237508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0" name="Oval 1969"/>
          <p:cNvSpPr/>
          <p:nvPr/>
        </p:nvSpPr>
        <p:spPr>
          <a:xfrm>
            <a:off x="5346321" y="238201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1" name="Oval 1970"/>
          <p:cNvSpPr/>
          <p:nvPr/>
        </p:nvSpPr>
        <p:spPr>
          <a:xfrm>
            <a:off x="5403010" y="238893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2" name="Oval 1971"/>
          <p:cNvSpPr/>
          <p:nvPr/>
        </p:nvSpPr>
        <p:spPr>
          <a:xfrm>
            <a:off x="5424598" y="239585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3" name="Oval 1972"/>
          <p:cNvSpPr/>
          <p:nvPr/>
        </p:nvSpPr>
        <p:spPr>
          <a:xfrm>
            <a:off x="5394172" y="239585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4" name="Oval 1973"/>
          <p:cNvSpPr/>
          <p:nvPr/>
        </p:nvSpPr>
        <p:spPr>
          <a:xfrm>
            <a:off x="5382063" y="239585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5" name="Oval 1974"/>
          <p:cNvSpPr/>
          <p:nvPr/>
        </p:nvSpPr>
        <p:spPr>
          <a:xfrm>
            <a:off x="5413788" y="239585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6" name="Oval 1975"/>
          <p:cNvSpPr/>
          <p:nvPr/>
        </p:nvSpPr>
        <p:spPr>
          <a:xfrm>
            <a:off x="5347807" y="239585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7" name="Oval 1976"/>
          <p:cNvSpPr/>
          <p:nvPr/>
        </p:nvSpPr>
        <p:spPr>
          <a:xfrm>
            <a:off x="5431803" y="240970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8" name="Oval 1977"/>
          <p:cNvSpPr/>
          <p:nvPr/>
        </p:nvSpPr>
        <p:spPr>
          <a:xfrm>
            <a:off x="5430342" y="241662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9" name="Oval 1978"/>
          <p:cNvSpPr/>
          <p:nvPr/>
        </p:nvSpPr>
        <p:spPr>
          <a:xfrm>
            <a:off x="5415411" y="241662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0" name="Oval 1979"/>
          <p:cNvSpPr/>
          <p:nvPr/>
        </p:nvSpPr>
        <p:spPr>
          <a:xfrm>
            <a:off x="5414791" y="242355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1" name="Oval 1980"/>
          <p:cNvSpPr/>
          <p:nvPr/>
        </p:nvSpPr>
        <p:spPr>
          <a:xfrm>
            <a:off x="5429632" y="245124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2" name="Oval 1981"/>
          <p:cNvSpPr/>
          <p:nvPr/>
        </p:nvSpPr>
        <p:spPr>
          <a:xfrm>
            <a:off x="5383959" y="245816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3" name="Oval 1982"/>
          <p:cNvSpPr/>
          <p:nvPr/>
        </p:nvSpPr>
        <p:spPr>
          <a:xfrm>
            <a:off x="5398164" y="248586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4" name="Oval 1983"/>
          <p:cNvSpPr/>
          <p:nvPr/>
        </p:nvSpPr>
        <p:spPr>
          <a:xfrm>
            <a:off x="5355448" y="249970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5" name="Oval 1984"/>
          <p:cNvSpPr/>
          <p:nvPr/>
        </p:nvSpPr>
        <p:spPr>
          <a:xfrm>
            <a:off x="5379683" y="249970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6" name="Oval 1985"/>
          <p:cNvSpPr/>
          <p:nvPr/>
        </p:nvSpPr>
        <p:spPr>
          <a:xfrm>
            <a:off x="5417730" y="25066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7" name="Oval 1986"/>
          <p:cNvSpPr/>
          <p:nvPr/>
        </p:nvSpPr>
        <p:spPr>
          <a:xfrm>
            <a:off x="5370302" y="25066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8" name="Oval 1987"/>
          <p:cNvSpPr/>
          <p:nvPr/>
        </p:nvSpPr>
        <p:spPr>
          <a:xfrm>
            <a:off x="5416219" y="252047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9" name="Oval 1988"/>
          <p:cNvSpPr/>
          <p:nvPr/>
        </p:nvSpPr>
        <p:spPr>
          <a:xfrm>
            <a:off x="5348522" y="252047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0" name="Oval 1989"/>
          <p:cNvSpPr/>
          <p:nvPr/>
        </p:nvSpPr>
        <p:spPr>
          <a:xfrm>
            <a:off x="5343695" y="252047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1" name="Oval 1990"/>
          <p:cNvSpPr/>
          <p:nvPr/>
        </p:nvSpPr>
        <p:spPr>
          <a:xfrm>
            <a:off x="5352589" y="25274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2" name="Oval 1991"/>
          <p:cNvSpPr/>
          <p:nvPr/>
        </p:nvSpPr>
        <p:spPr>
          <a:xfrm>
            <a:off x="5405514" y="25274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3" name="Oval 1992"/>
          <p:cNvSpPr/>
          <p:nvPr/>
        </p:nvSpPr>
        <p:spPr>
          <a:xfrm>
            <a:off x="5427595" y="25481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4" name="Oval 1993"/>
          <p:cNvSpPr/>
          <p:nvPr/>
        </p:nvSpPr>
        <p:spPr>
          <a:xfrm>
            <a:off x="5412436" y="25481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5" name="Oval 1994"/>
          <p:cNvSpPr/>
          <p:nvPr/>
        </p:nvSpPr>
        <p:spPr>
          <a:xfrm>
            <a:off x="5383358" y="25481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6" name="Oval 1995"/>
          <p:cNvSpPr/>
          <p:nvPr/>
        </p:nvSpPr>
        <p:spPr>
          <a:xfrm>
            <a:off x="5396497" y="25550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7" name="Oval 1996"/>
          <p:cNvSpPr/>
          <p:nvPr/>
        </p:nvSpPr>
        <p:spPr>
          <a:xfrm>
            <a:off x="5424940" y="25550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8" name="Oval 1997"/>
          <p:cNvSpPr/>
          <p:nvPr/>
        </p:nvSpPr>
        <p:spPr>
          <a:xfrm>
            <a:off x="5364040" y="25550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9" name="Oval 1998"/>
          <p:cNvSpPr/>
          <p:nvPr/>
        </p:nvSpPr>
        <p:spPr>
          <a:xfrm>
            <a:off x="5401129" y="25550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0" name="Oval 1999"/>
          <p:cNvSpPr/>
          <p:nvPr/>
        </p:nvSpPr>
        <p:spPr>
          <a:xfrm>
            <a:off x="5423344" y="25550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1" name="Oval 2000"/>
          <p:cNvSpPr/>
          <p:nvPr/>
        </p:nvSpPr>
        <p:spPr>
          <a:xfrm>
            <a:off x="5420652" y="25550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2" name="Oval 2001"/>
          <p:cNvSpPr/>
          <p:nvPr/>
        </p:nvSpPr>
        <p:spPr>
          <a:xfrm>
            <a:off x="5345776" y="25550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3" name="Oval 2002"/>
          <p:cNvSpPr/>
          <p:nvPr/>
        </p:nvSpPr>
        <p:spPr>
          <a:xfrm>
            <a:off x="5414925" y="25550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4" name="Oval 2003"/>
          <p:cNvSpPr/>
          <p:nvPr/>
        </p:nvSpPr>
        <p:spPr>
          <a:xfrm>
            <a:off x="5431024" y="256894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5" name="Oval 2004"/>
          <p:cNvSpPr/>
          <p:nvPr/>
        </p:nvSpPr>
        <p:spPr>
          <a:xfrm>
            <a:off x="5353476" y="256894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6" name="Oval 2005"/>
          <p:cNvSpPr/>
          <p:nvPr/>
        </p:nvSpPr>
        <p:spPr>
          <a:xfrm>
            <a:off x="5344560" y="257586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7" name="Oval 2006"/>
          <p:cNvSpPr/>
          <p:nvPr/>
        </p:nvSpPr>
        <p:spPr>
          <a:xfrm>
            <a:off x="5368617" y="258278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8" name="Oval 2007"/>
          <p:cNvSpPr/>
          <p:nvPr/>
        </p:nvSpPr>
        <p:spPr>
          <a:xfrm>
            <a:off x="5392085" y="258278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9" name="Oval 2008"/>
          <p:cNvSpPr/>
          <p:nvPr/>
        </p:nvSpPr>
        <p:spPr>
          <a:xfrm>
            <a:off x="5422596" y="258971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0" name="Oval 2009"/>
          <p:cNvSpPr/>
          <p:nvPr/>
        </p:nvSpPr>
        <p:spPr>
          <a:xfrm>
            <a:off x="5397175" y="260355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1" name="Oval 2010"/>
          <p:cNvSpPr/>
          <p:nvPr/>
        </p:nvSpPr>
        <p:spPr>
          <a:xfrm>
            <a:off x="5402041" y="260355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2" name="Oval 2011"/>
          <p:cNvSpPr/>
          <p:nvPr/>
        </p:nvSpPr>
        <p:spPr>
          <a:xfrm>
            <a:off x="5381359" y="261048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3" name="Oval 2012"/>
          <p:cNvSpPr/>
          <p:nvPr/>
        </p:nvSpPr>
        <p:spPr>
          <a:xfrm>
            <a:off x="5397934" y="261740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4" name="Oval 2013"/>
          <p:cNvSpPr/>
          <p:nvPr/>
        </p:nvSpPr>
        <p:spPr>
          <a:xfrm>
            <a:off x="5369118" y="261740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5" name="Oval 2014"/>
          <p:cNvSpPr/>
          <p:nvPr/>
        </p:nvSpPr>
        <p:spPr>
          <a:xfrm>
            <a:off x="5398221" y="263125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6" name="Oval 2015"/>
          <p:cNvSpPr/>
          <p:nvPr/>
        </p:nvSpPr>
        <p:spPr>
          <a:xfrm>
            <a:off x="5381004" y="263125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7" name="Oval 2016"/>
          <p:cNvSpPr/>
          <p:nvPr/>
        </p:nvSpPr>
        <p:spPr>
          <a:xfrm>
            <a:off x="5428939" y="263817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8" name="Oval 2017"/>
          <p:cNvSpPr/>
          <p:nvPr/>
        </p:nvSpPr>
        <p:spPr>
          <a:xfrm>
            <a:off x="5426590" y="264509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9" name="Oval 2018"/>
          <p:cNvSpPr/>
          <p:nvPr/>
        </p:nvSpPr>
        <p:spPr>
          <a:xfrm>
            <a:off x="5382832" y="264509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0" name="Oval 2019"/>
          <p:cNvSpPr/>
          <p:nvPr/>
        </p:nvSpPr>
        <p:spPr>
          <a:xfrm>
            <a:off x="5397986" y="264509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1" name="Oval 2020"/>
          <p:cNvSpPr/>
          <p:nvPr/>
        </p:nvSpPr>
        <p:spPr>
          <a:xfrm>
            <a:off x="5424159" y="264509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2" name="Oval 2021"/>
          <p:cNvSpPr/>
          <p:nvPr/>
        </p:nvSpPr>
        <p:spPr>
          <a:xfrm>
            <a:off x="5367059" y="265202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3" name="Oval 2022"/>
          <p:cNvSpPr/>
          <p:nvPr/>
        </p:nvSpPr>
        <p:spPr>
          <a:xfrm>
            <a:off x="5364150" y="265202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4" name="Oval 2023"/>
          <p:cNvSpPr/>
          <p:nvPr/>
        </p:nvSpPr>
        <p:spPr>
          <a:xfrm>
            <a:off x="5412333" y="265202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5" name="Oval 2024"/>
          <p:cNvSpPr/>
          <p:nvPr/>
        </p:nvSpPr>
        <p:spPr>
          <a:xfrm>
            <a:off x="5399242" y="265202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6" name="Oval 2025"/>
          <p:cNvSpPr/>
          <p:nvPr/>
        </p:nvSpPr>
        <p:spPr>
          <a:xfrm>
            <a:off x="5420247" y="265202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7" name="Oval 2026"/>
          <p:cNvSpPr/>
          <p:nvPr/>
        </p:nvSpPr>
        <p:spPr>
          <a:xfrm>
            <a:off x="5427709" y="265894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8" name="Oval 2027"/>
          <p:cNvSpPr/>
          <p:nvPr/>
        </p:nvSpPr>
        <p:spPr>
          <a:xfrm>
            <a:off x="5410831" y="266586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9" name="Oval 2028"/>
          <p:cNvSpPr/>
          <p:nvPr/>
        </p:nvSpPr>
        <p:spPr>
          <a:xfrm>
            <a:off x="5378931" y="266586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0" name="Oval 2029"/>
          <p:cNvSpPr/>
          <p:nvPr/>
        </p:nvSpPr>
        <p:spPr>
          <a:xfrm>
            <a:off x="5402777" y="266586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1" name="Oval 2030"/>
          <p:cNvSpPr/>
          <p:nvPr/>
        </p:nvSpPr>
        <p:spPr>
          <a:xfrm>
            <a:off x="5377024" y="266586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2" name="Oval 2031"/>
          <p:cNvSpPr/>
          <p:nvPr/>
        </p:nvSpPr>
        <p:spPr>
          <a:xfrm>
            <a:off x="5412916" y="267279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3" name="Oval 2032"/>
          <p:cNvSpPr/>
          <p:nvPr/>
        </p:nvSpPr>
        <p:spPr>
          <a:xfrm>
            <a:off x="5392105" y="267279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4" name="Oval 2033"/>
          <p:cNvSpPr/>
          <p:nvPr/>
        </p:nvSpPr>
        <p:spPr>
          <a:xfrm>
            <a:off x="5403676" y="267279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5" name="Oval 2034"/>
          <p:cNvSpPr/>
          <p:nvPr/>
        </p:nvSpPr>
        <p:spPr>
          <a:xfrm>
            <a:off x="5411392" y="268663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6" name="Oval 2035"/>
          <p:cNvSpPr/>
          <p:nvPr/>
        </p:nvSpPr>
        <p:spPr>
          <a:xfrm>
            <a:off x="5394538" y="268663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7" name="Oval 2036"/>
          <p:cNvSpPr/>
          <p:nvPr/>
        </p:nvSpPr>
        <p:spPr>
          <a:xfrm>
            <a:off x="5421168" y="268663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8" name="Oval 2037"/>
          <p:cNvSpPr/>
          <p:nvPr/>
        </p:nvSpPr>
        <p:spPr>
          <a:xfrm>
            <a:off x="5406107" y="269356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9" name="Oval 2038"/>
          <p:cNvSpPr/>
          <p:nvPr/>
        </p:nvSpPr>
        <p:spPr>
          <a:xfrm>
            <a:off x="5361245" y="269356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0" name="Oval 2039"/>
          <p:cNvSpPr/>
          <p:nvPr/>
        </p:nvSpPr>
        <p:spPr>
          <a:xfrm>
            <a:off x="5356414" y="270740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1" name="Oval 2040"/>
          <p:cNvSpPr/>
          <p:nvPr/>
        </p:nvSpPr>
        <p:spPr>
          <a:xfrm>
            <a:off x="5425701" y="271433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2" name="Oval 2041"/>
          <p:cNvSpPr/>
          <p:nvPr/>
        </p:nvSpPr>
        <p:spPr>
          <a:xfrm>
            <a:off x="5405948" y="272125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3" name="Oval 2042"/>
          <p:cNvSpPr/>
          <p:nvPr/>
        </p:nvSpPr>
        <p:spPr>
          <a:xfrm>
            <a:off x="5404406" y="272817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4" name="Oval 2043"/>
          <p:cNvSpPr/>
          <p:nvPr/>
        </p:nvSpPr>
        <p:spPr>
          <a:xfrm>
            <a:off x="5389647" y="273510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5" name="Oval 2044"/>
          <p:cNvSpPr/>
          <p:nvPr/>
        </p:nvSpPr>
        <p:spPr>
          <a:xfrm>
            <a:off x="5384159" y="274202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6" name="Oval 2045"/>
          <p:cNvSpPr/>
          <p:nvPr/>
        </p:nvSpPr>
        <p:spPr>
          <a:xfrm>
            <a:off x="5405909" y="274894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7" name="Oval 2046"/>
          <p:cNvSpPr/>
          <p:nvPr/>
        </p:nvSpPr>
        <p:spPr>
          <a:xfrm>
            <a:off x="5354599" y="274894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8" name="Oval 2047"/>
          <p:cNvSpPr/>
          <p:nvPr/>
        </p:nvSpPr>
        <p:spPr>
          <a:xfrm>
            <a:off x="5356994" y="275587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9" name="Oval 2048"/>
          <p:cNvSpPr/>
          <p:nvPr/>
        </p:nvSpPr>
        <p:spPr>
          <a:xfrm>
            <a:off x="5390075" y="275587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0" name="Oval 2049"/>
          <p:cNvSpPr/>
          <p:nvPr/>
        </p:nvSpPr>
        <p:spPr>
          <a:xfrm>
            <a:off x="5373084" y="277664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1" name="Oval 2050"/>
          <p:cNvSpPr/>
          <p:nvPr/>
        </p:nvSpPr>
        <p:spPr>
          <a:xfrm>
            <a:off x="5415167" y="278356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2" name="Oval 2051"/>
          <p:cNvSpPr/>
          <p:nvPr/>
        </p:nvSpPr>
        <p:spPr>
          <a:xfrm>
            <a:off x="5364739" y="279048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3" name="Oval 2052"/>
          <p:cNvSpPr/>
          <p:nvPr/>
        </p:nvSpPr>
        <p:spPr>
          <a:xfrm>
            <a:off x="5408409" y="279048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4" name="Oval 2053"/>
          <p:cNvSpPr/>
          <p:nvPr/>
        </p:nvSpPr>
        <p:spPr>
          <a:xfrm>
            <a:off x="5408257" y="279741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5" name="Oval 2054"/>
          <p:cNvSpPr/>
          <p:nvPr/>
        </p:nvSpPr>
        <p:spPr>
          <a:xfrm>
            <a:off x="5422063" y="280433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6" name="Oval 2055"/>
          <p:cNvSpPr/>
          <p:nvPr/>
        </p:nvSpPr>
        <p:spPr>
          <a:xfrm>
            <a:off x="5358881" y="280433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7" name="Oval 2056"/>
          <p:cNvSpPr/>
          <p:nvPr/>
        </p:nvSpPr>
        <p:spPr>
          <a:xfrm>
            <a:off x="5394586" y="280433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8" name="Oval 2057"/>
          <p:cNvSpPr/>
          <p:nvPr/>
        </p:nvSpPr>
        <p:spPr>
          <a:xfrm>
            <a:off x="5361919" y="280433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9" name="Oval 2058"/>
          <p:cNvSpPr/>
          <p:nvPr/>
        </p:nvSpPr>
        <p:spPr>
          <a:xfrm>
            <a:off x="5363789" y="280433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0" name="Oval 2059"/>
          <p:cNvSpPr/>
          <p:nvPr/>
        </p:nvSpPr>
        <p:spPr>
          <a:xfrm>
            <a:off x="5371740" y="281125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1" name="Oval 2060"/>
          <p:cNvSpPr/>
          <p:nvPr/>
        </p:nvSpPr>
        <p:spPr>
          <a:xfrm>
            <a:off x="5372884" y="281818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2" name="Oval 2061"/>
          <p:cNvSpPr/>
          <p:nvPr/>
        </p:nvSpPr>
        <p:spPr>
          <a:xfrm>
            <a:off x="5431382" y="282510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3" name="Oval 2062"/>
          <p:cNvSpPr/>
          <p:nvPr/>
        </p:nvSpPr>
        <p:spPr>
          <a:xfrm>
            <a:off x="5424617" y="283202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4" name="Oval 2063"/>
          <p:cNvSpPr/>
          <p:nvPr/>
        </p:nvSpPr>
        <p:spPr>
          <a:xfrm>
            <a:off x="5367766" y="283895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5" name="Oval 2064"/>
          <p:cNvSpPr/>
          <p:nvPr/>
        </p:nvSpPr>
        <p:spPr>
          <a:xfrm>
            <a:off x="5396214" y="284587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6" name="Oval 2065"/>
          <p:cNvSpPr/>
          <p:nvPr/>
        </p:nvSpPr>
        <p:spPr>
          <a:xfrm>
            <a:off x="5364884" y="284587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7" name="Oval 2066"/>
          <p:cNvSpPr/>
          <p:nvPr/>
        </p:nvSpPr>
        <p:spPr>
          <a:xfrm>
            <a:off x="5383997" y="284587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8" name="Oval 2067"/>
          <p:cNvSpPr/>
          <p:nvPr/>
        </p:nvSpPr>
        <p:spPr>
          <a:xfrm>
            <a:off x="5346604" y="285972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9" name="Oval 2068"/>
          <p:cNvSpPr/>
          <p:nvPr/>
        </p:nvSpPr>
        <p:spPr>
          <a:xfrm>
            <a:off x="5371407" y="285972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0" name="Oval 2069"/>
          <p:cNvSpPr/>
          <p:nvPr/>
        </p:nvSpPr>
        <p:spPr>
          <a:xfrm>
            <a:off x="5374747" y="285972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1" name="Oval 2070"/>
          <p:cNvSpPr/>
          <p:nvPr/>
        </p:nvSpPr>
        <p:spPr>
          <a:xfrm>
            <a:off x="5415682" y="285972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2" name="Oval 2071"/>
          <p:cNvSpPr/>
          <p:nvPr/>
        </p:nvSpPr>
        <p:spPr>
          <a:xfrm>
            <a:off x="5417769" y="287356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3" name="Oval 2072"/>
          <p:cNvSpPr/>
          <p:nvPr/>
        </p:nvSpPr>
        <p:spPr>
          <a:xfrm>
            <a:off x="5404346" y="288049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4" name="Oval 2073"/>
          <p:cNvSpPr/>
          <p:nvPr/>
        </p:nvSpPr>
        <p:spPr>
          <a:xfrm>
            <a:off x="5351149" y="288049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5" name="Oval 2074"/>
          <p:cNvSpPr/>
          <p:nvPr/>
        </p:nvSpPr>
        <p:spPr>
          <a:xfrm>
            <a:off x="5365664" y="288049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6" name="Oval 2075"/>
          <p:cNvSpPr/>
          <p:nvPr/>
        </p:nvSpPr>
        <p:spPr>
          <a:xfrm>
            <a:off x="5425897" y="288741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7" name="Oval 2076"/>
          <p:cNvSpPr/>
          <p:nvPr/>
        </p:nvSpPr>
        <p:spPr>
          <a:xfrm>
            <a:off x="5415029" y="288741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8" name="Oval 2077"/>
          <p:cNvSpPr/>
          <p:nvPr/>
        </p:nvSpPr>
        <p:spPr>
          <a:xfrm>
            <a:off x="5361233" y="288741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9" name="Oval 2078"/>
          <p:cNvSpPr/>
          <p:nvPr/>
        </p:nvSpPr>
        <p:spPr>
          <a:xfrm>
            <a:off x="5398416" y="290126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0" name="Oval 2079"/>
          <p:cNvSpPr/>
          <p:nvPr/>
        </p:nvSpPr>
        <p:spPr>
          <a:xfrm>
            <a:off x="5404365" y="290818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1" name="Oval 2080"/>
          <p:cNvSpPr/>
          <p:nvPr/>
        </p:nvSpPr>
        <p:spPr>
          <a:xfrm>
            <a:off x="5389839" y="291510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2" name="Oval 2081"/>
          <p:cNvSpPr/>
          <p:nvPr/>
        </p:nvSpPr>
        <p:spPr>
          <a:xfrm>
            <a:off x="5392107" y="291510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3" name="Oval 2082"/>
          <p:cNvSpPr/>
          <p:nvPr/>
        </p:nvSpPr>
        <p:spPr>
          <a:xfrm>
            <a:off x="5351008" y="292203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4" name="Oval 2083"/>
          <p:cNvSpPr/>
          <p:nvPr/>
        </p:nvSpPr>
        <p:spPr>
          <a:xfrm>
            <a:off x="5352653" y="292895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5" name="Oval 2084"/>
          <p:cNvSpPr/>
          <p:nvPr/>
        </p:nvSpPr>
        <p:spPr>
          <a:xfrm>
            <a:off x="5412186" y="294280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6" name="Oval 2085"/>
          <p:cNvSpPr/>
          <p:nvPr/>
        </p:nvSpPr>
        <p:spPr>
          <a:xfrm>
            <a:off x="5366208" y="294280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7" name="Oval 2086"/>
          <p:cNvSpPr/>
          <p:nvPr/>
        </p:nvSpPr>
        <p:spPr>
          <a:xfrm>
            <a:off x="5358114" y="294280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8" name="Oval 2087"/>
          <p:cNvSpPr/>
          <p:nvPr/>
        </p:nvSpPr>
        <p:spPr>
          <a:xfrm>
            <a:off x="5394542" y="294972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9" name="Oval 2088"/>
          <p:cNvSpPr/>
          <p:nvPr/>
        </p:nvSpPr>
        <p:spPr>
          <a:xfrm>
            <a:off x="5428103" y="294972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0" name="Oval 2089"/>
          <p:cNvSpPr/>
          <p:nvPr/>
        </p:nvSpPr>
        <p:spPr>
          <a:xfrm>
            <a:off x="5365102" y="294972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1" name="Oval 2090"/>
          <p:cNvSpPr/>
          <p:nvPr/>
        </p:nvSpPr>
        <p:spPr>
          <a:xfrm>
            <a:off x="5376716" y="295664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2" name="Oval 2091"/>
          <p:cNvSpPr/>
          <p:nvPr/>
        </p:nvSpPr>
        <p:spPr>
          <a:xfrm>
            <a:off x="5400203" y="296357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3" name="Oval 2092"/>
          <p:cNvSpPr/>
          <p:nvPr/>
        </p:nvSpPr>
        <p:spPr>
          <a:xfrm>
            <a:off x="5373335" y="297741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4" name="Oval 2093"/>
          <p:cNvSpPr/>
          <p:nvPr/>
        </p:nvSpPr>
        <p:spPr>
          <a:xfrm>
            <a:off x="5379175" y="297741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5" name="Oval 2094"/>
          <p:cNvSpPr/>
          <p:nvPr/>
        </p:nvSpPr>
        <p:spPr>
          <a:xfrm>
            <a:off x="5359386" y="298434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6" name="Oval 2095"/>
          <p:cNvSpPr/>
          <p:nvPr/>
        </p:nvSpPr>
        <p:spPr>
          <a:xfrm>
            <a:off x="5422154" y="298434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" name="Oval 2096"/>
          <p:cNvSpPr/>
          <p:nvPr/>
        </p:nvSpPr>
        <p:spPr>
          <a:xfrm>
            <a:off x="5372777" y="299126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8" name="Oval 2097"/>
          <p:cNvSpPr/>
          <p:nvPr/>
        </p:nvSpPr>
        <p:spPr>
          <a:xfrm>
            <a:off x="5388600" y="299126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9" name="Oval 2098"/>
          <p:cNvSpPr/>
          <p:nvPr/>
        </p:nvSpPr>
        <p:spPr>
          <a:xfrm>
            <a:off x="5368645" y="299818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0" name="Oval 2099"/>
          <p:cNvSpPr/>
          <p:nvPr/>
        </p:nvSpPr>
        <p:spPr>
          <a:xfrm>
            <a:off x="5422505" y="301895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1" name="Oval 2100"/>
          <p:cNvSpPr/>
          <p:nvPr/>
        </p:nvSpPr>
        <p:spPr>
          <a:xfrm>
            <a:off x="5427985" y="302588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2" name="Oval 2101"/>
          <p:cNvSpPr/>
          <p:nvPr/>
        </p:nvSpPr>
        <p:spPr>
          <a:xfrm>
            <a:off x="5408606" y="303972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" name="Oval 2102"/>
          <p:cNvSpPr/>
          <p:nvPr/>
        </p:nvSpPr>
        <p:spPr>
          <a:xfrm>
            <a:off x="5430847" y="303972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" name="Oval 2103"/>
          <p:cNvSpPr/>
          <p:nvPr/>
        </p:nvSpPr>
        <p:spPr>
          <a:xfrm>
            <a:off x="5364595" y="303972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5" name="Oval 2104"/>
          <p:cNvSpPr/>
          <p:nvPr/>
        </p:nvSpPr>
        <p:spPr>
          <a:xfrm>
            <a:off x="5387115" y="304665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6" name="Oval 2105"/>
          <p:cNvSpPr/>
          <p:nvPr/>
        </p:nvSpPr>
        <p:spPr>
          <a:xfrm>
            <a:off x="5427362" y="305357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7" name="Oval 2106"/>
          <p:cNvSpPr/>
          <p:nvPr/>
        </p:nvSpPr>
        <p:spPr>
          <a:xfrm>
            <a:off x="5386756" y="305357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8" name="Oval 2107"/>
          <p:cNvSpPr/>
          <p:nvPr/>
        </p:nvSpPr>
        <p:spPr>
          <a:xfrm>
            <a:off x="5406202" y="305357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9" name="Oval 2108"/>
          <p:cNvSpPr/>
          <p:nvPr/>
        </p:nvSpPr>
        <p:spPr>
          <a:xfrm>
            <a:off x="5401630" y="308126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0" name="Oval 2109"/>
          <p:cNvSpPr/>
          <p:nvPr/>
        </p:nvSpPr>
        <p:spPr>
          <a:xfrm>
            <a:off x="5396063" y="308819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1" name="Oval 2110"/>
          <p:cNvSpPr/>
          <p:nvPr/>
        </p:nvSpPr>
        <p:spPr>
          <a:xfrm>
            <a:off x="5377420" y="308819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2" name="Oval 2111"/>
          <p:cNvSpPr/>
          <p:nvPr/>
        </p:nvSpPr>
        <p:spPr>
          <a:xfrm>
            <a:off x="5374778" y="308819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3" name="Oval 2112"/>
          <p:cNvSpPr/>
          <p:nvPr/>
        </p:nvSpPr>
        <p:spPr>
          <a:xfrm>
            <a:off x="5431460" y="310203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4" name="Oval 2113"/>
          <p:cNvSpPr/>
          <p:nvPr/>
        </p:nvSpPr>
        <p:spPr>
          <a:xfrm>
            <a:off x="5365978" y="311588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5" name="Oval 2114"/>
          <p:cNvSpPr/>
          <p:nvPr/>
        </p:nvSpPr>
        <p:spPr>
          <a:xfrm>
            <a:off x="5414824" y="312280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6" name="Oval 2115"/>
          <p:cNvSpPr/>
          <p:nvPr/>
        </p:nvSpPr>
        <p:spPr>
          <a:xfrm>
            <a:off x="5363977" y="312280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7" name="Oval 2116"/>
          <p:cNvSpPr/>
          <p:nvPr/>
        </p:nvSpPr>
        <p:spPr>
          <a:xfrm>
            <a:off x="5381353" y="312280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8" name="Oval 2117"/>
          <p:cNvSpPr/>
          <p:nvPr/>
        </p:nvSpPr>
        <p:spPr>
          <a:xfrm>
            <a:off x="5407696" y="312973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9" name="Oval 2118"/>
          <p:cNvSpPr/>
          <p:nvPr/>
        </p:nvSpPr>
        <p:spPr>
          <a:xfrm>
            <a:off x="5415725" y="313665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0" name="Oval 2119"/>
          <p:cNvSpPr/>
          <p:nvPr/>
        </p:nvSpPr>
        <p:spPr>
          <a:xfrm>
            <a:off x="5374571" y="314357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1" name="Oval 2120"/>
          <p:cNvSpPr/>
          <p:nvPr/>
        </p:nvSpPr>
        <p:spPr>
          <a:xfrm>
            <a:off x="5406901" y="314357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2" name="Oval 2121"/>
          <p:cNvSpPr/>
          <p:nvPr/>
        </p:nvSpPr>
        <p:spPr>
          <a:xfrm>
            <a:off x="5361298" y="315050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3" name="Oval 2122"/>
          <p:cNvSpPr/>
          <p:nvPr/>
        </p:nvSpPr>
        <p:spPr>
          <a:xfrm>
            <a:off x="5377868" y="315742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4" name="Oval 2123"/>
          <p:cNvSpPr/>
          <p:nvPr/>
        </p:nvSpPr>
        <p:spPr>
          <a:xfrm>
            <a:off x="5393254" y="317127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5" name="Oval 2124"/>
          <p:cNvSpPr/>
          <p:nvPr/>
        </p:nvSpPr>
        <p:spPr>
          <a:xfrm>
            <a:off x="5392689" y="31851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6" name="Oval 2125"/>
          <p:cNvSpPr/>
          <p:nvPr/>
        </p:nvSpPr>
        <p:spPr>
          <a:xfrm>
            <a:off x="5394283" y="319204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7" name="Oval 2126"/>
          <p:cNvSpPr/>
          <p:nvPr/>
        </p:nvSpPr>
        <p:spPr>
          <a:xfrm>
            <a:off x="5392831" y="320588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8" name="Oval 2127"/>
          <p:cNvSpPr/>
          <p:nvPr/>
        </p:nvSpPr>
        <p:spPr>
          <a:xfrm>
            <a:off x="5381719" y="32266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9" name="Oval 2128"/>
          <p:cNvSpPr/>
          <p:nvPr/>
        </p:nvSpPr>
        <p:spPr>
          <a:xfrm>
            <a:off x="5399860" y="32474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0" name="Oval 2129"/>
          <p:cNvSpPr/>
          <p:nvPr/>
        </p:nvSpPr>
        <p:spPr>
          <a:xfrm>
            <a:off x="5374352" y="32474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1" name="Oval 2130"/>
          <p:cNvSpPr/>
          <p:nvPr/>
        </p:nvSpPr>
        <p:spPr>
          <a:xfrm>
            <a:off x="5402622" y="32474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2" name="Oval 2131"/>
          <p:cNvSpPr/>
          <p:nvPr/>
        </p:nvSpPr>
        <p:spPr>
          <a:xfrm>
            <a:off x="5378633" y="33928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3" name="Oval 2132"/>
          <p:cNvSpPr/>
          <p:nvPr/>
        </p:nvSpPr>
        <p:spPr>
          <a:xfrm>
            <a:off x="5357936" y="342050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4" name="Oval 2133"/>
          <p:cNvSpPr/>
          <p:nvPr/>
        </p:nvSpPr>
        <p:spPr>
          <a:xfrm>
            <a:off x="5351338" y="34482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5" name="Oval 2134"/>
          <p:cNvSpPr/>
          <p:nvPr/>
        </p:nvSpPr>
        <p:spPr>
          <a:xfrm>
            <a:off x="5409715" y="34482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6" name="Oval 2135"/>
          <p:cNvSpPr/>
          <p:nvPr/>
        </p:nvSpPr>
        <p:spPr>
          <a:xfrm>
            <a:off x="5380519" y="34689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7" name="Oval 2136"/>
          <p:cNvSpPr/>
          <p:nvPr/>
        </p:nvSpPr>
        <p:spPr>
          <a:xfrm>
            <a:off x="5407463" y="34758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8" name="Oval 2137"/>
          <p:cNvSpPr/>
          <p:nvPr/>
        </p:nvSpPr>
        <p:spPr>
          <a:xfrm>
            <a:off x="5371458" y="351743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9" name="Oval 2138"/>
          <p:cNvSpPr/>
          <p:nvPr/>
        </p:nvSpPr>
        <p:spPr>
          <a:xfrm>
            <a:off x="5393021" y="356589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0" name="Oval 2139"/>
          <p:cNvSpPr/>
          <p:nvPr/>
        </p:nvSpPr>
        <p:spPr>
          <a:xfrm>
            <a:off x="5377057" y="376667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1" name="Oval 2140"/>
          <p:cNvSpPr/>
          <p:nvPr/>
        </p:nvSpPr>
        <p:spPr>
          <a:xfrm>
            <a:off x="5413729" y="378744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2" name="Oval 2141"/>
          <p:cNvSpPr/>
          <p:nvPr/>
        </p:nvSpPr>
        <p:spPr>
          <a:xfrm>
            <a:off x="5427665" y="380821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3" name="Oval 2142"/>
          <p:cNvSpPr/>
          <p:nvPr/>
        </p:nvSpPr>
        <p:spPr>
          <a:xfrm>
            <a:off x="5397388" y="384283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4" name="Oval 2143"/>
          <p:cNvSpPr/>
          <p:nvPr/>
        </p:nvSpPr>
        <p:spPr>
          <a:xfrm>
            <a:off x="5399539" y="395360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5" name="Oval 2144"/>
          <p:cNvSpPr/>
          <p:nvPr/>
        </p:nvSpPr>
        <p:spPr>
          <a:xfrm>
            <a:off x="5432617" y="409899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6" name="Oval 2145"/>
          <p:cNvSpPr/>
          <p:nvPr/>
        </p:nvSpPr>
        <p:spPr>
          <a:xfrm>
            <a:off x="5354456" y="437592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7" name="Oval 2146"/>
          <p:cNvSpPr/>
          <p:nvPr/>
        </p:nvSpPr>
        <p:spPr>
          <a:xfrm>
            <a:off x="5350282" y="438285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8" name="Oval 2147"/>
          <p:cNvSpPr/>
          <p:nvPr/>
        </p:nvSpPr>
        <p:spPr>
          <a:xfrm>
            <a:off x="5407472" y="455593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9" name="Oval 2148"/>
          <p:cNvSpPr/>
          <p:nvPr/>
        </p:nvSpPr>
        <p:spPr>
          <a:xfrm>
            <a:off x="5364936" y="567058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0" name="Oval 2149"/>
          <p:cNvSpPr/>
          <p:nvPr/>
        </p:nvSpPr>
        <p:spPr>
          <a:xfrm>
            <a:off x="5379895" y="567751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1" name="Oval 2150"/>
          <p:cNvSpPr/>
          <p:nvPr/>
        </p:nvSpPr>
        <p:spPr>
          <a:xfrm>
            <a:off x="5349518" y="57121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2" name="Oval 2151"/>
          <p:cNvSpPr/>
          <p:nvPr/>
        </p:nvSpPr>
        <p:spPr>
          <a:xfrm>
            <a:off x="5409551" y="57328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3" name="Oval 2152"/>
          <p:cNvSpPr/>
          <p:nvPr/>
        </p:nvSpPr>
        <p:spPr>
          <a:xfrm>
            <a:off x="5381961" y="577443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4" name="Oval 2153"/>
          <p:cNvSpPr/>
          <p:nvPr/>
        </p:nvSpPr>
        <p:spPr>
          <a:xfrm>
            <a:off x="5401789" y="578135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5" name="Oval 2154"/>
          <p:cNvSpPr/>
          <p:nvPr/>
        </p:nvSpPr>
        <p:spPr>
          <a:xfrm>
            <a:off x="5383290" y="580905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6" name="TextBox 2155"/>
          <p:cNvSpPr txBox="1"/>
          <p:nvPr/>
        </p:nvSpPr>
        <p:spPr>
          <a:xfrm>
            <a:off x="525780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C53E1F"/>
                </a:solidFill>
                <a:latin typeface="Arial"/>
              </a:rPr>
              <a:t>13</a:t>
            </a:r>
          </a:p>
        </p:txBody>
      </p:sp>
      <p:cxnSp>
        <p:nvCxnSpPr>
          <p:cNvPr id="2157" name="Connector 2156"/>
          <p:cNvCxnSpPr/>
          <p:nvPr/>
        </p:nvCxnSpPr>
        <p:spPr>
          <a:xfrm flipV="1">
            <a:off x="5703570" y="5405018"/>
            <a:ext cx="0" cy="612672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8" name="Connector 2157"/>
          <p:cNvCxnSpPr/>
          <p:nvPr/>
        </p:nvCxnSpPr>
        <p:spPr>
          <a:xfrm>
            <a:off x="5658993" y="6017690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9" name="Connector 2158"/>
          <p:cNvCxnSpPr/>
          <p:nvPr/>
        </p:nvCxnSpPr>
        <p:spPr>
          <a:xfrm>
            <a:off x="5658993" y="5405018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0" name="Rectangle 2159"/>
          <p:cNvSpPr/>
          <p:nvPr/>
        </p:nvSpPr>
        <p:spPr>
          <a:xfrm>
            <a:off x="5614416" y="5980162"/>
            <a:ext cx="178308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61" name="Connector 2160"/>
          <p:cNvCxnSpPr/>
          <p:nvPr/>
        </p:nvCxnSpPr>
        <p:spPr>
          <a:xfrm>
            <a:off x="5614416" y="5958884"/>
            <a:ext cx="178308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2" name="Oval 2161"/>
          <p:cNvSpPr/>
          <p:nvPr/>
        </p:nvSpPr>
        <p:spPr>
          <a:xfrm>
            <a:off x="5706477" y="538673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3" name="Oval 2162"/>
          <p:cNvSpPr/>
          <p:nvPr/>
        </p:nvSpPr>
        <p:spPr>
          <a:xfrm>
            <a:off x="5656620" y="540750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4" name="Oval 2163"/>
          <p:cNvSpPr/>
          <p:nvPr/>
        </p:nvSpPr>
        <p:spPr>
          <a:xfrm>
            <a:off x="5702750" y="548365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5" name="Oval 2164"/>
          <p:cNvSpPr/>
          <p:nvPr/>
        </p:nvSpPr>
        <p:spPr>
          <a:xfrm>
            <a:off x="5729123" y="555289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6" name="Oval 2165"/>
          <p:cNvSpPr/>
          <p:nvPr/>
        </p:nvSpPr>
        <p:spPr>
          <a:xfrm>
            <a:off x="5720350" y="557366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7" name="Oval 2166"/>
          <p:cNvSpPr/>
          <p:nvPr/>
        </p:nvSpPr>
        <p:spPr>
          <a:xfrm>
            <a:off x="5692661" y="56498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8" name="Oval 2167"/>
          <p:cNvSpPr/>
          <p:nvPr/>
        </p:nvSpPr>
        <p:spPr>
          <a:xfrm>
            <a:off x="5662072" y="580212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9" name="Oval 2168"/>
          <p:cNvSpPr/>
          <p:nvPr/>
        </p:nvSpPr>
        <p:spPr>
          <a:xfrm>
            <a:off x="5641708" y="581597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0" name="Oval 2169"/>
          <p:cNvSpPr/>
          <p:nvPr/>
        </p:nvSpPr>
        <p:spPr>
          <a:xfrm>
            <a:off x="5716662" y="581597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1" name="Oval 2170"/>
          <p:cNvSpPr/>
          <p:nvPr/>
        </p:nvSpPr>
        <p:spPr>
          <a:xfrm>
            <a:off x="5690207" y="581597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2" name="Oval 2171"/>
          <p:cNvSpPr/>
          <p:nvPr/>
        </p:nvSpPr>
        <p:spPr>
          <a:xfrm>
            <a:off x="5727971" y="582289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3" name="Oval 2172"/>
          <p:cNvSpPr/>
          <p:nvPr/>
        </p:nvSpPr>
        <p:spPr>
          <a:xfrm>
            <a:off x="5644442" y="582982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4" name="Oval 2173"/>
          <p:cNvSpPr/>
          <p:nvPr/>
        </p:nvSpPr>
        <p:spPr>
          <a:xfrm>
            <a:off x="5721472" y="582982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5" name="Oval 2174"/>
          <p:cNvSpPr/>
          <p:nvPr/>
        </p:nvSpPr>
        <p:spPr>
          <a:xfrm>
            <a:off x="5713858" y="584366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6" name="Oval 2175"/>
          <p:cNvSpPr/>
          <p:nvPr/>
        </p:nvSpPr>
        <p:spPr>
          <a:xfrm>
            <a:off x="5659470" y="585059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7" name="Oval 2176"/>
          <p:cNvSpPr/>
          <p:nvPr/>
        </p:nvSpPr>
        <p:spPr>
          <a:xfrm>
            <a:off x="5643741" y="58575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8" name="Oval 2177"/>
          <p:cNvSpPr/>
          <p:nvPr/>
        </p:nvSpPr>
        <p:spPr>
          <a:xfrm>
            <a:off x="5654172" y="58575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9" name="Oval 2178"/>
          <p:cNvSpPr/>
          <p:nvPr/>
        </p:nvSpPr>
        <p:spPr>
          <a:xfrm>
            <a:off x="5644029" y="58575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0" name="Oval 2179"/>
          <p:cNvSpPr/>
          <p:nvPr/>
        </p:nvSpPr>
        <p:spPr>
          <a:xfrm>
            <a:off x="5675173" y="58575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1" name="Oval 2180"/>
          <p:cNvSpPr/>
          <p:nvPr/>
        </p:nvSpPr>
        <p:spPr>
          <a:xfrm>
            <a:off x="5673423" y="587136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2" name="Oval 2181"/>
          <p:cNvSpPr/>
          <p:nvPr/>
        </p:nvSpPr>
        <p:spPr>
          <a:xfrm>
            <a:off x="5677055" y="587828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3" name="Oval 2182"/>
          <p:cNvSpPr/>
          <p:nvPr/>
        </p:nvSpPr>
        <p:spPr>
          <a:xfrm>
            <a:off x="5679321" y="587828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4" name="Oval 2183"/>
          <p:cNvSpPr/>
          <p:nvPr/>
        </p:nvSpPr>
        <p:spPr>
          <a:xfrm>
            <a:off x="5677246" y="588520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5" name="Oval 2184"/>
          <p:cNvSpPr/>
          <p:nvPr/>
        </p:nvSpPr>
        <p:spPr>
          <a:xfrm>
            <a:off x="5711124" y="588520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6" name="Oval 2185"/>
          <p:cNvSpPr/>
          <p:nvPr/>
        </p:nvSpPr>
        <p:spPr>
          <a:xfrm>
            <a:off x="5700760" y="58921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7" name="Oval 2186"/>
          <p:cNvSpPr/>
          <p:nvPr/>
        </p:nvSpPr>
        <p:spPr>
          <a:xfrm>
            <a:off x="5662552" y="58921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8" name="Oval 2187"/>
          <p:cNvSpPr/>
          <p:nvPr/>
        </p:nvSpPr>
        <p:spPr>
          <a:xfrm>
            <a:off x="5656946" y="58990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9" name="Oval 2188"/>
          <p:cNvSpPr/>
          <p:nvPr/>
        </p:nvSpPr>
        <p:spPr>
          <a:xfrm>
            <a:off x="5720162" y="58990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0" name="Oval 2189"/>
          <p:cNvSpPr/>
          <p:nvPr/>
        </p:nvSpPr>
        <p:spPr>
          <a:xfrm>
            <a:off x="5689072" y="589905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1" name="Oval 2190"/>
          <p:cNvSpPr/>
          <p:nvPr/>
        </p:nvSpPr>
        <p:spPr>
          <a:xfrm>
            <a:off x="5707207" y="59059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2" name="Oval 2191"/>
          <p:cNvSpPr/>
          <p:nvPr/>
        </p:nvSpPr>
        <p:spPr>
          <a:xfrm>
            <a:off x="5718352" y="59059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3" name="Oval 2192"/>
          <p:cNvSpPr/>
          <p:nvPr/>
        </p:nvSpPr>
        <p:spPr>
          <a:xfrm>
            <a:off x="5658600" y="590597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4" name="Oval 2193"/>
          <p:cNvSpPr/>
          <p:nvPr/>
        </p:nvSpPr>
        <p:spPr>
          <a:xfrm>
            <a:off x="5661696" y="59129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5" name="Oval 2194"/>
          <p:cNvSpPr/>
          <p:nvPr/>
        </p:nvSpPr>
        <p:spPr>
          <a:xfrm>
            <a:off x="5668106" y="59129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6" name="Oval 2195"/>
          <p:cNvSpPr/>
          <p:nvPr/>
        </p:nvSpPr>
        <p:spPr>
          <a:xfrm>
            <a:off x="5716521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7" name="Oval 2196"/>
          <p:cNvSpPr/>
          <p:nvPr/>
        </p:nvSpPr>
        <p:spPr>
          <a:xfrm>
            <a:off x="5656385" y="59267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8" name="Oval 2197"/>
          <p:cNvSpPr/>
          <p:nvPr/>
        </p:nvSpPr>
        <p:spPr>
          <a:xfrm>
            <a:off x="5715895" y="59267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9" name="Oval 2198"/>
          <p:cNvSpPr/>
          <p:nvPr/>
        </p:nvSpPr>
        <p:spPr>
          <a:xfrm>
            <a:off x="5701157" y="59267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0" name="Oval 2199"/>
          <p:cNvSpPr/>
          <p:nvPr/>
        </p:nvSpPr>
        <p:spPr>
          <a:xfrm>
            <a:off x="5701603" y="59267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1" name="Oval 2200"/>
          <p:cNvSpPr/>
          <p:nvPr/>
        </p:nvSpPr>
        <p:spPr>
          <a:xfrm>
            <a:off x="5669571" y="59267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2" name="Oval 2201"/>
          <p:cNvSpPr/>
          <p:nvPr/>
        </p:nvSpPr>
        <p:spPr>
          <a:xfrm>
            <a:off x="5708548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3" name="Oval 2202"/>
          <p:cNvSpPr/>
          <p:nvPr/>
        </p:nvSpPr>
        <p:spPr>
          <a:xfrm>
            <a:off x="5709741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4" name="Oval 2203"/>
          <p:cNvSpPr/>
          <p:nvPr/>
        </p:nvSpPr>
        <p:spPr>
          <a:xfrm>
            <a:off x="5643883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5" name="Oval 2204"/>
          <p:cNvSpPr/>
          <p:nvPr/>
        </p:nvSpPr>
        <p:spPr>
          <a:xfrm>
            <a:off x="5686426" y="59336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6" name="Oval 2205"/>
          <p:cNvSpPr/>
          <p:nvPr/>
        </p:nvSpPr>
        <p:spPr>
          <a:xfrm>
            <a:off x="5696382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7" name="Oval 2206"/>
          <p:cNvSpPr/>
          <p:nvPr/>
        </p:nvSpPr>
        <p:spPr>
          <a:xfrm>
            <a:off x="5651396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8" name="Oval 2207"/>
          <p:cNvSpPr/>
          <p:nvPr/>
        </p:nvSpPr>
        <p:spPr>
          <a:xfrm>
            <a:off x="5655384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9" name="Oval 2208"/>
          <p:cNvSpPr/>
          <p:nvPr/>
        </p:nvSpPr>
        <p:spPr>
          <a:xfrm>
            <a:off x="5666097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0" name="Oval 2209"/>
          <p:cNvSpPr/>
          <p:nvPr/>
        </p:nvSpPr>
        <p:spPr>
          <a:xfrm>
            <a:off x="5640929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1" name="Oval 2210"/>
          <p:cNvSpPr/>
          <p:nvPr/>
        </p:nvSpPr>
        <p:spPr>
          <a:xfrm>
            <a:off x="5678410" y="59475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2" name="Oval 2211"/>
          <p:cNvSpPr/>
          <p:nvPr/>
        </p:nvSpPr>
        <p:spPr>
          <a:xfrm>
            <a:off x="5711344" y="59475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3" name="Oval 2212"/>
          <p:cNvSpPr/>
          <p:nvPr/>
        </p:nvSpPr>
        <p:spPr>
          <a:xfrm>
            <a:off x="5692118" y="59475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4" name="Oval 2213"/>
          <p:cNvSpPr/>
          <p:nvPr/>
        </p:nvSpPr>
        <p:spPr>
          <a:xfrm>
            <a:off x="5684066" y="594893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5" name="Oval 2214"/>
          <p:cNvSpPr/>
          <p:nvPr/>
        </p:nvSpPr>
        <p:spPr>
          <a:xfrm>
            <a:off x="5676126" y="595070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6" name="Oval 2215"/>
          <p:cNvSpPr/>
          <p:nvPr/>
        </p:nvSpPr>
        <p:spPr>
          <a:xfrm>
            <a:off x="5714292" y="595153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7" name="Oval 2216"/>
          <p:cNvSpPr/>
          <p:nvPr/>
        </p:nvSpPr>
        <p:spPr>
          <a:xfrm>
            <a:off x="5669836" y="595289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8" name="Oval 2217"/>
          <p:cNvSpPr/>
          <p:nvPr/>
        </p:nvSpPr>
        <p:spPr>
          <a:xfrm>
            <a:off x="5689207" y="595316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9" name="Oval 2218"/>
          <p:cNvSpPr/>
          <p:nvPr/>
        </p:nvSpPr>
        <p:spPr>
          <a:xfrm>
            <a:off x="5675273" y="595366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0" name="Oval 2219"/>
          <p:cNvSpPr/>
          <p:nvPr/>
        </p:nvSpPr>
        <p:spPr>
          <a:xfrm>
            <a:off x="5709149" y="595390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1" name="Oval 2220"/>
          <p:cNvSpPr/>
          <p:nvPr/>
        </p:nvSpPr>
        <p:spPr>
          <a:xfrm>
            <a:off x="5693999" y="595596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2" name="Oval 2221"/>
          <p:cNvSpPr/>
          <p:nvPr/>
        </p:nvSpPr>
        <p:spPr>
          <a:xfrm>
            <a:off x="5644721" y="59584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3" name="Oval 2222"/>
          <p:cNvSpPr/>
          <p:nvPr/>
        </p:nvSpPr>
        <p:spPr>
          <a:xfrm>
            <a:off x="5657067" y="595893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4" name="Oval 2223"/>
          <p:cNvSpPr/>
          <p:nvPr/>
        </p:nvSpPr>
        <p:spPr>
          <a:xfrm>
            <a:off x="5686480" y="595977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5" name="Oval 2224"/>
          <p:cNvSpPr/>
          <p:nvPr/>
        </p:nvSpPr>
        <p:spPr>
          <a:xfrm>
            <a:off x="5706156" y="59599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6" name="Oval 2225"/>
          <p:cNvSpPr/>
          <p:nvPr/>
        </p:nvSpPr>
        <p:spPr>
          <a:xfrm>
            <a:off x="5697788" y="596128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7" name="Oval 2226"/>
          <p:cNvSpPr/>
          <p:nvPr/>
        </p:nvSpPr>
        <p:spPr>
          <a:xfrm>
            <a:off x="5718073" y="596137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8" name="Oval 2227"/>
          <p:cNvSpPr/>
          <p:nvPr/>
        </p:nvSpPr>
        <p:spPr>
          <a:xfrm>
            <a:off x="5667830" y="59618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9" name="Oval 2228"/>
          <p:cNvSpPr/>
          <p:nvPr/>
        </p:nvSpPr>
        <p:spPr>
          <a:xfrm>
            <a:off x="5719743" y="596186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0" name="Oval 2229"/>
          <p:cNvSpPr/>
          <p:nvPr/>
        </p:nvSpPr>
        <p:spPr>
          <a:xfrm>
            <a:off x="5691317" y="596188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1" name="Oval 2230"/>
          <p:cNvSpPr/>
          <p:nvPr/>
        </p:nvSpPr>
        <p:spPr>
          <a:xfrm>
            <a:off x="5655368" y="596206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2" name="Oval 2231"/>
          <p:cNvSpPr/>
          <p:nvPr/>
        </p:nvSpPr>
        <p:spPr>
          <a:xfrm>
            <a:off x="5657741" y="596228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3" name="Oval 2232"/>
          <p:cNvSpPr/>
          <p:nvPr/>
        </p:nvSpPr>
        <p:spPr>
          <a:xfrm>
            <a:off x="5677670" y="596357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4" name="Oval 2233"/>
          <p:cNvSpPr/>
          <p:nvPr/>
        </p:nvSpPr>
        <p:spPr>
          <a:xfrm>
            <a:off x="5687053" y="596626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5" name="Oval 2234"/>
          <p:cNvSpPr/>
          <p:nvPr/>
        </p:nvSpPr>
        <p:spPr>
          <a:xfrm>
            <a:off x="5685831" y="596959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6" name="Oval 2235"/>
          <p:cNvSpPr/>
          <p:nvPr/>
        </p:nvSpPr>
        <p:spPr>
          <a:xfrm>
            <a:off x="5665349" y="597305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7" name="Oval 2236"/>
          <p:cNvSpPr/>
          <p:nvPr/>
        </p:nvSpPr>
        <p:spPr>
          <a:xfrm>
            <a:off x="5702401" y="597339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8" name="Oval 2237"/>
          <p:cNvSpPr/>
          <p:nvPr/>
        </p:nvSpPr>
        <p:spPr>
          <a:xfrm>
            <a:off x="5715658" y="597389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9" name="Oval 2238"/>
          <p:cNvSpPr/>
          <p:nvPr/>
        </p:nvSpPr>
        <p:spPr>
          <a:xfrm>
            <a:off x="5692613" y="597407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0" name="Oval 2239"/>
          <p:cNvSpPr/>
          <p:nvPr/>
        </p:nvSpPr>
        <p:spPr>
          <a:xfrm>
            <a:off x="5641903" y="597514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1" name="Oval 2240"/>
          <p:cNvSpPr/>
          <p:nvPr/>
        </p:nvSpPr>
        <p:spPr>
          <a:xfrm>
            <a:off x="5719386" y="597940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2" name="Oval 2241"/>
          <p:cNvSpPr/>
          <p:nvPr/>
        </p:nvSpPr>
        <p:spPr>
          <a:xfrm>
            <a:off x="5697283" y="59814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3" name="Oval 2242"/>
          <p:cNvSpPr/>
          <p:nvPr/>
        </p:nvSpPr>
        <p:spPr>
          <a:xfrm>
            <a:off x="5645896" y="598176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4" name="Oval 2243"/>
          <p:cNvSpPr/>
          <p:nvPr/>
        </p:nvSpPr>
        <p:spPr>
          <a:xfrm>
            <a:off x="5715731" y="598615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5" name="Oval 2244"/>
          <p:cNvSpPr/>
          <p:nvPr/>
        </p:nvSpPr>
        <p:spPr>
          <a:xfrm>
            <a:off x="5693115" y="598730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6" name="Oval 2245"/>
          <p:cNvSpPr/>
          <p:nvPr/>
        </p:nvSpPr>
        <p:spPr>
          <a:xfrm>
            <a:off x="5643223" y="598926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7" name="Oval 2246"/>
          <p:cNvSpPr/>
          <p:nvPr/>
        </p:nvSpPr>
        <p:spPr>
          <a:xfrm>
            <a:off x="5662497" y="598944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8" name="Oval 2247"/>
          <p:cNvSpPr/>
          <p:nvPr/>
        </p:nvSpPr>
        <p:spPr>
          <a:xfrm>
            <a:off x="5663848" y="598974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9" name="Oval 2248"/>
          <p:cNvSpPr/>
          <p:nvPr/>
        </p:nvSpPr>
        <p:spPr>
          <a:xfrm>
            <a:off x="5657334" y="599129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0" name="Oval 2249"/>
          <p:cNvSpPr/>
          <p:nvPr/>
        </p:nvSpPr>
        <p:spPr>
          <a:xfrm>
            <a:off x="5712829" y="599218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1" name="Oval 2250"/>
          <p:cNvSpPr/>
          <p:nvPr/>
        </p:nvSpPr>
        <p:spPr>
          <a:xfrm>
            <a:off x="5686770" y="599483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2" name="Oval 2251"/>
          <p:cNvSpPr/>
          <p:nvPr/>
        </p:nvSpPr>
        <p:spPr>
          <a:xfrm>
            <a:off x="5649561" y="59994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3" name="TextBox 2252"/>
          <p:cNvSpPr txBox="1"/>
          <p:nvPr/>
        </p:nvSpPr>
        <p:spPr>
          <a:xfrm>
            <a:off x="555498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C53E1F"/>
                </a:solidFill>
                <a:latin typeface="Arial"/>
              </a:rPr>
              <a:t>32</a:t>
            </a:r>
          </a:p>
        </p:txBody>
      </p:sp>
      <p:cxnSp>
        <p:nvCxnSpPr>
          <p:cNvPr id="2254" name="Connector 2253"/>
          <p:cNvCxnSpPr/>
          <p:nvPr/>
        </p:nvCxnSpPr>
        <p:spPr>
          <a:xfrm flipV="1">
            <a:off x="6000750" y="5910420"/>
            <a:ext cx="0" cy="108205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5" name="Connector 2254"/>
          <p:cNvCxnSpPr/>
          <p:nvPr/>
        </p:nvCxnSpPr>
        <p:spPr>
          <a:xfrm>
            <a:off x="5956173" y="6018625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6" name="Connector 2255"/>
          <p:cNvCxnSpPr/>
          <p:nvPr/>
        </p:nvCxnSpPr>
        <p:spPr>
          <a:xfrm>
            <a:off x="5956173" y="5910420"/>
            <a:ext cx="89154" cy="0"/>
          </a:xfrm>
          <a:prstGeom prst="line">
            <a:avLst/>
          </a:prstGeom>
          <a:ln w="1016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7" name="Rectangle 2256"/>
          <p:cNvSpPr/>
          <p:nvPr/>
        </p:nvSpPr>
        <p:spPr>
          <a:xfrm>
            <a:off x="5911596" y="6005228"/>
            <a:ext cx="178308" cy="1"/>
          </a:xfrm>
          <a:prstGeom prst="rect">
            <a:avLst/>
          </a:prstGeom>
          <a:noFill/>
          <a:ln w="10160">
            <a:solidFill>
              <a:srgbClr val="C53E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58" name="Connector 2257"/>
          <p:cNvCxnSpPr/>
          <p:nvPr/>
        </p:nvCxnSpPr>
        <p:spPr>
          <a:xfrm>
            <a:off x="5911596" y="5994490"/>
            <a:ext cx="178308" cy="0"/>
          </a:xfrm>
          <a:prstGeom prst="line">
            <a:avLst/>
          </a:prstGeom>
          <a:ln w="3175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9" name="Oval 2258"/>
          <p:cNvSpPr/>
          <p:nvPr/>
        </p:nvSpPr>
        <p:spPr>
          <a:xfrm>
            <a:off x="5982884" y="58921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0" name="Oval 2259"/>
          <p:cNvSpPr/>
          <p:nvPr/>
        </p:nvSpPr>
        <p:spPr>
          <a:xfrm>
            <a:off x="5941366" y="59129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1" name="Oval 2260"/>
          <p:cNvSpPr/>
          <p:nvPr/>
        </p:nvSpPr>
        <p:spPr>
          <a:xfrm>
            <a:off x="5941020" y="591982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2" name="Oval 2261"/>
          <p:cNvSpPr/>
          <p:nvPr/>
        </p:nvSpPr>
        <p:spPr>
          <a:xfrm>
            <a:off x="6009049" y="592674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3" name="Oval 2262"/>
          <p:cNvSpPr/>
          <p:nvPr/>
        </p:nvSpPr>
        <p:spPr>
          <a:xfrm>
            <a:off x="5966030" y="594059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4" name="Oval 2263"/>
          <p:cNvSpPr/>
          <p:nvPr/>
        </p:nvSpPr>
        <p:spPr>
          <a:xfrm>
            <a:off x="6013415" y="594751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5" name="Oval 2264"/>
          <p:cNvSpPr/>
          <p:nvPr/>
        </p:nvSpPr>
        <p:spPr>
          <a:xfrm>
            <a:off x="5960278" y="594949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6" name="Oval 2265"/>
          <p:cNvSpPr/>
          <p:nvPr/>
        </p:nvSpPr>
        <p:spPr>
          <a:xfrm>
            <a:off x="5940387" y="595003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7" name="Oval 2266"/>
          <p:cNvSpPr/>
          <p:nvPr/>
        </p:nvSpPr>
        <p:spPr>
          <a:xfrm>
            <a:off x="5944309" y="595944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8" name="Oval 2267"/>
          <p:cNvSpPr/>
          <p:nvPr/>
        </p:nvSpPr>
        <p:spPr>
          <a:xfrm>
            <a:off x="5955623" y="595946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9" name="Oval 2268"/>
          <p:cNvSpPr/>
          <p:nvPr/>
        </p:nvSpPr>
        <p:spPr>
          <a:xfrm>
            <a:off x="5943306" y="596626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0" name="Oval 2269"/>
          <p:cNvSpPr/>
          <p:nvPr/>
        </p:nvSpPr>
        <p:spPr>
          <a:xfrm>
            <a:off x="5950627" y="596844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1" name="Oval 2270"/>
          <p:cNvSpPr/>
          <p:nvPr/>
        </p:nvSpPr>
        <p:spPr>
          <a:xfrm>
            <a:off x="5939278" y="596934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2" name="Oval 2271"/>
          <p:cNvSpPr/>
          <p:nvPr/>
        </p:nvSpPr>
        <p:spPr>
          <a:xfrm>
            <a:off x="5992102" y="597191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3" name="Oval 2272"/>
          <p:cNvSpPr/>
          <p:nvPr/>
        </p:nvSpPr>
        <p:spPr>
          <a:xfrm>
            <a:off x="5997161" y="597308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4" name="Oval 2273"/>
          <p:cNvSpPr/>
          <p:nvPr/>
        </p:nvSpPr>
        <p:spPr>
          <a:xfrm>
            <a:off x="6026128" y="597587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5" name="Oval 2274"/>
          <p:cNvSpPr/>
          <p:nvPr/>
        </p:nvSpPr>
        <p:spPr>
          <a:xfrm>
            <a:off x="5996522" y="597620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6" name="Oval 2275"/>
          <p:cNvSpPr/>
          <p:nvPr/>
        </p:nvSpPr>
        <p:spPr>
          <a:xfrm>
            <a:off x="5963085" y="5979622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7" name="Oval 2276"/>
          <p:cNvSpPr/>
          <p:nvPr/>
        </p:nvSpPr>
        <p:spPr>
          <a:xfrm>
            <a:off x="5997300" y="5980716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8" name="Oval 2277"/>
          <p:cNvSpPr/>
          <p:nvPr/>
        </p:nvSpPr>
        <p:spPr>
          <a:xfrm>
            <a:off x="5937933" y="598219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9" name="Oval 2278"/>
          <p:cNvSpPr/>
          <p:nvPr/>
        </p:nvSpPr>
        <p:spPr>
          <a:xfrm>
            <a:off x="6022873" y="5982558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0" name="Oval 2279"/>
          <p:cNvSpPr/>
          <p:nvPr/>
        </p:nvSpPr>
        <p:spPr>
          <a:xfrm>
            <a:off x="5973997" y="5984171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1" name="Oval 2280"/>
          <p:cNvSpPr/>
          <p:nvPr/>
        </p:nvSpPr>
        <p:spPr>
          <a:xfrm>
            <a:off x="5989159" y="598452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2" name="Oval 2281"/>
          <p:cNvSpPr/>
          <p:nvPr/>
        </p:nvSpPr>
        <p:spPr>
          <a:xfrm>
            <a:off x="5978663" y="598486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3" name="Oval 2282"/>
          <p:cNvSpPr/>
          <p:nvPr/>
        </p:nvSpPr>
        <p:spPr>
          <a:xfrm>
            <a:off x="5943724" y="598694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4" name="Oval 2283"/>
          <p:cNvSpPr/>
          <p:nvPr/>
        </p:nvSpPr>
        <p:spPr>
          <a:xfrm>
            <a:off x="5993195" y="5987300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5" name="Oval 2284"/>
          <p:cNvSpPr/>
          <p:nvPr/>
        </p:nvSpPr>
        <p:spPr>
          <a:xfrm>
            <a:off x="5964643" y="598973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6" name="Oval 2285"/>
          <p:cNvSpPr/>
          <p:nvPr/>
        </p:nvSpPr>
        <p:spPr>
          <a:xfrm>
            <a:off x="5993264" y="5990783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7" name="Oval 2286"/>
          <p:cNvSpPr/>
          <p:nvPr/>
        </p:nvSpPr>
        <p:spPr>
          <a:xfrm>
            <a:off x="5977409" y="5991129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8" name="Oval 2287"/>
          <p:cNvSpPr/>
          <p:nvPr/>
        </p:nvSpPr>
        <p:spPr>
          <a:xfrm>
            <a:off x="6006779" y="599291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9" name="Oval 2288"/>
          <p:cNvSpPr/>
          <p:nvPr/>
        </p:nvSpPr>
        <p:spPr>
          <a:xfrm>
            <a:off x="6005238" y="5993774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0" name="Oval 2289"/>
          <p:cNvSpPr/>
          <p:nvPr/>
        </p:nvSpPr>
        <p:spPr>
          <a:xfrm>
            <a:off x="5950356" y="5997685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1" name="Oval 2290"/>
          <p:cNvSpPr/>
          <p:nvPr/>
        </p:nvSpPr>
        <p:spPr>
          <a:xfrm>
            <a:off x="5973798" y="6000337"/>
            <a:ext cx="36576" cy="36576"/>
          </a:xfrm>
          <a:prstGeom prst="ellips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2" name="TextBox 2291"/>
          <p:cNvSpPr txBox="1"/>
          <p:nvPr/>
        </p:nvSpPr>
        <p:spPr>
          <a:xfrm>
            <a:off x="585216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C53E1F"/>
                </a:solidFill>
                <a:latin typeface="Arial"/>
              </a:rPr>
              <a:t>35</a:t>
            </a:r>
          </a:p>
        </p:txBody>
      </p:sp>
      <p:cxnSp>
        <p:nvCxnSpPr>
          <p:cNvPr id="2293" name="Connector 2292"/>
          <p:cNvCxnSpPr/>
          <p:nvPr/>
        </p:nvCxnSpPr>
        <p:spPr>
          <a:xfrm flipV="1">
            <a:off x="6297930" y="5405018"/>
            <a:ext cx="0" cy="583089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4" name="Connector 2293"/>
          <p:cNvCxnSpPr/>
          <p:nvPr/>
        </p:nvCxnSpPr>
        <p:spPr>
          <a:xfrm>
            <a:off x="6253353" y="5988107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5" name="Connector 2294"/>
          <p:cNvCxnSpPr/>
          <p:nvPr/>
        </p:nvCxnSpPr>
        <p:spPr>
          <a:xfrm>
            <a:off x="6253353" y="5405018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6" name="Rectangle 2295"/>
          <p:cNvSpPr/>
          <p:nvPr/>
        </p:nvSpPr>
        <p:spPr>
          <a:xfrm>
            <a:off x="6208776" y="5958884"/>
            <a:ext cx="178308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97" name="Connector 2296"/>
          <p:cNvCxnSpPr/>
          <p:nvPr/>
        </p:nvCxnSpPr>
        <p:spPr>
          <a:xfrm>
            <a:off x="6208776" y="5917344"/>
            <a:ext cx="178308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8" name="Oval 2297"/>
          <p:cNvSpPr/>
          <p:nvPr/>
        </p:nvSpPr>
        <p:spPr>
          <a:xfrm>
            <a:off x="6316667" y="538673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9" name="Oval 2298"/>
          <p:cNvSpPr/>
          <p:nvPr/>
        </p:nvSpPr>
        <p:spPr>
          <a:xfrm>
            <a:off x="6280111" y="548365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0" name="Oval 2299"/>
          <p:cNvSpPr/>
          <p:nvPr/>
        </p:nvSpPr>
        <p:spPr>
          <a:xfrm>
            <a:off x="6282012" y="560135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1" name="Oval 2300"/>
          <p:cNvSpPr/>
          <p:nvPr/>
        </p:nvSpPr>
        <p:spPr>
          <a:xfrm>
            <a:off x="6265967" y="565674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2" name="Oval 2301"/>
          <p:cNvSpPr/>
          <p:nvPr/>
        </p:nvSpPr>
        <p:spPr>
          <a:xfrm>
            <a:off x="6293191" y="567751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3" name="Oval 2302"/>
          <p:cNvSpPr/>
          <p:nvPr/>
        </p:nvSpPr>
        <p:spPr>
          <a:xfrm>
            <a:off x="6280778" y="56913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4" name="Oval 2303"/>
          <p:cNvSpPr/>
          <p:nvPr/>
        </p:nvSpPr>
        <p:spPr>
          <a:xfrm>
            <a:off x="6238753" y="570520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5" name="Oval 2304"/>
          <p:cNvSpPr/>
          <p:nvPr/>
        </p:nvSpPr>
        <p:spPr>
          <a:xfrm>
            <a:off x="6321935" y="570520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6" name="Oval 2305"/>
          <p:cNvSpPr/>
          <p:nvPr/>
        </p:nvSpPr>
        <p:spPr>
          <a:xfrm>
            <a:off x="6262869" y="574674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7" name="Oval 2306"/>
          <p:cNvSpPr/>
          <p:nvPr/>
        </p:nvSpPr>
        <p:spPr>
          <a:xfrm>
            <a:off x="6293238" y="575366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8" name="Oval 2307"/>
          <p:cNvSpPr/>
          <p:nvPr/>
        </p:nvSpPr>
        <p:spPr>
          <a:xfrm>
            <a:off x="6293338" y="578828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9" name="Oval 2308"/>
          <p:cNvSpPr/>
          <p:nvPr/>
        </p:nvSpPr>
        <p:spPr>
          <a:xfrm>
            <a:off x="6257390" y="579520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0" name="Oval 2309"/>
          <p:cNvSpPr/>
          <p:nvPr/>
        </p:nvSpPr>
        <p:spPr>
          <a:xfrm>
            <a:off x="6239102" y="579520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1" name="Oval 2310"/>
          <p:cNvSpPr/>
          <p:nvPr/>
        </p:nvSpPr>
        <p:spPr>
          <a:xfrm>
            <a:off x="6289646" y="580212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2" name="Oval 2311"/>
          <p:cNvSpPr/>
          <p:nvPr/>
        </p:nvSpPr>
        <p:spPr>
          <a:xfrm>
            <a:off x="6322886" y="580905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3" name="Oval 2312"/>
          <p:cNvSpPr/>
          <p:nvPr/>
        </p:nvSpPr>
        <p:spPr>
          <a:xfrm>
            <a:off x="6283257" y="580905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4" name="Oval 2313"/>
          <p:cNvSpPr/>
          <p:nvPr/>
        </p:nvSpPr>
        <p:spPr>
          <a:xfrm>
            <a:off x="6324135" y="581597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5" name="Oval 2314"/>
          <p:cNvSpPr/>
          <p:nvPr/>
        </p:nvSpPr>
        <p:spPr>
          <a:xfrm>
            <a:off x="6285636" y="581597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6" name="Oval 2315"/>
          <p:cNvSpPr/>
          <p:nvPr/>
        </p:nvSpPr>
        <p:spPr>
          <a:xfrm>
            <a:off x="6287263" y="582289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7" name="Oval 2316"/>
          <p:cNvSpPr/>
          <p:nvPr/>
        </p:nvSpPr>
        <p:spPr>
          <a:xfrm>
            <a:off x="6295587" y="583674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8" name="Oval 2317"/>
          <p:cNvSpPr/>
          <p:nvPr/>
        </p:nvSpPr>
        <p:spPr>
          <a:xfrm>
            <a:off x="6270282" y="583674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9" name="Oval 2318"/>
          <p:cNvSpPr/>
          <p:nvPr/>
        </p:nvSpPr>
        <p:spPr>
          <a:xfrm>
            <a:off x="6308025" y="58505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0" name="Oval 2319"/>
          <p:cNvSpPr/>
          <p:nvPr/>
        </p:nvSpPr>
        <p:spPr>
          <a:xfrm>
            <a:off x="6254256" y="58505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1" name="Oval 2320"/>
          <p:cNvSpPr/>
          <p:nvPr/>
        </p:nvSpPr>
        <p:spPr>
          <a:xfrm>
            <a:off x="6255105" y="58505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2" name="Oval 2321"/>
          <p:cNvSpPr/>
          <p:nvPr/>
        </p:nvSpPr>
        <p:spPr>
          <a:xfrm>
            <a:off x="6246299" y="58575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3" name="Oval 2322"/>
          <p:cNvSpPr/>
          <p:nvPr/>
        </p:nvSpPr>
        <p:spPr>
          <a:xfrm>
            <a:off x="6255596" y="586443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4" name="Oval 2323"/>
          <p:cNvSpPr/>
          <p:nvPr/>
        </p:nvSpPr>
        <p:spPr>
          <a:xfrm>
            <a:off x="6255071" y="586443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5" name="Oval 2324"/>
          <p:cNvSpPr/>
          <p:nvPr/>
        </p:nvSpPr>
        <p:spPr>
          <a:xfrm>
            <a:off x="6279847" y="586443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6" name="Oval 2325"/>
          <p:cNvSpPr/>
          <p:nvPr/>
        </p:nvSpPr>
        <p:spPr>
          <a:xfrm>
            <a:off x="6323638" y="586443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7" name="Oval 2326"/>
          <p:cNvSpPr/>
          <p:nvPr/>
        </p:nvSpPr>
        <p:spPr>
          <a:xfrm>
            <a:off x="6314707" y="586443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8" name="Oval 2327"/>
          <p:cNvSpPr/>
          <p:nvPr/>
        </p:nvSpPr>
        <p:spPr>
          <a:xfrm>
            <a:off x="6254610" y="58713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9" name="Oval 2328"/>
          <p:cNvSpPr/>
          <p:nvPr/>
        </p:nvSpPr>
        <p:spPr>
          <a:xfrm>
            <a:off x="6309424" y="58713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0" name="Oval 2329"/>
          <p:cNvSpPr/>
          <p:nvPr/>
        </p:nvSpPr>
        <p:spPr>
          <a:xfrm>
            <a:off x="6297745" y="58713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1" name="Oval 2330"/>
          <p:cNvSpPr/>
          <p:nvPr/>
        </p:nvSpPr>
        <p:spPr>
          <a:xfrm>
            <a:off x="6272420" y="58713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2" name="Oval 2331"/>
          <p:cNvSpPr/>
          <p:nvPr/>
        </p:nvSpPr>
        <p:spPr>
          <a:xfrm>
            <a:off x="6273674" y="58713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3" name="Oval 2332"/>
          <p:cNvSpPr/>
          <p:nvPr/>
        </p:nvSpPr>
        <p:spPr>
          <a:xfrm>
            <a:off x="6253244" y="58782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4" name="Oval 2333"/>
          <p:cNvSpPr/>
          <p:nvPr/>
        </p:nvSpPr>
        <p:spPr>
          <a:xfrm>
            <a:off x="6262062" y="58782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5" name="Oval 2334"/>
          <p:cNvSpPr/>
          <p:nvPr/>
        </p:nvSpPr>
        <p:spPr>
          <a:xfrm>
            <a:off x="6311747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6" name="Oval 2335"/>
          <p:cNvSpPr/>
          <p:nvPr/>
        </p:nvSpPr>
        <p:spPr>
          <a:xfrm>
            <a:off x="6307166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7" name="Oval 2336"/>
          <p:cNvSpPr/>
          <p:nvPr/>
        </p:nvSpPr>
        <p:spPr>
          <a:xfrm>
            <a:off x="6300846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8" name="Oval 2337"/>
          <p:cNvSpPr/>
          <p:nvPr/>
        </p:nvSpPr>
        <p:spPr>
          <a:xfrm>
            <a:off x="6242222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9" name="Oval 2338"/>
          <p:cNvSpPr/>
          <p:nvPr/>
        </p:nvSpPr>
        <p:spPr>
          <a:xfrm>
            <a:off x="6281197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0" name="Oval 2339"/>
          <p:cNvSpPr/>
          <p:nvPr/>
        </p:nvSpPr>
        <p:spPr>
          <a:xfrm>
            <a:off x="6275032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1" name="Oval 2340"/>
          <p:cNvSpPr/>
          <p:nvPr/>
        </p:nvSpPr>
        <p:spPr>
          <a:xfrm>
            <a:off x="6284363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2" name="Oval 2341"/>
          <p:cNvSpPr/>
          <p:nvPr/>
        </p:nvSpPr>
        <p:spPr>
          <a:xfrm>
            <a:off x="6261527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3" name="Oval 2342"/>
          <p:cNvSpPr/>
          <p:nvPr/>
        </p:nvSpPr>
        <p:spPr>
          <a:xfrm>
            <a:off x="6256851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4" name="Oval 2343"/>
          <p:cNvSpPr/>
          <p:nvPr/>
        </p:nvSpPr>
        <p:spPr>
          <a:xfrm>
            <a:off x="6286820" y="58921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5" name="Oval 2344"/>
          <p:cNvSpPr/>
          <p:nvPr/>
        </p:nvSpPr>
        <p:spPr>
          <a:xfrm>
            <a:off x="6241063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6" name="Oval 2345"/>
          <p:cNvSpPr/>
          <p:nvPr/>
        </p:nvSpPr>
        <p:spPr>
          <a:xfrm>
            <a:off x="6294157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7" name="Oval 2346"/>
          <p:cNvSpPr/>
          <p:nvPr/>
        </p:nvSpPr>
        <p:spPr>
          <a:xfrm>
            <a:off x="6306549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8" name="Oval 2347"/>
          <p:cNvSpPr/>
          <p:nvPr/>
        </p:nvSpPr>
        <p:spPr>
          <a:xfrm>
            <a:off x="6237602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9" name="Oval 2348"/>
          <p:cNvSpPr/>
          <p:nvPr/>
        </p:nvSpPr>
        <p:spPr>
          <a:xfrm>
            <a:off x="6318586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0" name="Oval 2349"/>
          <p:cNvSpPr/>
          <p:nvPr/>
        </p:nvSpPr>
        <p:spPr>
          <a:xfrm>
            <a:off x="6295519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1" name="Oval 2350"/>
          <p:cNvSpPr/>
          <p:nvPr/>
        </p:nvSpPr>
        <p:spPr>
          <a:xfrm>
            <a:off x="6291553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2" name="Oval 2351"/>
          <p:cNvSpPr/>
          <p:nvPr/>
        </p:nvSpPr>
        <p:spPr>
          <a:xfrm>
            <a:off x="6244291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3" name="Oval 2352"/>
          <p:cNvSpPr/>
          <p:nvPr/>
        </p:nvSpPr>
        <p:spPr>
          <a:xfrm>
            <a:off x="6285040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4" name="Oval 2353"/>
          <p:cNvSpPr/>
          <p:nvPr/>
        </p:nvSpPr>
        <p:spPr>
          <a:xfrm>
            <a:off x="6276639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5" name="Oval 2354"/>
          <p:cNvSpPr/>
          <p:nvPr/>
        </p:nvSpPr>
        <p:spPr>
          <a:xfrm>
            <a:off x="6318271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6" name="Oval 2355"/>
          <p:cNvSpPr/>
          <p:nvPr/>
        </p:nvSpPr>
        <p:spPr>
          <a:xfrm>
            <a:off x="6263687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7" name="Oval 2356"/>
          <p:cNvSpPr/>
          <p:nvPr/>
        </p:nvSpPr>
        <p:spPr>
          <a:xfrm>
            <a:off x="6272485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8" name="Oval 2357"/>
          <p:cNvSpPr/>
          <p:nvPr/>
        </p:nvSpPr>
        <p:spPr>
          <a:xfrm>
            <a:off x="6268810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9" name="Oval 2358"/>
          <p:cNvSpPr/>
          <p:nvPr/>
        </p:nvSpPr>
        <p:spPr>
          <a:xfrm>
            <a:off x="6250746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0" name="Oval 2359"/>
          <p:cNvSpPr/>
          <p:nvPr/>
        </p:nvSpPr>
        <p:spPr>
          <a:xfrm>
            <a:off x="6273069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1" name="Oval 2360"/>
          <p:cNvSpPr/>
          <p:nvPr/>
        </p:nvSpPr>
        <p:spPr>
          <a:xfrm>
            <a:off x="6322512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2" name="Oval 2361"/>
          <p:cNvSpPr/>
          <p:nvPr/>
        </p:nvSpPr>
        <p:spPr>
          <a:xfrm>
            <a:off x="6297089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3" name="Oval 2362"/>
          <p:cNvSpPr/>
          <p:nvPr/>
        </p:nvSpPr>
        <p:spPr>
          <a:xfrm>
            <a:off x="6318640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4" name="Oval 2363"/>
          <p:cNvSpPr/>
          <p:nvPr/>
        </p:nvSpPr>
        <p:spPr>
          <a:xfrm>
            <a:off x="6293197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5" name="Oval 2364"/>
          <p:cNvSpPr/>
          <p:nvPr/>
        </p:nvSpPr>
        <p:spPr>
          <a:xfrm>
            <a:off x="6321254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6" name="Oval 2365"/>
          <p:cNvSpPr/>
          <p:nvPr/>
        </p:nvSpPr>
        <p:spPr>
          <a:xfrm>
            <a:off x="6308380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7" name="Oval 2366"/>
          <p:cNvSpPr/>
          <p:nvPr/>
        </p:nvSpPr>
        <p:spPr>
          <a:xfrm>
            <a:off x="6236943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8" name="Oval 2367"/>
          <p:cNvSpPr/>
          <p:nvPr/>
        </p:nvSpPr>
        <p:spPr>
          <a:xfrm>
            <a:off x="6270135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9" name="Oval 2368"/>
          <p:cNvSpPr/>
          <p:nvPr/>
        </p:nvSpPr>
        <p:spPr>
          <a:xfrm>
            <a:off x="6294380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0" name="Oval 2369"/>
          <p:cNvSpPr/>
          <p:nvPr/>
        </p:nvSpPr>
        <p:spPr>
          <a:xfrm>
            <a:off x="6287021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1" name="Oval 2370"/>
          <p:cNvSpPr/>
          <p:nvPr/>
        </p:nvSpPr>
        <p:spPr>
          <a:xfrm>
            <a:off x="6251859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2" name="Oval 2371"/>
          <p:cNvSpPr/>
          <p:nvPr/>
        </p:nvSpPr>
        <p:spPr>
          <a:xfrm>
            <a:off x="6249194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3" name="Oval 2372"/>
          <p:cNvSpPr/>
          <p:nvPr/>
        </p:nvSpPr>
        <p:spPr>
          <a:xfrm>
            <a:off x="6292355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4" name="Oval 2373"/>
          <p:cNvSpPr/>
          <p:nvPr/>
        </p:nvSpPr>
        <p:spPr>
          <a:xfrm>
            <a:off x="6262097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5" name="Oval 2374"/>
          <p:cNvSpPr/>
          <p:nvPr/>
        </p:nvSpPr>
        <p:spPr>
          <a:xfrm>
            <a:off x="6238061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6" name="Oval 2375"/>
          <p:cNvSpPr/>
          <p:nvPr/>
        </p:nvSpPr>
        <p:spPr>
          <a:xfrm>
            <a:off x="6320085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7" name="Oval 2376"/>
          <p:cNvSpPr/>
          <p:nvPr/>
        </p:nvSpPr>
        <p:spPr>
          <a:xfrm>
            <a:off x="6313826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8" name="Oval 2377"/>
          <p:cNvSpPr/>
          <p:nvPr/>
        </p:nvSpPr>
        <p:spPr>
          <a:xfrm>
            <a:off x="6300059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9" name="Oval 2378"/>
          <p:cNvSpPr/>
          <p:nvPr/>
        </p:nvSpPr>
        <p:spPr>
          <a:xfrm>
            <a:off x="6295495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0" name="Oval 2379"/>
          <p:cNvSpPr/>
          <p:nvPr/>
        </p:nvSpPr>
        <p:spPr>
          <a:xfrm>
            <a:off x="6267836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1" name="Oval 2380"/>
          <p:cNvSpPr/>
          <p:nvPr/>
        </p:nvSpPr>
        <p:spPr>
          <a:xfrm>
            <a:off x="6288602" y="594852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2" name="Oval 2381"/>
          <p:cNvSpPr/>
          <p:nvPr/>
        </p:nvSpPr>
        <p:spPr>
          <a:xfrm>
            <a:off x="6314201" y="594862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3" name="Oval 2382"/>
          <p:cNvSpPr/>
          <p:nvPr/>
        </p:nvSpPr>
        <p:spPr>
          <a:xfrm>
            <a:off x="6318920" y="594891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4" name="Oval 2383"/>
          <p:cNvSpPr/>
          <p:nvPr/>
        </p:nvSpPr>
        <p:spPr>
          <a:xfrm>
            <a:off x="6289525" y="594963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5" name="Oval 2384"/>
          <p:cNvSpPr/>
          <p:nvPr/>
        </p:nvSpPr>
        <p:spPr>
          <a:xfrm>
            <a:off x="6239461" y="595214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6" name="Oval 2385"/>
          <p:cNvSpPr/>
          <p:nvPr/>
        </p:nvSpPr>
        <p:spPr>
          <a:xfrm>
            <a:off x="6251039" y="595222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7" name="Oval 2386"/>
          <p:cNvSpPr/>
          <p:nvPr/>
        </p:nvSpPr>
        <p:spPr>
          <a:xfrm>
            <a:off x="6295941" y="59524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8" name="Oval 2387"/>
          <p:cNvSpPr/>
          <p:nvPr/>
        </p:nvSpPr>
        <p:spPr>
          <a:xfrm>
            <a:off x="6308075" y="595313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9" name="Oval 2388"/>
          <p:cNvSpPr/>
          <p:nvPr/>
        </p:nvSpPr>
        <p:spPr>
          <a:xfrm>
            <a:off x="6310952" y="59582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0" name="Oval 2389"/>
          <p:cNvSpPr/>
          <p:nvPr/>
        </p:nvSpPr>
        <p:spPr>
          <a:xfrm>
            <a:off x="6315913" y="596247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1" name="Oval 2390"/>
          <p:cNvSpPr/>
          <p:nvPr/>
        </p:nvSpPr>
        <p:spPr>
          <a:xfrm>
            <a:off x="6276150" y="596406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2" name="Oval 2391"/>
          <p:cNvSpPr/>
          <p:nvPr/>
        </p:nvSpPr>
        <p:spPr>
          <a:xfrm>
            <a:off x="6268551" y="596578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3" name="Oval 2392"/>
          <p:cNvSpPr/>
          <p:nvPr/>
        </p:nvSpPr>
        <p:spPr>
          <a:xfrm>
            <a:off x="6285584" y="59660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4" name="Oval 2393"/>
          <p:cNvSpPr/>
          <p:nvPr/>
        </p:nvSpPr>
        <p:spPr>
          <a:xfrm>
            <a:off x="6278556" y="59661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5" name="Oval 2394"/>
          <p:cNvSpPr/>
          <p:nvPr/>
        </p:nvSpPr>
        <p:spPr>
          <a:xfrm>
            <a:off x="6296394" y="596947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6" name="Oval 2395"/>
          <p:cNvSpPr/>
          <p:nvPr/>
        </p:nvSpPr>
        <p:spPr>
          <a:xfrm>
            <a:off x="6265758" y="59698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7" name="TextBox 2396"/>
          <p:cNvSpPr txBox="1"/>
          <p:nvPr/>
        </p:nvSpPr>
        <p:spPr>
          <a:xfrm>
            <a:off x="614934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0A7D6E"/>
                </a:solidFill>
                <a:latin typeface="Arial"/>
              </a:rPr>
              <a:t>2</a:t>
            </a:r>
          </a:p>
        </p:txBody>
      </p:sp>
      <p:cxnSp>
        <p:nvCxnSpPr>
          <p:cNvPr id="2398" name="Connector 2397"/>
          <p:cNvCxnSpPr/>
          <p:nvPr/>
        </p:nvCxnSpPr>
        <p:spPr>
          <a:xfrm flipV="1">
            <a:off x="6595110" y="5841187"/>
            <a:ext cx="0" cy="170674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9" name="Connector 2398"/>
          <p:cNvCxnSpPr/>
          <p:nvPr/>
        </p:nvCxnSpPr>
        <p:spPr>
          <a:xfrm>
            <a:off x="6550533" y="6011861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0" name="Connector 2399"/>
          <p:cNvCxnSpPr/>
          <p:nvPr/>
        </p:nvCxnSpPr>
        <p:spPr>
          <a:xfrm>
            <a:off x="6550533" y="5841187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01" name="Rectangle 2400"/>
          <p:cNvSpPr/>
          <p:nvPr/>
        </p:nvSpPr>
        <p:spPr>
          <a:xfrm>
            <a:off x="6505956" y="5993119"/>
            <a:ext cx="178308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02" name="Connector 2401"/>
          <p:cNvCxnSpPr/>
          <p:nvPr/>
        </p:nvCxnSpPr>
        <p:spPr>
          <a:xfrm>
            <a:off x="6505956" y="5980540"/>
            <a:ext cx="178308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03" name="Oval 2402"/>
          <p:cNvSpPr/>
          <p:nvPr/>
        </p:nvSpPr>
        <p:spPr>
          <a:xfrm>
            <a:off x="6613832" y="582289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4" name="Oval 2403"/>
          <p:cNvSpPr/>
          <p:nvPr/>
        </p:nvSpPr>
        <p:spPr>
          <a:xfrm>
            <a:off x="6563576" y="58505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5" name="Oval 2404"/>
          <p:cNvSpPr/>
          <p:nvPr/>
        </p:nvSpPr>
        <p:spPr>
          <a:xfrm>
            <a:off x="6612274" y="586443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6" name="Oval 2405"/>
          <p:cNvSpPr/>
          <p:nvPr/>
        </p:nvSpPr>
        <p:spPr>
          <a:xfrm>
            <a:off x="6591991" y="586443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7" name="Oval 2406"/>
          <p:cNvSpPr/>
          <p:nvPr/>
        </p:nvSpPr>
        <p:spPr>
          <a:xfrm>
            <a:off x="6589031" y="58782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8" name="Oval 2407"/>
          <p:cNvSpPr/>
          <p:nvPr/>
        </p:nvSpPr>
        <p:spPr>
          <a:xfrm>
            <a:off x="6553588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9" name="Oval 2408"/>
          <p:cNvSpPr/>
          <p:nvPr/>
        </p:nvSpPr>
        <p:spPr>
          <a:xfrm>
            <a:off x="6584933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0" name="Oval 2409"/>
          <p:cNvSpPr/>
          <p:nvPr/>
        </p:nvSpPr>
        <p:spPr>
          <a:xfrm>
            <a:off x="6583135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1" name="Oval 2410"/>
          <p:cNvSpPr/>
          <p:nvPr/>
        </p:nvSpPr>
        <p:spPr>
          <a:xfrm>
            <a:off x="6609999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2" name="Oval 2411"/>
          <p:cNvSpPr/>
          <p:nvPr/>
        </p:nvSpPr>
        <p:spPr>
          <a:xfrm>
            <a:off x="6532436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3" name="Oval 2412"/>
          <p:cNvSpPr/>
          <p:nvPr/>
        </p:nvSpPr>
        <p:spPr>
          <a:xfrm>
            <a:off x="6594600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4" name="Oval 2413"/>
          <p:cNvSpPr/>
          <p:nvPr/>
        </p:nvSpPr>
        <p:spPr>
          <a:xfrm>
            <a:off x="6551822" y="594776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5" name="Oval 2414"/>
          <p:cNvSpPr/>
          <p:nvPr/>
        </p:nvSpPr>
        <p:spPr>
          <a:xfrm>
            <a:off x="6551079" y="595124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6" name="Oval 2415"/>
          <p:cNvSpPr/>
          <p:nvPr/>
        </p:nvSpPr>
        <p:spPr>
          <a:xfrm>
            <a:off x="6614049" y="595476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7" name="Oval 2416"/>
          <p:cNvSpPr/>
          <p:nvPr/>
        </p:nvSpPr>
        <p:spPr>
          <a:xfrm>
            <a:off x="6542158" y="595503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8" name="Oval 2417"/>
          <p:cNvSpPr/>
          <p:nvPr/>
        </p:nvSpPr>
        <p:spPr>
          <a:xfrm>
            <a:off x="6546769" y="595648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9" name="Oval 2418"/>
          <p:cNvSpPr/>
          <p:nvPr/>
        </p:nvSpPr>
        <p:spPr>
          <a:xfrm>
            <a:off x="6565089" y="596225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0" name="Oval 2419"/>
          <p:cNvSpPr/>
          <p:nvPr/>
        </p:nvSpPr>
        <p:spPr>
          <a:xfrm>
            <a:off x="6580542" y="596312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1" name="Oval 2420"/>
          <p:cNvSpPr/>
          <p:nvPr/>
        </p:nvSpPr>
        <p:spPr>
          <a:xfrm>
            <a:off x="6615063" y="596342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2" name="Oval 2421"/>
          <p:cNvSpPr/>
          <p:nvPr/>
        </p:nvSpPr>
        <p:spPr>
          <a:xfrm>
            <a:off x="6538065" y="596356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3" name="Oval 2422"/>
          <p:cNvSpPr/>
          <p:nvPr/>
        </p:nvSpPr>
        <p:spPr>
          <a:xfrm>
            <a:off x="6559689" y="596673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4" name="Oval 2423"/>
          <p:cNvSpPr/>
          <p:nvPr/>
        </p:nvSpPr>
        <p:spPr>
          <a:xfrm>
            <a:off x="6608226" y="596815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5" name="Oval 2424"/>
          <p:cNvSpPr/>
          <p:nvPr/>
        </p:nvSpPr>
        <p:spPr>
          <a:xfrm>
            <a:off x="6564297" y="597088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6" name="Oval 2425"/>
          <p:cNvSpPr/>
          <p:nvPr/>
        </p:nvSpPr>
        <p:spPr>
          <a:xfrm>
            <a:off x="6602358" y="597152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7" name="Oval 2426"/>
          <p:cNvSpPr/>
          <p:nvPr/>
        </p:nvSpPr>
        <p:spPr>
          <a:xfrm>
            <a:off x="6559135" y="597483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8" name="Oval 2427"/>
          <p:cNvSpPr/>
          <p:nvPr/>
        </p:nvSpPr>
        <p:spPr>
          <a:xfrm>
            <a:off x="6616205" y="597704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9" name="Oval 2428"/>
          <p:cNvSpPr/>
          <p:nvPr/>
        </p:nvSpPr>
        <p:spPr>
          <a:xfrm>
            <a:off x="6563936" y="597759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0" name="Oval 2429"/>
          <p:cNvSpPr/>
          <p:nvPr/>
        </p:nvSpPr>
        <p:spPr>
          <a:xfrm>
            <a:off x="6545689" y="597773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1" name="Oval 2430"/>
          <p:cNvSpPr/>
          <p:nvPr/>
        </p:nvSpPr>
        <p:spPr>
          <a:xfrm>
            <a:off x="6610990" y="598075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2" name="Oval 2431"/>
          <p:cNvSpPr/>
          <p:nvPr/>
        </p:nvSpPr>
        <p:spPr>
          <a:xfrm>
            <a:off x="6556691" y="598271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3" name="Oval 2432"/>
          <p:cNvSpPr/>
          <p:nvPr/>
        </p:nvSpPr>
        <p:spPr>
          <a:xfrm>
            <a:off x="6568014" y="598503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4" name="Oval 2433"/>
          <p:cNvSpPr/>
          <p:nvPr/>
        </p:nvSpPr>
        <p:spPr>
          <a:xfrm>
            <a:off x="6570566" y="599260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5" name="Oval 2434"/>
          <p:cNvSpPr/>
          <p:nvPr/>
        </p:nvSpPr>
        <p:spPr>
          <a:xfrm>
            <a:off x="6586435" y="599357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6" name="TextBox 2435"/>
          <p:cNvSpPr txBox="1"/>
          <p:nvPr/>
        </p:nvSpPr>
        <p:spPr>
          <a:xfrm>
            <a:off x="644652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0A7D6E"/>
                </a:solidFill>
                <a:latin typeface="Arial"/>
              </a:rPr>
              <a:t>3</a:t>
            </a:r>
          </a:p>
        </p:txBody>
      </p:sp>
      <p:cxnSp>
        <p:nvCxnSpPr>
          <p:cNvPr id="2437" name="Connector 2436"/>
          <p:cNvCxnSpPr/>
          <p:nvPr/>
        </p:nvCxnSpPr>
        <p:spPr>
          <a:xfrm flipV="1">
            <a:off x="6892290" y="5626564"/>
            <a:ext cx="0" cy="375549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8" name="Connector 2437"/>
          <p:cNvCxnSpPr/>
          <p:nvPr/>
        </p:nvCxnSpPr>
        <p:spPr>
          <a:xfrm>
            <a:off x="6847713" y="6002113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9" name="Connector 2438"/>
          <p:cNvCxnSpPr/>
          <p:nvPr/>
        </p:nvCxnSpPr>
        <p:spPr>
          <a:xfrm>
            <a:off x="6847713" y="5626564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40" name="Rectangle 2439"/>
          <p:cNvSpPr/>
          <p:nvPr/>
        </p:nvSpPr>
        <p:spPr>
          <a:xfrm>
            <a:off x="6803136" y="5977232"/>
            <a:ext cx="178308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41" name="Connector 2440"/>
          <p:cNvCxnSpPr/>
          <p:nvPr/>
        </p:nvCxnSpPr>
        <p:spPr>
          <a:xfrm>
            <a:off x="6803136" y="5951960"/>
            <a:ext cx="178308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42" name="Oval 2441"/>
          <p:cNvSpPr/>
          <p:nvPr/>
        </p:nvSpPr>
        <p:spPr>
          <a:xfrm>
            <a:off x="6837960" y="560827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3" name="Oval 2442"/>
          <p:cNvSpPr/>
          <p:nvPr/>
        </p:nvSpPr>
        <p:spPr>
          <a:xfrm>
            <a:off x="6835843" y="566366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4" name="Oval 2443"/>
          <p:cNvSpPr/>
          <p:nvPr/>
        </p:nvSpPr>
        <p:spPr>
          <a:xfrm>
            <a:off x="6917776" y="568443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5" name="Oval 2444"/>
          <p:cNvSpPr/>
          <p:nvPr/>
        </p:nvSpPr>
        <p:spPr>
          <a:xfrm>
            <a:off x="6884311" y="57328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6" name="Oval 2445"/>
          <p:cNvSpPr/>
          <p:nvPr/>
        </p:nvSpPr>
        <p:spPr>
          <a:xfrm>
            <a:off x="6847316" y="580905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7" name="Oval 2446"/>
          <p:cNvSpPr/>
          <p:nvPr/>
        </p:nvSpPr>
        <p:spPr>
          <a:xfrm>
            <a:off x="6886498" y="582289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8" name="Oval 2447"/>
          <p:cNvSpPr/>
          <p:nvPr/>
        </p:nvSpPr>
        <p:spPr>
          <a:xfrm>
            <a:off x="6904108" y="582982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9" name="Oval 2448"/>
          <p:cNvSpPr/>
          <p:nvPr/>
        </p:nvSpPr>
        <p:spPr>
          <a:xfrm>
            <a:off x="6877909" y="583674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0" name="Oval 2449"/>
          <p:cNvSpPr/>
          <p:nvPr/>
        </p:nvSpPr>
        <p:spPr>
          <a:xfrm>
            <a:off x="6876018" y="58505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1" name="Oval 2450"/>
          <p:cNvSpPr/>
          <p:nvPr/>
        </p:nvSpPr>
        <p:spPr>
          <a:xfrm>
            <a:off x="6838606" y="58505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2" name="Oval 2451"/>
          <p:cNvSpPr/>
          <p:nvPr/>
        </p:nvSpPr>
        <p:spPr>
          <a:xfrm>
            <a:off x="6876788" y="58575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3" name="Oval 2452"/>
          <p:cNvSpPr/>
          <p:nvPr/>
        </p:nvSpPr>
        <p:spPr>
          <a:xfrm>
            <a:off x="6848955" y="58575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4" name="Oval 2453"/>
          <p:cNvSpPr/>
          <p:nvPr/>
        </p:nvSpPr>
        <p:spPr>
          <a:xfrm>
            <a:off x="6885768" y="586443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5" name="Oval 2454"/>
          <p:cNvSpPr/>
          <p:nvPr/>
        </p:nvSpPr>
        <p:spPr>
          <a:xfrm>
            <a:off x="6870728" y="58713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6" name="Oval 2455"/>
          <p:cNvSpPr/>
          <p:nvPr/>
        </p:nvSpPr>
        <p:spPr>
          <a:xfrm>
            <a:off x="6873951" y="58713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7" name="Oval 2456"/>
          <p:cNvSpPr/>
          <p:nvPr/>
        </p:nvSpPr>
        <p:spPr>
          <a:xfrm>
            <a:off x="6902877" y="58782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8" name="Oval 2457"/>
          <p:cNvSpPr/>
          <p:nvPr/>
        </p:nvSpPr>
        <p:spPr>
          <a:xfrm>
            <a:off x="6885024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9" name="Oval 2458"/>
          <p:cNvSpPr/>
          <p:nvPr/>
        </p:nvSpPr>
        <p:spPr>
          <a:xfrm>
            <a:off x="6899379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0" name="Oval 2459"/>
          <p:cNvSpPr/>
          <p:nvPr/>
        </p:nvSpPr>
        <p:spPr>
          <a:xfrm>
            <a:off x="6885099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1" name="Oval 2460"/>
          <p:cNvSpPr/>
          <p:nvPr/>
        </p:nvSpPr>
        <p:spPr>
          <a:xfrm>
            <a:off x="6902971" y="58921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2" name="Oval 2461"/>
          <p:cNvSpPr/>
          <p:nvPr/>
        </p:nvSpPr>
        <p:spPr>
          <a:xfrm>
            <a:off x="6883003" y="58921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3" name="Oval 2462"/>
          <p:cNvSpPr/>
          <p:nvPr/>
        </p:nvSpPr>
        <p:spPr>
          <a:xfrm>
            <a:off x="6837659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4" name="Oval 2463"/>
          <p:cNvSpPr/>
          <p:nvPr/>
        </p:nvSpPr>
        <p:spPr>
          <a:xfrm>
            <a:off x="6866722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5" name="Oval 2464"/>
          <p:cNvSpPr/>
          <p:nvPr/>
        </p:nvSpPr>
        <p:spPr>
          <a:xfrm>
            <a:off x="6855678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6" name="Oval 2465"/>
          <p:cNvSpPr/>
          <p:nvPr/>
        </p:nvSpPr>
        <p:spPr>
          <a:xfrm>
            <a:off x="6887756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7" name="Oval 2466"/>
          <p:cNvSpPr/>
          <p:nvPr/>
        </p:nvSpPr>
        <p:spPr>
          <a:xfrm>
            <a:off x="6841347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8" name="Oval 2467"/>
          <p:cNvSpPr/>
          <p:nvPr/>
        </p:nvSpPr>
        <p:spPr>
          <a:xfrm>
            <a:off x="6896019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9" name="Oval 2468"/>
          <p:cNvSpPr/>
          <p:nvPr/>
        </p:nvSpPr>
        <p:spPr>
          <a:xfrm>
            <a:off x="6893483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0" name="Oval 2469"/>
          <p:cNvSpPr/>
          <p:nvPr/>
        </p:nvSpPr>
        <p:spPr>
          <a:xfrm>
            <a:off x="6833148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1" name="Oval 2470"/>
          <p:cNvSpPr/>
          <p:nvPr/>
        </p:nvSpPr>
        <p:spPr>
          <a:xfrm>
            <a:off x="6888584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2" name="Oval 2471"/>
          <p:cNvSpPr/>
          <p:nvPr/>
        </p:nvSpPr>
        <p:spPr>
          <a:xfrm>
            <a:off x="6857935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3" name="Oval 2472"/>
          <p:cNvSpPr/>
          <p:nvPr/>
        </p:nvSpPr>
        <p:spPr>
          <a:xfrm>
            <a:off x="6883534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4" name="Oval 2473"/>
          <p:cNvSpPr/>
          <p:nvPr/>
        </p:nvSpPr>
        <p:spPr>
          <a:xfrm>
            <a:off x="6869703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5" name="Oval 2474"/>
          <p:cNvSpPr/>
          <p:nvPr/>
        </p:nvSpPr>
        <p:spPr>
          <a:xfrm>
            <a:off x="6865002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6" name="Oval 2475"/>
          <p:cNvSpPr/>
          <p:nvPr/>
        </p:nvSpPr>
        <p:spPr>
          <a:xfrm>
            <a:off x="6845127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7" name="Oval 2476"/>
          <p:cNvSpPr/>
          <p:nvPr/>
        </p:nvSpPr>
        <p:spPr>
          <a:xfrm>
            <a:off x="6867284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8" name="Oval 2477"/>
          <p:cNvSpPr/>
          <p:nvPr/>
        </p:nvSpPr>
        <p:spPr>
          <a:xfrm>
            <a:off x="6909175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9" name="Oval 2478"/>
          <p:cNvSpPr/>
          <p:nvPr/>
        </p:nvSpPr>
        <p:spPr>
          <a:xfrm>
            <a:off x="6878785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0" name="Oval 2479"/>
          <p:cNvSpPr/>
          <p:nvPr/>
        </p:nvSpPr>
        <p:spPr>
          <a:xfrm>
            <a:off x="6857032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1" name="Oval 2480"/>
          <p:cNvSpPr/>
          <p:nvPr/>
        </p:nvSpPr>
        <p:spPr>
          <a:xfrm>
            <a:off x="6910947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2" name="Oval 2481"/>
          <p:cNvSpPr/>
          <p:nvPr/>
        </p:nvSpPr>
        <p:spPr>
          <a:xfrm>
            <a:off x="6843892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3" name="Oval 2482"/>
          <p:cNvSpPr/>
          <p:nvPr/>
        </p:nvSpPr>
        <p:spPr>
          <a:xfrm>
            <a:off x="6916158" y="594953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4" name="Oval 2483"/>
          <p:cNvSpPr/>
          <p:nvPr/>
        </p:nvSpPr>
        <p:spPr>
          <a:xfrm>
            <a:off x="6910742" y="5949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5" name="Oval 2484"/>
          <p:cNvSpPr/>
          <p:nvPr/>
        </p:nvSpPr>
        <p:spPr>
          <a:xfrm>
            <a:off x="6904916" y="595001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6" name="Oval 2485"/>
          <p:cNvSpPr/>
          <p:nvPr/>
        </p:nvSpPr>
        <p:spPr>
          <a:xfrm>
            <a:off x="6859079" y="595006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7" name="Oval 2486"/>
          <p:cNvSpPr/>
          <p:nvPr/>
        </p:nvSpPr>
        <p:spPr>
          <a:xfrm>
            <a:off x="6871968" y="59512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8" name="Oval 2487"/>
          <p:cNvSpPr/>
          <p:nvPr/>
        </p:nvSpPr>
        <p:spPr>
          <a:xfrm>
            <a:off x="6840119" y="59539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9" name="Oval 2488"/>
          <p:cNvSpPr/>
          <p:nvPr/>
        </p:nvSpPr>
        <p:spPr>
          <a:xfrm>
            <a:off x="6858468" y="595656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0" name="Oval 2489"/>
          <p:cNvSpPr/>
          <p:nvPr/>
        </p:nvSpPr>
        <p:spPr>
          <a:xfrm>
            <a:off x="6841625" y="595809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1" name="Oval 2490"/>
          <p:cNvSpPr/>
          <p:nvPr/>
        </p:nvSpPr>
        <p:spPr>
          <a:xfrm>
            <a:off x="6892607" y="59592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2" name="Oval 2491"/>
          <p:cNvSpPr/>
          <p:nvPr/>
        </p:nvSpPr>
        <p:spPr>
          <a:xfrm>
            <a:off x="6830846" y="595970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3" name="Oval 2492"/>
          <p:cNvSpPr/>
          <p:nvPr/>
        </p:nvSpPr>
        <p:spPr>
          <a:xfrm>
            <a:off x="6895655" y="596141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4" name="Oval 2493"/>
          <p:cNvSpPr/>
          <p:nvPr/>
        </p:nvSpPr>
        <p:spPr>
          <a:xfrm>
            <a:off x="6875165" y="596196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5" name="Oval 2494"/>
          <p:cNvSpPr/>
          <p:nvPr/>
        </p:nvSpPr>
        <p:spPr>
          <a:xfrm>
            <a:off x="6829870" y="596313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6" name="Oval 2495"/>
          <p:cNvSpPr/>
          <p:nvPr/>
        </p:nvSpPr>
        <p:spPr>
          <a:xfrm>
            <a:off x="6859028" y="596676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7" name="Oval 2496"/>
          <p:cNvSpPr/>
          <p:nvPr/>
        </p:nvSpPr>
        <p:spPr>
          <a:xfrm>
            <a:off x="6914384" y="596871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8" name="Oval 2497"/>
          <p:cNvSpPr/>
          <p:nvPr/>
        </p:nvSpPr>
        <p:spPr>
          <a:xfrm>
            <a:off x="6903855" y="597118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9" name="Oval 2498"/>
          <p:cNvSpPr/>
          <p:nvPr/>
        </p:nvSpPr>
        <p:spPr>
          <a:xfrm>
            <a:off x="6847827" y="59726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0" name="Oval 2499"/>
          <p:cNvSpPr/>
          <p:nvPr/>
        </p:nvSpPr>
        <p:spPr>
          <a:xfrm>
            <a:off x="6849646" y="597308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1" name="Oval 2500"/>
          <p:cNvSpPr/>
          <p:nvPr/>
        </p:nvSpPr>
        <p:spPr>
          <a:xfrm>
            <a:off x="6838289" y="597474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2" name="Oval 2501"/>
          <p:cNvSpPr/>
          <p:nvPr/>
        </p:nvSpPr>
        <p:spPr>
          <a:xfrm>
            <a:off x="6880218" y="597545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3" name="Oval 2502"/>
          <p:cNvSpPr/>
          <p:nvPr/>
        </p:nvSpPr>
        <p:spPr>
          <a:xfrm>
            <a:off x="6845148" y="597753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4" name="Oval 2503"/>
          <p:cNvSpPr/>
          <p:nvPr/>
        </p:nvSpPr>
        <p:spPr>
          <a:xfrm>
            <a:off x="6851281" y="59780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5" name="Oval 2504"/>
          <p:cNvSpPr/>
          <p:nvPr/>
        </p:nvSpPr>
        <p:spPr>
          <a:xfrm>
            <a:off x="6881888" y="597826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6" name="Oval 2505"/>
          <p:cNvSpPr/>
          <p:nvPr/>
        </p:nvSpPr>
        <p:spPr>
          <a:xfrm>
            <a:off x="6855748" y="598223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7" name="Oval 2506"/>
          <p:cNvSpPr/>
          <p:nvPr/>
        </p:nvSpPr>
        <p:spPr>
          <a:xfrm>
            <a:off x="6864265" y="598382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8" name="TextBox 2507"/>
          <p:cNvSpPr txBox="1"/>
          <p:nvPr/>
        </p:nvSpPr>
        <p:spPr>
          <a:xfrm>
            <a:off x="674370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0A7D6E"/>
                </a:solidFill>
                <a:latin typeface="Arial"/>
              </a:rPr>
              <a:t>4</a:t>
            </a:r>
          </a:p>
        </p:txBody>
      </p:sp>
      <p:cxnSp>
        <p:nvCxnSpPr>
          <p:cNvPr id="2509" name="Connector 2508"/>
          <p:cNvCxnSpPr/>
          <p:nvPr/>
        </p:nvCxnSpPr>
        <p:spPr>
          <a:xfrm flipV="1">
            <a:off x="7189470" y="5785801"/>
            <a:ext cx="0" cy="221089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0" name="Connector 2509"/>
          <p:cNvCxnSpPr/>
          <p:nvPr/>
        </p:nvCxnSpPr>
        <p:spPr>
          <a:xfrm>
            <a:off x="7144893" y="6006890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1" name="Connector 2510"/>
          <p:cNvCxnSpPr/>
          <p:nvPr/>
        </p:nvCxnSpPr>
        <p:spPr>
          <a:xfrm>
            <a:off x="7144893" y="5785801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12" name="Rectangle 2511"/>
          <p:cNvSpPr/>
          <p:nvPr/>
        </p:nvSpPr>
        <p:spPr>
          <a:xfrm>
            <a:off x="7100316" y="5984327"/>
            <a:ext cx="178308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13" name="Connector 2512"/>
          <p:cNvCxnSpPr/>
          <p:nvPr/>
        </p:nvCxnSpPr>
        <p:spPr>
          <a:xfrm>
            <a:off x="7100316" y="5968272"/>
            <a:ext cx="178308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14" name="Oval 2513"/>
          <p:cNvSpPr/>
          <p:nvPr/>
        </p:nvSpPr>
        <p:spPr>
          <a:xfrm>
            <a:off x="7170011" y="576751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5" name="Oval 2514"/>
          <p:cNvSpPr/>
          <p:nvPr/>
        </p:nvSpPr>
        <p:spPr>
          <a:xfrm>
            <a:off x="7139143" y="576751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6" name="Oval 2515"/>
          <p:cNvSpPr/>
          <p:nvPr/>
        </p:nvSpPr>
        <p:spPr>
          <a:xfrm>
            <a:off x="7167656" y="582982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7" name="Oval 2516"/>
          <p:cNvSpPr/>
          <p:nvPr/>
        </p:nvSpPr>
        <p:spPr>
          <a:xfrm>
            <a:off x="7200359" y="584366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8" name="Oval 2517"/>
          <p:cNvSpPr/>
          <p:nvPr/>
        </p:nvSpPr>
        <p:spPr>
          <a:xfrm>
            <a:off x="7139152" y="584366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9" name="Oval 2518"/>
          <p:cNvSpPr/>
          <p:nvPr/>
        </p:nvSpPr>
        <p:spPr>
          <a:xfrm>
            <a:off x="7129060" y="58505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0" name="Oval 2519"/>
          <p:cNvSpPr/>
          <p:nvPr/>
        </p:nvSpPr>
        <p:spPr>
          <a:xfrm>
            <a:off x="7143604" y="58505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1" name="Oval 2520"/>
          <p:cNvSpPr/>
          <p:nvPr/>
        </p:nvSpPr>
        <p:spPr>
          <a:xfrm>
            <a:off x="7131665" y="58505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2" name="Oval 2521"/>
          <p:cNvSpPr/>
          <p:nvPr/>
        </p:nvSpPr>
        <p:spPr>
          <a:xfrm>
            <a:off x="7148529" y="586443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3" name="Oval 2522"/>
          <p:cNvSpPr/>
          <p:nvPr/>
        </p:nvSpPr>
        <p:spPr>
          <a:xfrm>
            <a:off x="7162102" y="586443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4" name="Oval 2523"/>
          <p:cNvSpPr/>
          <p:nvPr/>
        </p:nvSpPr>
        <p:spPr>
          <a:xfrm>
            <a:off x="7208255" y="58713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5" name="Oval 2524"/>
          <p:cNvSpPr/>
          <p:nvPr/>
        </p:nvSpPr>
        <p:spPr>
          <a:xfrm>
            <a:off x="7169196" y="58713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6" name="Oval 2525"/>
          <p:cNvSpPr/>
          <p:nvPr/>
        </p:nvSpPr>
        <p:spPr>
          <a:xfrm>
            <a:off x="7190000" y="58782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7" name="Oval 2526"/>
          <p:cNvSpPr/>
          <p:nvPr/>
        </p:nvSpPr>
        <p:spPr>
          <a:xfrm>
            <a:off x="7158125" y="58782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8" name="Oval 2527"/>
          <p:cNvSpPr/>
          <p:nvPr/>
        </p:nvSpPr>
        <p:spPr>
          <a:xfrm>
            <a:off x="7131555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9" name="Oval 2528"/>
          <p:cNvSpPr/>
          <p:nvPr/>
        </p:nvSpPr>
        <p:spPr>
          <a:xfrm>
            <a:off x="7131629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0" name="Oval 2529"/>
          <p:cNvSpPr/>
          <p:nvPr/>
        </p:nvSpPr>
        <p:spPr>
          <a:xfrm>
            <a:off x="7180079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1" name="Oval 2530"/>
          <p:cNvSpPr/>
          <p:nvPr/>
        </p:nvSpPr>
        <p:spPr>
          <a:xfrm>
            <a:off x="7212835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2" name="Oval 2531"/>
          <p:cNvSpPr/>
          <p:nvPr/>
        </p:nvSpPr>
        <p:spPr>
          <a:xfrm>
            <a:off x="7211927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3" name="Oval 2532"/>
          <p:cNvSpPr/>
          <p:nvPr/>
        </p:nvSpPr>
        <p:spPr>
          <a:xfrm>
            <a:off x="7152397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4" name="Oval 2533"/>
          <p:cNvSpPr/>
          <p:nvPr/>
        </p:nvSpPr>
        <p:spPr>
          <a:xfrm>
            <a:off x="7207411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5" name="Oval 2534"/>
          <p:cNvSpPr/>
          <p:nvPr/>
        </p:nvSpPr>
        <p:spPr>
          <a:xfrm>
            <a:off x="7129449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6" name="Oval 2535"/>
          <p:cNvSpPr/>
          <p:nvPr/>
        </p:nvSpPr>
        <p:spPr>
          <a:xfrm>
            <a:off x="7184643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7" name="Oval 2536"/>
          <p:cNvSpPr/>
          <p:nvPr/>
        </p:nvSpPr>
        <p:spPr>
          <a:xfrm>
            <a:off x="7161159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8" name="Oval 2537"/>
          <p:cNvSpPr/>
          <p:nvPr/>
        </p:nvSpPr>
        <p:spPr>
          <a:xfrm>
            <a:off x="7131970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9" name="Oval 2538"/>
          <p:cNvSpPr/>
          <p:nvPr/>
        </p:nvSpPr>
        <p:spPr>
          <a:xfrm>
            <a:off x="7137044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0" name="Oval 2539"/>
          <p:cNvSpPr/>
          <p:nvPr/>
        </p:nvSpPr>
        <p:spPr>
          <a:xfrm>
            <a:off x="7181386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1" name="Oval 2540"/>
          <p:cNvSpPr/>
          <p:nvPr/>
        </p:nvSpPr>
        <p:spPr>
          <a:xfrm>
            <a:off x="7129156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2" name="Oval 2541"/>
          <p:cNvSpPr/>
          <p:nvPr/>
        </p:nvSpPr>
        <p:spPr>
          <a:xfrm>
            <a:off x="7165145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3" name="Oval 2542"/>
          <p:cNvSpPr/>
          <p:nvPr/>
        </p:nvSpPr>
        <p:spPr>
          <a:xfrm>
            <a:off x="7186136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4" name="Oval 2543"/>
          <p:cNvSpPr/>
          <p:nvPr/>
        </p:nvSpPr>
        <p:spPr>
          <a:xfrm>
            <a:off x="7200927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5" name="Oval 2544"/>
          <p:cNvSpPr/>
          <p:nvPr/>
        </p:nvSpPr>
        <p:spPr>
          <a:xfrm>
            <a:off x="7132499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6" name="Oval 2545"/>
          <p:cNvSpPr/>
          <p:nvPr/>
        </p:nvSpPr>
        <p:spPr>
          <a:xfrm>
            <a:off x="7135368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7" name="Oval 2546"/>
          <p:cNvSpPr/>
          <p:nvPr/>
        </p:nvSpPr>
        <p:spPr>
          <a:xfrm>
            <a:off x="7175022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8" name="Oval 2547"/>
          <p:cNvSpPr/>
          <p:nvPr/>
        </p:nvSpPr>
        <p:spPr>
          <a:xfrm>
            <a:off x="7163205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9" name="Oval 2548"/>
          <p:cNvSpPr/>
          <p:nvPr/>
        </p:nvSpPr>
        <p:spPr>
          <a:xfrm>
            <a:off x="7202227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0" name="Oval 2549"/>
          <p:cNvSpPr/>
          <p:nvPr/>
        </p:nvSpPr>
        <p:spPr>
          <a:xfrm>
            <a:off x="7214513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1" name="Oval 2550"/>
          <p:cNvSpPr/>
          <p:nvPr/>
        </p:nvSpPr>
        <p:spPr>
          <a:xfrm>
            <a:off x="7197402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2" name="Oval 2551"/>
          <p:cNvSpPr/>
          <p:nvPr/>
        </p:nvSpPr>
        <p:spPr>
          <a:xfrm>
            <a:off x="7209890" y="594830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3" name="Oval 2552"/>
          <p:cNvSpPr/>
          <p:nvPr/>
        </p:nvSpPr>
        <p:spPr>
          <a:xfrm>
            <a:off x="7152753" y="594852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4" name="Oval 2553"/>
          <p:cNvSpPr/>
          <p:nvPr/>
        </p:nvSpPr>
        <p:spPr>
          <a:xfrm>
            <a:off x="7146636" y="594998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5" name="Oval 2554"/>
          <p:cNvSpPr/>
          <p:nvPr/>
        </p:nvSpPr>
        <p:spPr>
          <a:xfrm>
            <a:off x="7131527" y="595008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6" name="Oval 2555"/>
          <p:cNvSpPr/>
          <p:nvPr/>
        </p:nvSpPr>
        <p:spPr>
          <a:xfrm>
            <a:off x="7160042" y="595110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7" name="Oval 2556"/>
          <p:cNvSpPr/>
          <p:nvPr/>
        </p:nvSpPr>
        <p:spPr>
          <a:xfrm>
            <a:off x="7212602" y="595305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8" name="Oval 2557"/>
          <p:cNvSpPr/>
          <p:nvPr/>
        </p:nvSpPr>
        <p:spPr>
          <a:xfrm>
            <a:off x="7204394" y="595514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9" name="Oval 2558"/>
          <p:cNvSpPr/>
          <p:nvPr/>
        </p:nvSpPr>
        <p:spPr>
          <a:xfrm>
            <a:off x="7209948" y="595588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0" name="Oval 2559"/>
          <p:cNvSpPr/>
          <p:nvPr/>
        </p:nvSpPr>
        <p:spPr>
          <a:xfrm>
            <a:off x="7143559" y="595648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1" name="Oval 2560"/>
          <p:cNvSpPr/>
          <p:nvPr/>
        </p:nvSpPr>
        <p:spPr>
          <a:xfrm>
            <a:off x="7202772" y="595712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2" name="Oval 2561"/>
          <p:cNvSpPr/>
          <p:nvPr/>
        </p:nvSpPr>
        <p:spPr>
          <a:xfrm>
            <a:off x="7208822" y="595826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3" name="Oval 2562"/>
          <p:cNvSpPr/>
          <p:nvPr/>
        </p:nvSpPr>
        <p:spPr>
          <a:xfrm>
            <a:off x="7190511" y="59583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4" name="Oval 2563"/>
          <p:cNvSpPr/>
          <p:nvPr/>
        </p:nvSpPr>
        <p:spPr>
          <a:xfrm>
            <a:off x="7199150" y="595909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5" name="Oval 2564"/>
          <p:cNvSpPr/>
          <p:nvPr/>
        </p:nvSpPr>
        <p:spPr>
          <a:xfrm>
            <a:off x="7182761" y="595914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6" name="Oval 2565"/>
          <p:cNvSpPr/>
          <p:nvPr/>
        </p:nvSpPr>
        <p:spPr>
          <a:xfrm>
            <a:off x="7206190" y="596004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7" name="Oval 2566"/>
          <p:cNvSpPr/>
          <p:nvPr/>
        </p:nvSpPr>
        <p:spPr>
          <a:xfrm>
            <a:off x="7175132" y="596018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8" name="Oval 2567"/>
          <p:cNvSpPr/>
          <p:nvPr/>
        </p:nvSpPr>
        <p:spPr>
          <a:xfrm>
            <a:off x="7195668" y="596187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9" name="Oval 2568"/>
          <p:cNvSpPr/>
          <p:nvPr/>
        </p:nvSpPr>
        <p:spPr>
          <a:xfrm>
            <a:off x="7155675" y="596286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0" name="Oval 2569"/>
          <p:cNvSpPr/>
          <p:nvPr/>
        </p:nvSpPr>
        <p:spPr>
          <a:xfrm>
            <a:off x="7203526" y="596329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1" name="Oval 2570"/>
          <p:cNvSpPr/>
          <p:nvPr/>
        </p:nvSpPr>
        <p:spPr>
          <a:xfrm>
            <a:off x="7215653" y="596394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2" name="Oval 2571"/>
          <p:cNvSpPr/>
          <p:nvPr/>
        </p:nvSpPr>
        <p:spPr>
          <a:xfrm>
            <a:off x="7145314" y="596437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3" name="Oval 2572"/>
          <p:cNvSpPr/>
          <p:nvPr/>
        </p:nvSpPr>
        <p:spPr>
          <a:xfrm>
            <a:off x="7131239" y="596484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4" name="Oval 2573"/>
          <p:cNvSpPr/>
          <p:nvPr/>
        </p:nvSpPr>
        <p:spPr>
          <a:xfrm>
            <a:off x="7213832" y="596603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5" name="Oval 2574"/>
          <p:cNvSpPr/>
          <p:nvPr/>
        </p:nvSpPr>
        <p:spPr>
          <a:xfrm>
            <a:off x="7214876" y="596655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6" name="Oval 2575"/>
          <p:cNvSpPr/>
          <p:nvPr/>
        </p:nvSpPr>
        <p:spPr>
          <a:xfrm>
            <a:off x="7182237" y="596752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7" name="Oval 2576"/>
          <p:cNvSpPr/>
          <p:nvPr/>
        </p:nvSpPr>
        <p:spPr>
          <a:xfrm>
            <a:off x="7191533" y="596979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8" name="Oval 2577"/>
          <p:cNvSpPr/>
          <p:nvPr/>
        </p:nvSpPr>
        <p:spPr>
          <a:xfrm>
            <a:off x="7136161" y="597011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9" name="Oval 2578"/>
          <p:cNvSpPr/>
          <p:nvPr/>
        </p:nvSpPr>
        <p:spPr>
          <a:xfrm>
            <a:off x="7193248" y="597119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0" name="Oval 2579"/>
          <p:cNvSpPr/>
          <p:nvPr/>
        </p:nvSpPr>
        <p:spPr>
          <a:xfrm>
            <a:off x="7139163" y="597384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1" name="Oval 2580"/>
          <p:cNvSpPr/>
          <p:nvPr/>
        </p:nvSpPr>
        <p:spPr>
          <a:xfrm>
            <a:off x="7182851" y="597386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2" name="Oval 2581"/>
          <p:cNvSpPr/>
          <p:nvPr/>
        </p:nvSpPr>
        <p:spPr>
          <a:xfrm>
            <a:off x="7205942" y="597514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3" name="Oval 2582"/>
          <p:cNvSpPr/>
          <p:nvPr/>
        </p:nvSpPr>
        <p:spPr>
          <a:xfrm>
            <a:off x="7141893" y="597571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4" name="Oval 2583"/>
          <p:cNvSpPr/>
          <p:nvPr/>
        </p:nvSpPr>
        <p:spPr>
          <a:xfrm>
            <a:off x="7166118" y="597575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5" name="Oval 2584"/>
          <p:cNvSpPr/>
          <p:nvPr/>
        </p:nvSpPr>
        <p:spPr>
          <a:xfrm>
            <a:off x="7163683" y="597662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6" name="Oval 2585"/>
          <p:cNvSpPr/>
          <p:nvPr/>
        </p:nvSpPr>
        <p:spPr>
          <a:xfrm>
            <a:off x="7210873" y="597751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7" name="Oval 2586"/>
          <p:cNvSpPr/>
          <p:nvPr/>
        </p:nvSpPr>
        <p:spPr>
          <a:xfrm>
            <a:off x="7165530" y="597757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8" name="Oval 2587"/>
          <p:cNvSpPr/>
          <p:nvPr/>
        </p:nvSpPr>
        <p:spPr>
          <a:xfrm>
            <a:off x="7134559" y="597839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9" name="Oval 2588"/>
          <p:cNvSpPr/>
          <p:nvPr/>
        </p:nvSpPr>
        <p:spPr>
          <a:xfrm>
            <a:off x="7176800" y="598038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0" name="Oval 2589"/>
          <p:cNvSpPr/>
          <p:nvPr/>
        </p:nvSpPr>
        <p:spPr>
          <a:xfrm>
            <a:off x="7132251" y="59814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1" name="Oval 2590"/>
          <p:cNvSpPr/>
          <p:nvPr/>
        </p:nvSpPr>
        <p:spPr>
          <a:xfrm>
            <a:off x="7194845" y="598268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2" name="Oval 2591"/>
          <p:cNvSpPr/>
          <p:nvPr/>
        </p:nvSpPr>
        <p:spPr>
          <a:xfrm>
            <a:off x="7142815" y="598545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3" name="Oval 2592"/>
          <p:cNvSpPr/>
          <p:nvPr/>
        </p:nvSpPr>
        <p:spPr>
          <a:xfrm>
            <a:off x="7137277" y="598561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4" name="Oval 2593"/>
          <p:cNvSpPr/>
          <p:nvPr/>
        </p:nvSpPr>
        <p:spPr>
          <a:xfrm>
            <a:off x="7168512" y="59886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5" name="TextBox 2594"/>
          <p:cNvSpPr txBox="1"/>
          <p:nvPr/>
        </p:nvSpPr>
        <p:spPr>
          <a:xfrm>
            <a:off x="704088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0A7D6E"/>
                </a:solidFill>
                <a:latin typeface="Arial"/>
              </a:rPr>
              <a:t>8</a:t>
            </a:r>
          </a:p>
        </p:txBody>
      </p:sp>
      <p:cxnSp>
        <p:nvCxnSpPr>
          <p:cNvPr id="2596" name="Connector 2595"/>
          <p:cNvCxnSpPr/>
          <p:nvPr/>
        </p:nvCxnSpPr>
        <p:spPr>
          <a:xfrm flipV="1">
            <a:off x="7486650" y="5501945"/>
            <a:ext cx="0" cy="512706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7" name="Connector 2596"/>
          <p:cNvCxnSpPr/>
          <p:nvPr/>
        </p:nvCxnSpPr>
        <p:spPr>
          <a:xfrm>
            <a:off x="7442073" y="6014651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8" name="Connector 2597"/>
          <p:cNvCxnSpPr/>
          <p:nvPr/>
        </p:nvCxnSpPr>
        <p:spPr>
          <a:xfrm>
            <a:off x="7442073" y="5501945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99" name="Rectangle 2598"/>
          <p:cNvSpPr/>
          <p:nvPr/>
        </p:nvSpPr>
        <p:spPr>
          <a:xfrm>
            <a:off x="7397496" y="5982132"/>
            <a:ext cx="178308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00" name="Connector 2599"/>
          <p:cNvCxnSpPr/>
          <p:nvPr/>
        </p:nvCxnSpPr>
        <p:spPr>
          <a:xfrm>
            <a:off x="7397496" y="5945037"/>
            <a:ext cx="178308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01" name="Oval 2600"/>
          <p:cNvSpPr/>
          <p:nvPr/>
        </p:nvSpPr>
        <p:spPr>
          <a:xfrm>
            <a:off x="7463836" y="548365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2" name="Oval 2601"/>
          <p:cNvSpPr/>
          <p:nvPr/>
        </p:nvSpPr>
        <p:spPr>
          <a:xfrm>
            <a:off x="7457115" y="566366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3" name="Oval 2602"/>
          <p:cNvSpPr/>
          <p:nvPr/>
        </p:nvSpPr>
        <p:spPr>
          <a:xfrm>
            <a:off x="7487254" y="56705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4" name="Oval 2603"/>
          <p:cNvSpPr/>
          <p:nvPr/>
        </p:nvSpPr>
        <p:spPr>
          <a:xfrm>
            <a:off x="7459607" y="56913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5" name="Oval 2604"/>
          <p:cNvSpPr/>
          <p:nvPr/>
        </p:nvSpPr>
        <p:spPr>
          <a:xfrm>
            <a:off x="7451747" y="56913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6" name="Oval 2605"/>
          <p:cNvSpPr/>
          <p:nvPr/>
        </p:nvSpPr>
        <p:spPr>
          <a:xfrm>
            <a:off x="7505129" y="574674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7" name="Oval 2606"/>
          <p:cNvSpPr/>
          <p:nvPr/>
        </p:nvSpPr>
        <p:spPr>
          <a:xfrm>
            <a:off x="7433829" y="576751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8" name="Oval 2607"/>
          <p:cNvSpPr/>
          <p:nvPr/>
        </p:nvSpPr>
        <p:spPr>
          <a:xfrm>
            <a:off x="7497121" y="576751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9" name="Oval 2608"/>
          <p:cNvSpPr/>
          <p:nvPr/>
        </p:nvSpPr>
        <p:spPr>
          <a:xfrm>
            <a:off x="7477633" y="578135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0" name="Oval 2609"/>
          <p:cNvSpPr/>
          <p:nvPr/>
        </p:nvSpPr>
        <p:spPr>
          <a:xfrm>
            <a:off x="7498417" y="580212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1" name="Oval 2610"/>
          <p:cNvSpPr/>
          <p:nvPr/>
        </p:nvSpPr>
        <p:spPr>
          <a:xfrm>
            <a:off x="7473208" y="580212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2" name="Oval 2611"/>
          <p:cNvSpPr/>
          <p:nvPr/>
        </p:nvSpPr>
        <p:spPr>
          <a:xfrm>
            <a:off x="7482332" y="580905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3" name="Oval 2612"/>
          <p:cNvSpPr/>
          <p:nvPr/>
        </p:nvSpPr>
        <p:spPr>
          <a:xfrm>
            <a:off x="7443211" y="581597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4" name="Oval 2613"/>
          <p:cNvSpPr/>
          <p:nvPr/>
        </p:nvSpPr>
        <p:spPr>
          <a:xfrm>
            <a:off x="7512058" y="582289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5" name="Oval 2614"/>
          <p:cNvSpPr/>
          <p:nvPr/>
        </p:nvSpPr>
        <p:spPr>
          <a:xfrm>
            <a:off x="7471789" y="583674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6" name="Oval 2615"/>
          <p:cNvSpPr/>
          <p:nvPr/>
        </p:nvSpPr>
        <p:spPr>
          <a:xfrm>
            <a:off x="7484202" y="584366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7" name="Oval 2616"/>
          <p:cNvSpPr/>
          <p:nvPr/>
        </p:nvSpPr>
        <p:spPr>
          <a:xfrm>
            <a:off x="7479874" y="58505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8" name="Oval 2617"/>
          <p:cNvSpPr/>
          <p:nvPr/>
        </p:nvSpPr>
        <p:spPr>
          <a:xfrm>
            <a:off x="7460428" y="58575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9" name="Oval 2618"/>
          <p:cNvSpPr/>
          <p:nvPr/>
        </p:nvSpPr>
        <p:spPr>
          <a:xfrm>
            <a:off x="7485016" y="58575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0" name="Oval 2619"/>
          <p:cNvSpPr/>
          <p:nvPr/>
        </p:nvSpPr>
        <p:spPr>
          <a:xfrm>
            <a:off x="7488442" y="58575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1" name="Oval 2620"/>
          <p:cNvSpPr/>
          <p:nvPr/>
        </p:nvSpPr>
        <p:spPr>
          <a:xfrm>
            <a:off x="7472213" y="58575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2" name="Oval 2621"/>
          <p:cNvSpPr/>
          <p:nvPr/>
        </p:nvSpPr>
        <p:spPr>
          <a:xfrm>
            <a:off x="7427751" y="58575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3" name="Oval 2622"/>
          <p:cNvSpPr/>
          <p:nvPr/>
        </p:nvSpPr>
        <p:spPr>
          <a:xfrm>
            <a:off x="7492394" y="58575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4" name="Oval 2623"/>
          <p:cNvSpPr/>
          <p:nvPr/>
        </p:nvSpPr>
        <p:spPr>
          <a:xfrm>
            <a:off x="7464387" y="586443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5" name="Oval 2624"/>
          <p:cNvSpPr/>
          <p:nvPr/>
        </p:nvSpPr>
        <p:spPr>
          <a:xfrm>
            <a:off x="7509521" y="58713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6" name="Oval 2625"/>
          <p:cNvSpPr/>
          <p:nvPr/>
        </p:nvSpPr>
        <p:spPr>
          <a:xfrm>
            <a:off x="7469578" y="58713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7" name="Oval 2626"/>
          <p:cNvSpPr/>
          <p:nvPr/>
        </p:nvSpPr>
        <p:spPr>
          <a:xfrm>
            <a:off x="7483003" y="58713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8" name="Oval 2627"/>
          <p:cNvSpPr/>
          <p:nvPr/>
        </p:nvSpPr>
        <p:spPr>
          <a:xfrm>
            <a:off x="7489723" y="58782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9" name="Oval 2628"/>
          <p:cNvSpPr/>
          <p:nvPr/>
        </p:nvSpPr>
        <p:spPr>
          <a:xfrm>
            <a:off x="7467132" y="58782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0" name="Oval 2629"/>
          <p:cNvSpPr/>
          <p:nvPr/>
        </p:nvSpPr>
        <p:spPr>
          <a:xfrm>
            <a:off x="7425827" y="58921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1" name="Oval 2630"/>
          <p:cNvSpPr/>
          <p:nvPr/>
        </p:nvSpPr>
        <p:spPr>
          <a:xfrm>
            <a:off x="7472180" y="58921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2" name="Oval 2631"/>
          <p:cNvSpPr/>
          <p:nvPr/>
        </p:nvSpPr>
        <p:spPr>
          <a:xfrm>
            <a:off x="7424048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3" name="Oval 2632"/>
          <p:cNvSpPr/>
          <p:nvPr/>
        </p:nvSpPr>
        <p:spPr>
          <a:xfrm>
            <a:off x="7433256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4" name="Oval 2633"/>
          <p:cNvSpPr/>
          <p:nvPr/>
        </p:nvSpPr>
        <p:spPr>
          <a:xfrm>
            <a:off x="7463363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5" name="Oval 2634"/>
          <p:cNvSpPr/>
          <p:nvPr/>
        </p:nvSpPr>
        <p:spPr>
          <a:xfrm>
            <a:off x="7458788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6" name="Oval 2635"/>
          <p:cNvSpPr/>
          <p:nvPr/>
        </p:nvSpPr>
        <p:spPr>
          <a:xfrm>
            <a:off x="7471245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7" name="Oval 2636"/>
          <p:cNvSpPr/>
          <p:nvPr/>
        </p:nvSpPr>
        <p:spPr>
          <a:xfrm>
            <a:off x="7439463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8" name="Oval 2637"/>
          <p:cNvSpPr/>
          <p:nvPr/>
        </p:nvSpPr>
        <p:spPr>
          <a:xfrm>
            <a:off x="7460873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9" name="Oval 2638"/>
          <p:cNvSpPr/>
          <p:nvPr/>
        </p:nvSpPr>
        <p:spPr>
          <a:xfrm>
            <a:off x="7443615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0" name="Oval 2639"/>
          <p:cNvSpPr/>
          <p:nvPr/>
        </p:nvSpPr>
        <p:spPr>
          <a:xfrm>
            <a:off x="7471668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1" name="Oval 2640"/>
          <p:cNvSpPr/>
          <p:nvPr/>
        </p:nvSpPr>
        <p:spPr>
          <a:xfrm>
            <a:off x="7468034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2" name="Oval 2641"/>
          <p:cNvSpPr/>
          <p:nvPr/>
        </p:nvSpPr>
        <p:spPr>
          <a:xfrm>
            <a:off x="7447394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3" name="Oval 2642"/>
          <p:cNvSpPr/>
          <p:nvPr/>
        </p:nvSpPr>
        <p:spPr>
          <a:xfrm>
            <a:off x="7440253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4" name="Oval 2643"/>
          <p:cNvSpPr/>
          <p:nvPr/>
        </p:nvSpPr>
        <p:spPr>
          <a:xfrm>
            <a:off x="7477013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5" name="Oval 2644"/>
          <p:cNvSpPr/>
          <p:nvPr/>
        </p:nvSpPr>
        <p:spPr>
          <a:xfrm>
            <a:off x="7511844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6" name="Oval 2645"/>
          <p:cNvSpPr/>
          <p:nvPr/>
        </p:nvSpPr>
        <p:spPr>
          <a:xfrm>
            <a:off x="7489208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7" name="Oval 2646"/>
          <p:cNvSpPr/>
          <p:nvPr/>
        </p:nvSpPr>
        <p:spPr>
          <a:xfrm>
            <a:off x="7434368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8" name="Oval 2647"/>
          <p:cNvSpPr/>
          <p:nvPr/>
        </p:nvSpPr>
        <p:spPr>
          <a:xfrm>
            <a:off x="7437134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9" name="Oval 2648"/>
          <p:cNvSpPr/>
          <p:nvPr/>
        </p:nvSpPr>
        <p:spPr>
          <a:xfrm>
            <a:off x="7502388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0" name="Oval 2649"/>
          <p:cNvSpPr/>
          <p:nvPr/>
        </p:nvSpPr>
        <p:spPr>
          <a:xfrm>
            <a:off x="7482181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1" name="Oval 2650"/>
          <p:cNvSpPr/>
          <p:nvPr/>
        </p:nvSpPr>
        <p:spPr>
          <a:xfrm>
            <a:off x="7448504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2" name="Oval 2651"/>
          <p:cNvSpPr/>
          <p:nvPr/>
        </p:nvSpPr>
        <p:spPr>
          <a:xfrm>
            <a:off x="7512917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3" name="Oval 2652"/>
          <p:cNvSpPr/>
          <p:nvPr/>
        </p:nvSpPr>
        <p:spPr>
          <a:xfrm>
            <a:off x="7495444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4" name="Oval 2653"/>
          <p:cNvSpPr/>
          <p:nvPr/>
        </p:nvSpPr>
        <p:spPr>
          <a:xfrm>
            <a:off x="7456728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5" name="Oval 2654"/>
          <p:cNvSpPr/>
          <p:nvPr/>
        </p:nvSpPr>
        <p:spPr>
          <a:xfrm>
            <a:off x="7471926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6" name="Oval 2655"/>
          <p:cNvSpPr/>
          <p:nvPr/>
        </p:nvSpPr>
        <p:spPr>
          <a:xfrm>
            <a:off x="7430863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7" name="Oval 2656"/>
          <p:cNvSpPr/>
          <p:nvPr/>
        </p:nvSpPr>
        <p:spPr>
          <a:xfrm>
            <a:off x="7438112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8" name="Oval 2657"/>
          <p:cNvSpPr/>
          <p:nvPr/>
        </p:nvSpPr>
        <p:spPr>
          <a:xfrm>
            <a:off x="7476478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9" name="Oval 2658"/>
          <p:cNvSpPr/>
          <p:nvPr/>
        </p:nvSpPr>
        <p:spPr>
          <a:xfrm>
            <a:off x="7456118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0" name="Oval 2659"/>
          <p:cNvSpPr/>
          <p:nvPr/>
        </p:nvSpPr>
        <p:spPr>
          <a:xfrm>
            <a:off x="7454729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1" name="Oval 2660"/>
          <p:cNvSpPr/>
          <p:nvPr/>
        </p:nvSpPr>
        <p:spPr>
          <a:xfrm>
            <a:off x="7425551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2" name="Oval 2661"/>
          <p:cNvSpPr/>
          <p:nvPr/>
        </p:nvSpPr>
        <p:spPr>
          <a:xfrm>
            <a:off x="7489529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3" name="Oval 2662"/>
          <p:cNvSpPr/>
          <p:nvPr/>
        </p:nvSpPr>
        <p:spPr>
          <a:xfrm>
            <a:off x="7424290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4" name="Oval 2663"/>
          <p:cNvSpPr/>
          <p:nvPr/>
        </p:nvSpPr>
        <p:spPr>
          <a:xfrm>
            <a:off x="7496747" y="594798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5" name="Oval 2664"/>
          <p:cNvSpPr/>
          <p:nvPr/>
        </p:nvSpPr>
        <p:spPr>
          <a:xfrm>
            <a:off x="7456909" y="594894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6" name="Oval 2665"/>
          <p:cNvSpPr/>
          <p:nvPr/>
        </p:nvSpPr>
        <p:spPr>
          <a:xfrm>
            <a:off x="7500538" y="594928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7" name="Oval 2666"/>
          <p:cNvSpPr/>
          <p:nvPr/>
        </p:nvSpPr>
        <p:spPr>
          <a:xfrm>
            <a:off x="7449610" y="594984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8" name="Oval 2667"/>
          <p:cNvSpPr/>
          <p:nvPr/>
        </p:nvSpPr>
        <p:spPr>
          <a:xfrm>
            <a:off x="7427389" y="594997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9" name="Oval 2668"/>
          <p:cNvSpPr/>
          <p:nvPr/>
        </p:nvSpPr>
        <p:spPr>
          <a:xfrm>
            <a:off x="7464150" y="595115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0" name="Oval 2669"/>
          <p:cNvSpPr/>
          <p:nvPr/>
        </p:nvSpPr>
        <p:spPr>
          <a:xfrm>
            <a:off x="7440001" y="595172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1" name="Oval 2670"/>
          <p:cNvSpPr/>
          <p:nvPr/>
        </p:nvSpPr>
        <p:spPr>
          <a:xfrm>
            <a:off x="7487988" y="595447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2" name="Oval 2671"/>
          <p:cNvSpPr/>
          <p:nvPr/>
        </p:nvSpPr>
        <p:spPr>
          <a:xfrm>
            <a:off x="7511083" y="595519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3" name="Oval 2672"/>
          <p:cNvSpPr/>
          <p:nvPr/>
        </p:nvSpPr>
        <p:spPr>
          <a:xfrm>
            <a:off x="7481459" y="595574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4" name="Oval 2673"/>
          <p:cNvSpPr/>
          <p:nvPr/>
        </p:nvSpPr>
        <p:spPr>
          <a:xfrm>
            <a:off x="7496458" y="595944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5" name="Oval 2674"/>
          <p:cNvSpPr/>
          <p:nvPr/>
        </p:nvSpPr>
        <p:spPr>
          <a:xfrm>
            <a:off x="7501666" y="59603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6" name="Oval 2675"/>
          <p:cNvSpPr/>
          <p:nvPr/>
        </p:nvSpPr>
        <p:spPr>
          <a:xfrm>
            <a:off x="7461698" y="596266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7" name="Oval 2676"/>
          <p:cNvSpPr/>
          <p:nvPr/>
        </p:nvSpPr>
        <p:spPr>
          <a:xfrm>
            <a:off x="7502626" y="596423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8" name="Oval 2677"/>
          <p:cNvSpPr/>
          <p:nvPr/>
        </p:nvSpPr>
        <p:spPr>
          <a:xfrm>
            <a:off x="7507956" y="59658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9" name="Oval 2678"/>
          <p:cNvSpPr/>
          <p:nvPr/>
        </p:nvSpPr>
        <p:spPr>
          <a:xfrm>
            <a:off x="7440626" y="596637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0" name="Oval 2679"/>
          <p:cNvSpPr/>
          <p:nvPr/>
        </p:nvSpPr>
        <p:spPr>
          <a:xfrm>
            <a:off x="7435876" y="596859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1" name="Oval 2680"/>
          <p:cNvSpPr/>
          <p:nvPr/>
        </p:nvSpPr>
        <p:spPr>
          <a:xfrm>
            <a:off x="7508223" y="596878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2" name="Oval 2681"/>
          <p:cNvSpPr/>
          <p:nvPr/>
        </p:nvSpPr>
        <p:spPr>
          <a:xfrm>
            <a:off x="7464320" y="596907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3" name="Oval 2682"/>
          <p:cNvSpPr/>
          <p:nvPr/>
        </p:nvSpPr>
        <p:spPr>
          <a:xfrm>
            <a:off x="7449737" y="596914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4" name="Oval 2683"/>
          <p:cNvSpPr/>
          <p:nvPr/>
        </p:nvSpPr>
        <p:spPr>
          <a:xfrm>
            <a:off x="7477416" y="59704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5" name="Oval 2684"/>
          <p:cNvSpPr/>
          <p:nvPr/>
        </p:nvSpPr>
        <p:spPr>
          <a:xfrm>
            <a:off x="7453682" y="597130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6" name="Oval 2685"/>
          <p:cNvSpPr/>
          <p:nvPr/>
        </p:nvSpPr>
        <p:spPr>
          <a:xfrm>
            <a:off x="7452530" y="597281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7" name="Oval 2686"/>
          <p:cNvSpPr/>
          <p:nvPr/>
        </p:nvSpPr>
        <p:spPr>
          <a:xfrm>
            <a:off x="7498469" y="597326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8" name="Oval 2687"/>
          <p:cNvSpPr/>
          <p:nvPr/>
        </p:nvSpPr>
        <p:spPr>
          <a:xfrm>
            <a:off x="7459914" y="597420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9" name="Oval 2688"/>
          <p:cNvSpPr/>
          <p:nvPr/>
        </p:nvSpPr>
        <p:spPr>
          <a:xfrm>
            <a:off x="7502395" y="59744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0" name="Oval 2689"/>
          <p:cNvSpPr/>
          <p:nvPr/>
        </p:nvSpPr>
        <p:spPr>
          <a:xfrm>
            <a:off x="7500257" y="597976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1" name="Oval 2690"/>
          <p:cNvSpPr/>
          <p:nvPr/>
        </p:nvSpPr>
        <p:spPr>
          <a:xfrm>
            <a:off x="7500535" y="59823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2" name="Oval 2691"/>
          <p:cNvSpPr/>
          <p:nvPr/>
        </p:nvSpPr>
        <p:spPr>
          <a:xfrm>
            <a:off x="7491429" y="59824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3" name="Oval 2692"/>
          <p:cNvSpPr/>
          <p:nvPr/>
        </p:nvSpPr>
        <p:spPr>
          <a:xfrm>
            <a:off x="7450071" y="598253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4" name="Oval 2693"/>
          <p:cNvSpPr/>
          <p:nvPr/>
        </p:nvSpPr>
        <p:spPr>
          <a:xfrm>
            <a:off x="7427132" y="598390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5" name="Oval 2694"/>
          <p:cNvSpPr/>
          <p:nvPr/>
        </p:nvSpPr>
        <p:spPr>
          <a:xfrm>
            <a:off x="7456144" y="598496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6" name="Oval 2695"/>
          <p:cNvSpPr/>
          <p:nvPr/>
        </p:nvSpPr>
        <p:spPr>
          <a:xfrm>
            <a:off x="7472913" y="598561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7" name="Oval 2696"/>
          <p:cNvSpPr/>
          <p:nvPr/>
        </p:nvSpPr>
        <p:spPr>
          <a:xfrm>
            <a:off x="7495575" y="59877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8" name="Oval 2697"/>
          <p:cNvSpPr/>
          <p:nvPr/>
        </p:nvSpPr>
        <p:spPr>
          <a:xfrm>
            <a:off x="7458834" y="59879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9" name="Oval 2698"/>
          <p:cNvSpPr/>
          <p:nvPr/>
        </p:nvSpPr>
        <p:spPr>
          <a:xfrm>
            <a:off x="7485135" y="59882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0" name="Oval 2699"/>
          <p:cNvSpPr/>
          <p:nvPr/>
        </p:nvSpPr>
        <p:spPr>
          <a:xfrm>
            <a:off x="7439853" y="59883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1" name="Oval 2700"/>
          <p:cNvSpPr/>
          <p:nvPr/>
        </p:nvSpPr>
        <p:spPr>
          <a:xfrm>
            <a:off x="7482950" y="599124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2" name="Oval 2701"/>
          <p:cNvSpPr/>
          <p:nvPr/>
        </p:nvSpPr>
        <p:spPr>
          <a:xfrm>
            <a:off x="7433862" y="599636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3" name="TextBox 2702"/>
          <p:cNvSpPr txBox="1"/>
          <p:nvPr/>
        </p:nvSpPr>
        <p:spPr>
          <a:xfrm>
            <a:off x="733806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0A7D6E"/>
                </a:solidFill>
                <a:latin typeface="Arial"/>
              </a:rPr>
              <a:t>9</a:t>
            </a:r>
          </a:p>
        </p:txBody>
      </p:sp>
      <p:cxnSp>
        <p:nvCxnSpPr>
          <p:cNvPr id="2704" name="Connector 2703"/>
          <p:cNvCxnSpPr/>
          <p:nvPr/>
        </p:nvCxnSpPr>
        <p:spPr>
          <a:xfrm flipV="1">
            <a:off x="7783830" y="5342709"/>
            <a:ext cx="0" cy="668016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5" name="Connector 2704"/>
          <p:cNvCxnSpPr/>
          <p:nvPr/>
        </p:nvCxnSpPr>
        <p:spPr>
          <a:xfrm>
            <a:off x="7739253" y="6010725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6" name="Connector 2705"/>
          <p:cNvCxnSpPr/>
          <p:nvPr/>
        </p:nvCxnSpPr>
        <p:spPr>
          <a:xfrm>
            <a:off x="7739253" y="5342709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07" name="Rectangle 2706"/>
          <p:cNvSpPr/>
          <p:nvPr/>
        </p:nvSpPr>
        <p:spPr>
          <a:xfrm>
            <a:off x="7694676" y="5972346"/>
            <a:ext cx="178308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08" name="Connector 2707"/>
          <p:cNvCxnSpPr/>
          <p:nvPr/>
        </p:nvCxnSpPr>
        <p:spPr>
          <a:xfrm>
            <a:off x="7694676" y="5938114"/>
            <a:ext cx="178308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09" name="Oval 2708"/>
          <p:cNvSpPr/>
          <p:nvPr/>
        </p:nvSpPr>
        <p:spPr>
          <a:xfrm>
            <a:off x="7784193" y="532442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0" name="Oval 2709"/>
          <p:cNvSpPr/>
          <p:nvPr/>
        </p:nvSpPr>
        <p:spPr>
          <a:xfrm>
            <a:off x="7751525" y="540750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1" name="Oval 2710"/>
          <p:cNvSpPr/>
          <p:nvPr/>
        </p:nvSpPr>
        <p:spPr>
          <a:xfrm>
            <a:off x="7733086" y="544211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2" name="Oval 2711"/>
          <p:cNvSpPr/>
          <p:nvPr/>
        </p:nvSpPr>
        <p:spPr>
          <a:xfrm>
            <a:off x="7732552" y="560827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3" name="Oval 2712"/>
          <p:cNvSpPr/>
          <p:nvPr/>
        </p:nvSpPr>
        <p:spPr>
          <a:xfrm>
            <a:off x="7772086" y="57190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4" name="Oval 2713"/>
          <p:cNvSpPr/>
          <p:nvPr/>
        </p:nvSpPr>
        <p:spPr>
          <a:xfrm>
            <a:off x="7805175" y="574674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5" name="Oval 2714"/>
          <p:cNvSpPr/>
          <p:nvPr/>
        </p:nvSpPr>
        <p:spPr>
          <a:xfrm>
            <a:off x="7732880" y="575366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6" name="Oval 2715"/>
          <p:cNvSpPr/>
          <p:nvPr/>
        </p:nvSpPr>
        <p:spPr>
          <a:xfrm>
            <a:off x="7742779" y="575366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7" name="Oval 2716"/>
          <p:cNvSpPr/>
          <p:nvPr/>
        </p:nvSpPr>
        <p:spPr>
          <a:xfrm>
            <a:off x="7769042" y="577443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8" name="Oval 2717"/>
          <p:cNvSpPr/>
          <p:nvPr/>
        </p:nvSpPr>
        <p:spPr>
          <a:xfrm>
            <a:off x="7772870" y="578135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9" name="Oval 2718"/>
          <p:cNvSpPr/>
          <p:nvPr/>
        </p:nvSpPr>
        <p:spPr>
          <a:xfrm>
            <a:off x="7763230" y="578135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0" name="Oval 2719"/>
          <p:cNvSpPr/>
          <p:nvPr/>
        </p:nvSpPr>
        <p:spPr>
          <a:xfrm>
            <a:off x="7757373" y="578828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1" name="Oval 2720"/>
          <p:cNvSpPr/>
          <p:nvPr/>
        </p:nvSpPr>
        <p:spPr>
          <a:xfrm>
            <a:off x="7722815" y="579520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2" name="Oval 2721"/>
          <p:cNvSpPr/>
          <p:nvPr/>
        </p:nvSpPr>
        <p:spPr>
          <a:xfrm>
            <a:off x="7793329" y="581597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3" name="Oval 2722"/>
          <p:cNvSpPr/>
          <p:nvPr/>
        </p:nvSpPr>
        <p:spPr>
          <a:xfrm>
            <a:off x="7738976" y="582982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4" name="Oval 2723"/>
          <p:cNvSpPr/>
          <p:nvPr/>
        </p:nvSpPr>
        <p:spPr>
          <a:xfrm>
            <a:off x="7772988" y="582982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5" name="Oval 2724"/>
          <p:cNvSpPr/>
          <p:nvPr/>
        </p:nvSpPr>
        <p:spPr>
          <a:xfrm>
            <a:off x="7730449" y="582982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6" name="Oval 2725"/>
          <p:cNvSpPr/>
          <p:nvPr/>
        </p:nvSpPr>
        <p:spPr>
          <a:xfrm>
            <a:off x="7747634" y="583674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7" name="Oval 2726"/>
          <p:cNvSpPr/>
          <p:nvPr/>
        </p:nvSpPr>
        <p:spPr>
          <a:xfrm>
            <a:off x="7737528" y="584366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8" name="Oval 2727"/>
          <p:cNvSpPr/>
          <p:nvPr/>
        </p:nvSpPr>
        <p:spPr>
          <a:xfrm>
            <a:off x="7805971" y="58505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9" name="Oval 2728"/>
          <p:cNvSpPr/>
          <p:nvPr/>
        </p:nvSpPr>
        <p:spPr>
          <a:xfrm>
            <a:off x="7790813" y="58575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0" name="Oval 2729"/>
          <p:cNvSpPr/>
          <p:nvPr/>
        </p:nvSpPr>
        <p:spPr>
          <a:xfrm>
            <a:off x="7761988" y="586443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1" name="Oval 2730"/>
          <p:cNvSpPr/>
          <p:nvPr/>
        </p:nvSpPr>
        <p:spPr>
          <a:xfrm>
            <a:off x="7775292" y="58713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2" name="Oval 2731"/>
          <p:cNvSpPr/>
          <p:nvPr/>
        </p:nvSpPr>
        <p:spPr>
          <a:xfrm>
            <a:off x="7803076" y="58713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3" name="Oval 2732"/>
          <p:cNvSpPr/>
          <p:nvPr/>
        </p:nvSpPr>
        <p:spPr>
          <a:xfrm>
            <a:off x="7789618" y="58782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4" name="Oval 2733"/>
          <p:cNvSpPr/>
          <p:nvPr/>
        </p:nvSpPr>
        <p:spPr>
          <a:xfrm>
            <a:off x="7729186" y="58782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5" name="Oval 2734"/>
          <p:cNvSpPr/>
          <p:nvPr/>
        </p:nvSpPr>
        <p:spPr>
          <a:xfrm>
            <a:off x="7801773" y="58782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6" name="Oval 2735"/>
          <p:cNvSpPr/>
          <p:nvPr/>
        </p:nvSpPr>
        <p:spPr>
          <a:xfrm>
            <a:off x="7744271" y="58782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7" name="Oval 2736"/>
          <p:cNvSpPr/>
          <p:nvPr/>
        </p:nvSpPr>
        <p:spPr>
          <a:xfrm>
            <a:off x="7803706" y="58782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8" name="Oval 2737"/>
          <p:cNvSpPr/>
          <p:nvPr/>
        </p:nvSpPr>
        <p:spPr>
          <a:xfrm>
            <a:off x="7807070" y="58782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9" name="Oval 2738"/>
          <p:cNvSpPr/>
          <p:nvPr/>
        </p:nvSpPr>
        <p:spPr>
          <a:xfrm>
            <a:off x="7782863" y="58782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0" name="Oval 2739"/>
          <p:cNvSpPr/>
          <p:nvPr/>
        </p:nvSpPr>
        <p:spPr>
          <a:xfrm>
            <a:off x="7776781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1" name="Oval 2740"/>
          <p:cNvSpPr/>
          <p:nvPr/>
        </p:nvSpPr>
        <p:spPr>
          <a:xfrm>
            <a:off x="7759426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2" name="Oval 2741"/>
          <p:cNvSpPr/>
          <p:nvPr/>
        </p:nvSpPr>
        <p:spPr>
          <a:xfrm>
            <a:off x="7763922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3" name="Oval 2742"/>
          <p:cNvSpPr/>
          <p:nvPr/>
        </p:nvSpPr>
        <p:spPr>
          <a:xfrm>
            <a:off x="7800340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4" name="Oval 2743"/>
          <p:cNvSpPr/>
          <p:nvPr/>
        </p:nvSpPr>
        <p:spPr>
          <a:xfrm>
            <a:off x="7741357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5" name="Oval 2744"/>
          <p:cNvSpPr/>
          <p:nvPr/>
        </p:nvSpPr>
        <p:spPr>
          <a:xfrm>
            <a:off x="7790197" y="58921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6" name="Oval 2745"/>
          <p:cNvSpPr/>
          <p:nvPr/>
        </p:nvSpPr>
        <p:spPr>
          <a:xfrm>
            <a:off x="7787468" y="58921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7" name="Oval 2746"/>
          <p:cNvSpPr/>
          <p:nvPr/>
        </p:nvSpPr>
        <p:spPr>
          <a:xfrm>
            <a:off x="7792615" y="58921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8" name="Oval 2747"/>
          <p:cNvSpPr/>
          <p:nvPr/>
        </p:nvSpPr>
        <p:spPr>
          <a:xfrm>
            <a:off x="7730460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9" name="Oval 2748"/>
          <p:cNvSpPr/>
          <p:nvPr/>
        </p:nvSpPr>
        <p:spPr>
          <a:xfrm>
            <a:off x="7754485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0" name="Oval 2749"/>
          <p:cNvSpPr/>
          <p:nvPr/>
        </p:nvSpPr>
        <p:spPr>
          <a:xfrm>
            <a:off x="7721408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1" name="Oval 2750"/>
          <p:cNvSpPr/>
          <p:nvPr/>
        </p:nvSpPr>
        <p:spPr>
          <a:xfrm>
            <a:off x="7779899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2" name="Oval 2751"/>
          <p:cNvSpPr/>
          <p:nvPr/>
        </p:nvSpPr>
        <p:spPr>
          <a:xfrm>
            <a:off x="7750023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3" name="Oval 2752"/>
          <p:cNvSpPr/>
          <p:nvPr/>
        </p:nvSpPr>
        <p:spPr>
          <a:xfrm>
            <a:off x="7759913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4" name="Oval 2753"/>
          <p:cNvSpPr/>
          <p:nvPr/>
        </p:nvSpPr>
        <p:spPr>
          <a:xfrm>
            <a:off x="7769756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5" name="Oval 2754"/>
          <p:cNvSpPr/>
          <p:nvPr/>
        </p:nvSpPr>
        <p:spPr>
          <a:xfrm>
            <a:off x="7728019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6" name="Oval 2755"/>
          <p:cNvSpPr/>
          <p:nvPr/>
        </p:nvSpPr>
        <p:spPr>
          <a:xfrm>
            <a:off x="7779018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7" name="Oval 2756"/>
          <p:cNvSpPr/>
          <p:nvPr/>
        </p:nvSpPr>
        <p:spPr>
          <a:xfrm>
            <a:off x="7773045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8" name="Oval 2757"/>
          <p:cNvSpPr/>
          <p:nvPr/>
        </p:nvSpPr>
        <p:spPr>
          <a:xfrm>
            <a:off x="7737899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9" name="Oval 2758"/>
          <p:cNvSpPr/>
          <p:nvPr/>
        </p:nvSpPr>
        <p:spPr>
          <a:xfrm>
            <a:off x="7750845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0" name="Oval 2759"/>
          <p:cNvSpPr/>
          <p:nvPr/>
        </p:nvSpPr>
        <p:spPr>
          <a:xfrm>
            <a:off x="7781040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1" name="Oval 2760"/>
          <p:cNvSpPr/>
          <p:nvPr/>
        </p:nvSpPr>
        <p:spPr>
          <a:xfrm>
            <a:off x="7797429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2" name="Oval 2761"/>
          <p:cNvSpPr/>
          <p:nvPr/>
        </p:nvSpPr>
        <p:spPr>
          <a:xfrm>
            <a:off x="7791646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3" name="Oval 2762"/>
          <p:cNvSpPr/>
          <p:nvPr/>
        </p:nvSpPr>
        <p:spPr>
          <a:xfrm>
            <a:off x="7736066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4" name="Oval 2763"/>
          <p:cNvSpPr/>
          <p:nvPr/>
        </p:nvSpPr>
        <p:spPr>
          <a:xfrm>
            <a:off x="7785209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5" name="Oval 2764"/>
          <p:cNvSpPr/>
          <p:nvPr/>
        </p:nvSpPr>
        <p:spPr>
          <a:xfrm>
            <a:off x="7780099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6" name="Oval 2765"/>
          <p:cNvSpPr/>
          <p:nvPr/>
        </p:nvSpPr>
        <p:spPr>
          <a:xfrm>
            <a:off x="7774377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7" name="Oval 2766"/>
          <p:cNvSpPr/>
          <p:nvPr/>
        </p:nvSpPr>
        <p:spPr>
          <a:xfrm>
            <a:off x="7772343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8" name="Oval 2767"/>
          <p:cNvSpPr/>
          <p:nvPr/>
        </p:nvSpPr>
        <p:spPr>
          <a:xfrm>
            <a:off x="7729082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9" name="Oval 2768"/>
          <p:cNvSpPr/>
          <p:nvPr/>
        </p:nvSpPr>
        <p:spPr>
          <a:xfrm>
            <a:off x="7721921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0" name="Oval 2769"/>
          <p:cNvSpPr/>
          <p:nvPr/>
        </p:nvSpPr>
        <p:spPr>
          <a:xfrm>
            <a:off x="7724473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1" name="Oval 2770"/>
          <p:cNvSpPr/>
          <p:nvPr/>
        </p:nvSpPr>
        <p:spPr>
          <a:xfrm>
            <a:off x="7727323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2" name="Oval 2771"/>
          <p:cNvSpPr/>
          <p:nvPr/>
        </p:nvSpPr>
        <p:spPr>
          <a:xfrm>
            <a:off x="7790084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3" name="Oval 2772"/>
          <p:cNvSpPr/>
          <p:nvPr/>
        </p:nvSpPr>
        <p:spPr>
          <a:xfrm>
            <a:off x="7765708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4" name="Oval 2773"/>
          <p:cNvSpPr/>
          <p:nvPr/>
        </p:nvSpPr>
        <p:spPr>
          <a:xfrm>
            <a:off x="7797064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5" name="Oval 2774"/>
          <p:cNvSpPr/>
          <p:nvPr/>
        </p:nvSpPr>
        <p:spPr>
          <a:xfrm>
            <a:off x="7788952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6" name="Oval 2775"/>
          <p:cNvSpPr/>
          <p:nvPr/>
        </p:nvSpPr>
        <p:spPr>
          <a:xfrm>
            <a:off x="7778842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7" name="Oval 2776"/>
          <p:cNvSpPr/>
          <p:nvPr/>
        </p:nvSpPr>
        <p:spPr>
          <a:xfrm>
            <a:off x="7757536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8" name="Oval 2777"/>
          <p:cNvSpPr/>
          <p:nvPr/>
        </p:nvSpPr>
        <p:spPr>
          <a:xfrm>
            <a:off x="7748838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9" name="Oval 2778"/>
          <p:cNvSpPr/>
          <p:nvPr/>
        </p:nvSpPr>
        <p:spPr>
          <a:xfrm>
            <a:off x="7796784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0" name="Oval 2779"/>
          <p:cNvSpPr/>
          <p:nvPr/>
        </p:nvSpPr>
        <p:spPr>
          <a:xfrm>
            <a:off x="7782445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1" name="Oval 2780"/>
          <p:cNvSpPr/>
          <p:nvPr/>
        </p:nvSpPr>
        <p:spPr>
          <a:xfrm>
            <a:off x="7789258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2" name="Oval 2781"/>
          <p:cNvSpPr/>
          <p:nvPr/>
        </p:nvSpPr>
        <p:spPr>
          <a:xfrm>
            <a:off x="7774591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3" name="Oval 2782"/>
          <p:cNvSpPr/>
          <p:nvPr/>
        </p:nvSpPr>
        <p:spPr>
          <a:xfrm>
            <a:off x="7794274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4" name="Oval 2783"/>
          <p:cNvSpPr/>
          <p:nvPr/>
        </p:nvSpPr>
        <p:spPr>
          <a:xfrm>
            <a:off x="7808760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5" name="Oval 2784"/>
          <p:cNvSpPr/>
          <p:nvPr/>
        </p:nvSpPr>
        <p:spPr>
          <a:xfrm>
            <a:off x="7751544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6" name="Oval 2785"/>
          <p:cNvSpPr/>
          <p:nvPr/>
        </p:nvSpPr>
        <p:spPr>
          <a:xfrm>
            <a:off x="7767235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7" name="Oval 2786"/>
          <p:cNvSpPr/>
          <p:nvPr/>
        </p:nvSpPr>
        <p:spPr>
          <a:xfrm>
            <a:off x="7795056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8" name="Oval 2787"/>
          <p:cNvSpPr/>
          <p:nvPr/>
        </p:nvSpPr>
        <p:spPr>
          <a:xfrm>
            <a:off x="7768588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9" name="Oval 2788"/>
          <p:cNvSpPr/>
          <p:nvPr/>
        </p:nvSpPr>
        <p:spPr>
          <a:xfrm>
            <a:off x="7756873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0" name="Oval 2789"/>
          <p:cNvSpPr/>
          <p:nvPr/>
        </p:nvSpPr>
        <p:spPr>
          <a:xfrm>
            <a:off x="7773984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1" name="Oval 2790"/>
          <p:cNvSpPr/>
          <p:nvPr/>
        </p:nvSpPr>
        <p:spPr>
          <a:xfrm>
            <a:off x="7786144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2" name="Oval 2791"/>
          <p:cNvSpPr/>
          <p:nvPr/>
        </p:nvSpPr>
        <p:spPr>
          <a:xfrm>
            <a:off x="7803076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3" name="Oval 2792"/>
          <p:cNvSpPr/>
          <p:nvPr/>
        </p:nvSpPr>
        <p:spPr>
          <a:xfrm>
            <a:off x="7763452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4" name="Oval 2793"/>
          <p:cNvSpPr/>
          <p:nvPr/>
        </p:nvSpPr>
        <p:spPr>
          <a:xfrm>
            <a:off x="7741684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5" name="Oval 2794"/>
          <p:cNvSpPr/>
          <p:nvPr/>
        </p:nvSpPr>
        <p:spPr>
          <a:xfrm>
            <a:off x="7756049" y="595044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6" name="Oval 2795"/>
          <p:cNvSpPr/>
          <p:nvPr/>
        </p:nvSpPr>
        <p:spPr>
          <a:xfrm>
            <a:off x="7743092" y="595251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7" name="Oval 2796"/>
          <p:cNvSpPr/>
          <p:nvPr/>
        </p:nvSpPr>
        <p:spPr>
          <a:xfrm>
            <a:off x="7768419" y="595269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8" name="Oval 2797"/>
          <p:cNvSpPr/>
          <p:nvPr/>
        </p:nvSpPr>
        <p:spPr>
          <a:xfrm>
            <a:off x="7759386" y="595321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9" name="Oval 2798"/>
          <p:cNvSpPr/>
          <p:nvPr/>
        </p:nvSpPr>
        <p:spPr>
          <a:xfrm>
            <a:off x="7802364" y="595344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0" name="Oval 2799"/>
          <p:cNvSpPr/>
          <p:nvPr/>
        </p:nvSpPr>
        <p:spPr>
          <a:xfrm>
            <a:off x="7806335" y="59542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1" name="Oval 2800"/>
          <p:cNvSpPr/>
          <p:nvPr/>
        </p:nvSpPr>
        <p:spPr>
          <a:xfrm>
            <a:off x="7780520" y="595586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2" name="Oval 2801"/>
          <p:cNvSpPr/>
          <p:nvPr/>
        </p:nvSpPr>
        <p:spPr>
          <a:xfrm>
            <a:off x="7722280" y="595664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3" name="Oval 2802"/>
          <p:cNvSpPr/>
          <p:nvPr/>
        </p:nvSpPr>
        <p:spPr>
          <a:xfrm>
            <a:off x="7736424" y="595712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4" name="Oval 2803"/>
          <p:cNvSpPr/>
          <p:nvPr/>
        </p:nvSpPr>
        <p:spPr>
          <a:xfrm>
            <a:off x="7787891" y="595732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5" name="Oval 2804"/>
          <p:cNvSpPr/>
          <p:nvPr/>
        </p:nvSpPr>
        <p:spPr>
          <a:xfrm>
            <a:off x="7744916" y="595807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6" name="Oval 2805"/>
          <p:cNvSpPr/>
          <p:nvPr/>
        </p:nvSpPr>
        <p:spPr>
          <a:xfrm>
            <a:off x="7721565" y="595995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7" name="Oval 2806"/>
          <p:cNvSpPr/>
          <p:nvPr/>
        </p:nvSpPr>
        <p:spPr>
          <a:xfrm>
            <a:off x="7742492" y="59622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8" name="Oval 2807"/>
          <p:cNvSpPr/>
          <p:nvPr/>
        </p:nvSpPr>
        <p:spPr>
          <a:xfrm>
            <a:off x="7751377" y="596405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9" name="Oval 2808"/>
          <p:cNvSpPr/>
          <p:nvPr/>
        </p:nvSpPr>
        <p:spPr>
          <a:xfrm>
            <a:off x="7780423" y="596507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0" name="Oval 2809"/>
          <p:cNvSpPr/>
          <p:nvPr/>
        </p:nvSpPr>
        <p:spPr>
          <a:xfrm>
            <a:off x="7796732" y="596578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1" name="Oval 2810"/>
          <p:cNvSpPr/>
          <p:nvPr/>
        </p:nvSpPr>
        <p:spPr>
          <a:xfrm>
            <a:off x="7786738" y="596592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2" name="Oval 2811"/>
          <p:cNvSpPr/>
          <p:nvPr/>
        </p:nvSpPr>
        <p:spPr>
          <a:xfrm>
            <a:off x="7729681" y="596621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3" name="Oval 2812"/>
          <p:cNvSpPr/>
          <p:nvPr/>
        </p:nvSpPr>
        <p:spPr>
          <a:xfrm>
            <a:off x="7747343" y="596689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4" name="Oval 2813"/>
          <p:cNvSpPr/>
          <p:nvPr/>
        </p:nvSpPr>
        <p:spPr>
          <a:xfrm>
            <a:off x="7770965" y="59699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5" name="Oval 2814"/>
          <p:cNvSpPr/>
          <p:nvPr/>
        </p:nvSpPr>
        <p:spPr>
          <a:xfrm>
            <a:off x="7737299" y="597106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6" name="Oval 2815"/>
          <p:cNvSpPr/>
          <p:nvPr/>
        </p:nvSpPr>
        <p:spPr>
          <a:xfrm>
            <a:off x="7770965" y="597269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7" name="Oval 2816"/>
          <p:cNvSpPr/>
          <p:nvPr/>
        </p:nvSpPr>
        <p:spPr>
          <a:xfrm>
            <a:off x="7733075" y="597638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8" name="Oval 2817"/>
          <p:cNvSpPr/>
          <p:nvPr/>
        </p:nvSpPr>
        <p:spPr>
          <a:xfrm>
            <a:off x="7749318" y="597653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9" name="Oval 2818"/>
          <p:cNvSpPr/>
          <p:nvPr/>
        </p:nvSpPr>
        <p:spPr>
          <a:xfrm>
            <a:off x="7809601" y="597760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0" name="Oval 2819"/>
          <p:cNvSpPr/>
          <p:nvPr/>
        </p:nvSpPr>
        <p:spPr>
          <a:xfrm>
            <a:off x="7754910" y="59799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1" name="Oval 2820"/>
          <p:cNvSpPr/>
          <p:nvPr/>
        </p:nvSpPr>
        <p:spPr>
          <a:xfrm>
            <a:off x="7805117" y="598038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2" name="Oval 2821"/>
          <p:cNvSpPr/>
          <p:nvPr/>
        </p:nvSpPr>
        <p:spPr>
          <a:xfrm>
            <a:off x="7792947" y="598138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3" name="Oval 2822"/>
          <p:cNvSpPr/>
          <p:nvPr/>
        </p:nvSpPr>
        <p:spPr>
          <a:xfrm>
            <a:off x="7789145" y="598192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4" name="Oval 2823"/>
          <p:cNvSpPr/>
          <p:nvPr/>
        </p:nvSpPr>
        <p:spPr>
          <a:xfrm>
            <a:off x="7790032" y="59834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5" name="Oval 2824"/>
          <p:cNvSpPr/>
          <p:nvPr/>
        </p:nvSpPr>
        <p:spPr>
          <a:xfrm>
            <a:off x="7752331" y="59844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6" name="Oval 2825"/>
          <p:cNvSpPr/>
          <p:nvPr/>
        </p:nvSpPr>
        <p:spPr>
          <a:xfrm>
            <a:off x="7742992" y="59860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7" name="Oval 2826"/>
          <p:cNvSpPr/>
          <p:nvPr/>
        </p:nvSpPr>
        <p:spPr>
          <a:xfrm>
            <a:off x="7752557" y="598624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8" name="Oval 2827"/>
          <p:cNvSpPr/>
          <p:nvPr/>
        </p:nvSpPr>
        <p:spPr>
          <a:xfrm>
            <a:off x="7804404" y="59870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9" name="Oval 2828"/>
          <p:cNvSpPr/>
          <p:nvPr/>
        </p:nvSpPr>
        <p:spPr>
          <a:xfrm>
            <a:off x="7749786" y="599215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0" name="Oval 2829"/>
          <p:cNvSpPr/>
          <p:nvPr/>
        </p:nvSpPr>
        <p:spPr>
          <a:xfrm>
            <a:off x="7781893" y="599243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1" name="TextBox 2830"/>
          <p:cNvSpPr txBox="1"/>
          <p:nvPr/>
        </p:nvSpPr>
        <p:spPr>
          <a:xfrm>
            <a:off x="763524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0A7D6E"/>
                </a:solidFill>
                <a:latin typeface="Arial"/>
              </a:rPr>
              <a:t>14</a:t>
            </a:r>
          </a:p>
        </p:txBody>
      </p:sp>
      <p:cxnSp>
        <p:nvCxnSpPr>
          <p:cNvPr id="2832" name="Connector 2831"/>
          <p:cNvCxnSpPr/>
          <p:nvPr/>
        </p:nvCxnSpPr>
        <p:spPr>
          <a:xfrm flipV="1">
            <a:off x="8081010" y="1188720"/>
            <a:ext cx="0" cy="4527848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3" name="Connector 2832"/>
          <p:cNvCxnSpPr/>
          <p:nvPr/>
        </p:nvCxnSpPr>
        <p:spPr>
          <a:xfrm>
            <a:off x="8036433" y="5716568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4" name="Connector 2833"/>
          <p:cNvCxnSpPr/>
          <p:nvPr/>
        </p:nvCxnSpPr>
        <p:spPr>
          <a:xfrm>
            <a:off x="8036433" y="1188720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5" name="Rectangle 2834"/>
          <p:cNvSpPr/>
          <p:nvPr/>
        </p:nvSpPr>
        <p:spPr>
          <a:xfrm>
            <a:off x="7991856" y="2898779"/>
            <a:ext cx="178308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36" name="Connector 2835"/>
          <p:cNvCxnSpPr/>
          <p:nvPr/>
        </p:nvCxnSpPr>
        <p:spPr>
          <a:xfrm>
            <a:off x="7991856" y="2552613"/>
            <a:ext cx="178308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7" name="Oval 2836"/>
          <p:cNvSpPr/>
          <p:nvPr/>
        </p:nvSpPr>
        <p:spPr>
          <a:xfrm>
            <a:off x="8090075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8" name="Oval 2837"/>
          <p:cNvSpPr/>
          <p:nvPr/>
        </p:nvSpPr>
        <p:spPr>
          <a:xfrm>
            <a:off x="8022256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9" name="Oval 2838"/>
          <p:cNvSpPr/>
          <p:nvPr/>
        </p:nvSpPr>
        <p:spPr>
          <a:xfrm>
            <a:off x="8089299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0" name="Oval 2839"/>
          <p:cNvSpPr/>
          <p:nvPr/>
        </p:nvSpPr>
        <p:spPr>
          <a:xfrm>
            <a:off x="8048759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1" name="Oval 2840"/>
          <p:cNvSpPr/>
          <p:nvPr/>
        </p:nvSpPr>
        <p:spPr>
          <a:xfrm>
            <a:off x="8037993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2" name="Oval 2841"/>
          <p:cNvSpPr/>
          <p:nvPr/>
        </p:nvSpPr>
        <p:spPr>
          <a:xfrm>
            <a:off x="8063821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3" name="Oval 2842"/>
          <p:cNvSpPr/>
          <p:nvPr/>
        </p:nvSpPr>
        <p:spPr>
          <a:xfrm>
            <a:off x="8083991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4" name="Oval 2843"/>
          <p:cNvSpPr/>
          <p:nvPr/>
        </p:nvSpPr>
        <p:spPr>
          <a:xfrm>
            <a:off x="8034650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5" name="Oval 2844"/>
          <p:cNvSpPr/>
          <p:nvPr/>
        </p:nvSpPr>
        <p:spPr>
          <a:xfrm>
            <a:off x="8087799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6" name="Oval 2845"/>
          <p:cNvSpPr/>
          <p:nvPr/>
        </p:nvSpPr>
        <p:spPr>
          <a:xfrm>
            <a:off x="8041388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7" name="Oval 2846"/>
          <p:cNvSpPr/>
          <p:nvPr/>
        </p:nvSpPr>
        <p:spPr>
          <a:xfrm>
            <a:off x="8074769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8" name="Oval 2847"/>
          <p:cNvSpPr/>
          <p:nvPr/>
        </p:nvSpPr>
        <p:spPr>
          <a:xfrm>
            <a:off x="8028019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9" name="Oval 2848"/>
          <p:cNvSpPr/>
          <p:nvPr/>
        </p:nvSpPr>
        <p:spPr>
          <a:xfrm>
            <a:off x="8077518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0" name="Oval 2849"/>
          <p:cNvSpPr/>
          <p:nvPr/>
        </p:nvSpPr>
        <p:spPr>
          <a:xfrm>
            <a:off x="8071156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1" name="Oval 2850"/>
          <p:cNvSpPr/>
          <p:nvPr/>
        </p:nvSpPr>
        <p:spPr>
          <a:xfrm>
            <a:off x="8022217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2" name="Oval 2851"/>
          <p:cNvSpPr/>
          <p:nvPr/>
        </p:nvSpPr>
        <p:spPr>
          <a:xfrm>
            <a:off x="8083792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3" name="Oval 2852"/>
          <p:cNvSpPr/>
          <p:nvPr/>
        </p:nvSpPr>
        <p:spPr>
          <a:xfrm>
            <a:off x="8029008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4" name="Oval 2853"/>
          <p:cNvSpPr/>
          <p:nvPr/>
        </p:nvSpPr>
        <p:spPr>
          <a:xfrm>
            <a:off x="8051647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5" name="Oval 2854"/>
          <p:cNvSpPr/>
          <p:nvPr/>
        </p:nvSpPr>
        <p:spPr>
          <a:xfrm>
            <a:off x="8051423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6" name="Oval 2855"/>
          <p:cNvSpPr/>
          <p:nvPr/>
        </p:nvSpPr>
        <p:spPr>
          <a:xfrm>
            <a:off x="8104208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7" name="Oval 2856"/>
          <p:cNvSpPr/>
          <p:nvPr/>
        </p:nvSpPr>
        <p:spPr>
          <a:xfrm>
            <a:off x="8086286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8" name="Oval 2857"/>
          <p:cNvSpPr/>
          <p:nvPr/>
        </p:nvSpPr>
        <p:spPr>
          <a:xfrm>
            <a:off x="8057950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9" name="Oval 2858"/>
          <p:cNvSpPr/>
          <p:nvPr/>
        </p:nvSpPr>
        <p:spPr>
          <a:xfrm>
            <a:off x="8077557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0" name="Oval 2859"/>
          <p:cNvSpPr/>
          <p:nvPr/>
        </p:nvSpPr>
        <p:spPr>
          <a:xfrm>
            <a:off x="8066102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1" name="Oval 2860"/>
          <p:cNvSpPr/>
          <p:nvPr/>
        </p:nvSpPr>
        <p:spPr>
          <a:xfrm>
            <a:off x="8092139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2" name="Oval 2861"/>
          <p:cNvSpPr/>
          <p:nvPr/>
        </p:nvSpPr>
        <p:spPr>
          <a:xfrm>
            <a:off x="8027591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3" name="Oval 2862"/>
          <p:cNvSpPr/>
          <p:nvPr/>
        </p:nvSpPr>
        <p:spPr>
          <a:xfrm>
            <a:off x="8073308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4" name="Oval 2863"/>
          <p:cNvSpPr/>
          <p:nvPr/>
        </p:nvSpPr>
        <p:spPr>
          <a:xfrm>
            <a:off x="8101584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5" name="Oval 2864"/>
          <p:cNvSpPr/>
          <p:nvPr/>
        </p:nvSpPr>
        <p:spPr>
          <a:xfrm>
            <a:off x="8023753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6" name="Oval 2865"/>
          <p:cNvSpPr/>
          <p:nvPr/>
        </p:nvSpPr>
        <p:spPr>
          <a:xfrm>
            <a:off x="8074036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7" name="Oval 2866"/>
          <p:cNvSpPr/>
          <p:nvPr/>
        </p:nvSpPr>
        <p:spPr>
          <a:xfrm>
            <a:off x="8047758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8" name="Oval 2867"/>
          <p:cNvSpPr/>
          <p:nvPr/>
        </p:nvSpPr>
        <p:spPr>
          <a:xfrm>
            <a:off x="8027413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9" name="Oval 2868"/>
          <p:cNvSpPr/>
          <p:nvPr/>
        </p:nvSpPr>
        <p:spPr>
          <a:xfrm>
            <a:off x="8106642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0" name="Oval 2869"/>
          <p:cNvSpPr/>
          <p:nvPr/>
        </p:nvSpPr>
        <p:spPr>
          <a:xfrm>
            <a:off x="8072238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1" name="Oval 2870"/>
          <p:cNvSpPr/>
          <p:nvPr/>
        </p:nvSpPr>
        <p:spPr>
          <a:xfrm>
            <a:off x="8086871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2" name="Oval 2871"/>
          <p:cNvSpPr/>
          <p:nvPr/>
        </p:nvSpPr>
        <p:spPr>
          <a:xfrm>
            <a:off x="8083729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3" name="Oval 2872"/>
          <p:cNvSpPr/>
          <p:nvPr/>
        </p:nvSpPr>
        <p:spPr>
          <a:xfrm>
            <a:off x="8034681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4" name="Oval 2873"/>
          <p:cNvSpPr/>
          <p:nvPr/>
        </p:nvSpPr>
        <p:spPr>
          <a:xfrm>
            <a:off x="8084396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5" name="Oval 2874"/>
          <p:cNvSpPr/>
          <p:nvPr/>
        </p:nvSpPr>
        <p:spPr>
          <a:xfrm>
            <a:off x="8063664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6" name="Oval 2875"/>
          <p:cNvSpPr/>
          <p:nvPr/>
        </p:nvSpPr>
        <p:spPr>
          <a:xfrm>
            <a:off x="8097420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7" name="Oval 2876"/>
          <p:cNvSpPr/>
          <p:nvPr/>
        </p:nvSpPr>
        <p:spPr>
          <a:xfrm>
            <a:off x="8103163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8" name="Oval 2877"/>
          <p:cNvSpPr/>
          <p:nvPr/>
        </p:nvSpPr>
        <p:spPr>
          <a:xfrm>
            <a:off x="8075714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9" name="Oval 2878"/>
          <p:cNvSpPr/>
          <p:nvPr/>
        </p:nvSpPr>
        <p:spPr>
          <a:xfrm>
            <a:off x="8057275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0" name="Oval 2879"/>
          <p:cNvSpPr/>
          <p:nvPr/>
        </p:nvSpPr>
        <p:spPr>
          <a:xfrm>
            <a:off x="8091049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1" name="Oval 2880"/>
          <p:cNvSpPr/>
          <p:nvPr/>
        </p:nvSpPr>
        <p:spPr>
          <a:xfrm>
            <a:off x="8105626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2" name="Oval 2881"/>
          <p:cNvSpPr/>
          <p:nvPr/>
        </p:nvSpPr>
        <p:spPr>
          <a:xfrm>
            <a:off x="8082364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3" name="Oval 2882"/>
          <p:cNvSpPr/>
          <p:nvPr/>
        </p:nvSpPr>
        <p:spPr>
          <a:xfrm>
            <a:off x="8028684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4" name="Oval 2883"/>
          <p:cNvSpPr/>
          <p:nvPr/>
        </p:nvSpPr>
        <p:spPr>
          <a:xfrm>
            <a:off x="8050734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5" name="Oval 2884"/>
          <p:cNvSpPr/>
          <p:nvPr/>
        </p:nvSpPr>
        <p:spPr>
          <a:xfrm>
            <a:off x="8039450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6" name="Oval 2885"/>
          <p:cNvSpPr/>
          <p:nvPr/>
        </p:nvSpPr>
        <p:spPr>
          <a:xfrm>
            <a:off x="8051664" y="140582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7" name="Oval 2886"/>
          <p:cNvSpPr/>
          <p:nvPr/>
        </p:nvSpPr>
        <p:spPr>
          <a:xfrm>
            <a:off x="8043719" y="162737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8" name="Oval 2887"/>
          <p:cNvSpPr/>
          <p:nvPr/>
        </p:nvSpPr>
        <p:spPr>
          <a:xfrm>
            <a:off x="8094807" y="165506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9" name="Oval 2888"/>
          <p:cNvSpPr/>
          <p:nvPr/>
        </p:nvSpPr>
        <p:spPr>
          <a:xfrm>
            <a:off x="8019152" y="166198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0" name="Oval 2889"/>
          <p:cNvSpPr/>
          <p:nvPr/>
        </p:nvSpPr>
        <p:spPr>
          <a:xfrm>
            <a:off x="8060690" y="167583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1" name="Oval 2890"/>
          <p:cNvSpPr/>
          <p:nvPr/>
        </p:nvSpPr>
        <p:spPr>
          <a:xfrm>
            <a:off x="8030390" y="182814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2" name="Oval 2891"/>
          <p:cNvSpPr/>
          <p:nvPr/>
        </p:nvSpPr>
        <p:spPr>
          <a:xfrm>
            <a:off x="8063382" y="186276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3" name="Oval 2892"/>
          <p:cNvSpPr/>
          <p:nvPr/>
        </p:nvSpPr>
        <p:spPr>
          <a:xfrm>
            <a:off x="8088227" y="186276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4" name="Oval 2893"/>
          <p:cNvSpPr/>
          <p:nvPr/>
        </p:nvSpPr>
        <p:spPr>
          <a:xfrm>
            <a:off x="8065737" y="189045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5" name="Oval 2894"/>
          <p:cNvSpPr/>
          <p:nvPr/>
        </p:nvSpPr>
        <p:spPr>
          <a:xfrm>
            <a:off x="8067097" y="189045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6" name="Oval 2895"/>
          <p:cNvSpPr/>
          <p:nvPr/>
        </p:nvSpPr>
        <p:spPr>
          <a:xfrm>
            <a:off x="8039808" y="190430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7" name="Oval 2896"/>
          <p:cNvSpPr/>
          <p:nvPr/>
        </p:nvSpPr>
        <p:spPr>
          <a:xfrm>
            <a:off x="8063101" y="193199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8" name="Oval 2897"/>
          <p:cNvSpPr/>
          <p:nvPr/>
        </p:nvSpPr>
        <p:spPr>
          <a:xfrm>
            <a:off x="8019865" y="194584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9" name="Oval 2898"/>
          <p:cNvSpPr/>
          <p:nvPr/>
        </p:nvSpPr>
        <p:spPr>
          <a:xfrm>
            <a:off x="8073753" y="198046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0" name="Oval 2899"/>
          <p:cNvSpPr/>
          <p:nvPr/>
        </p:nvSpPr>
        <p:spPr>
          <a:xfrm>
            <a:off x="8036598" y="198738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1" name="Oval 2900"/>
          <p:cNvSpPr/>
          <p:nvPr/>
        </p:nvSpPr>
        <p:spPr>
          <a:xfrm>
            <a:off x="8068558" y="199430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2" name="Oval 2901"/>
          <p:cNvSpPr/>
          <p:nvPr/>
        </p:nvSpPr>
        <p:spPr>
          <a:xfrm>
            <a:off x="8059472" y="201507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3" name="Oval 2902"/>
          <p:cNvSpPr/>
          <p:nvPr/>
        </p:nvSpPr>
        <p:spPr>
          <a:xfrm>
            <a:off x="8019228" y="202892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4" name="Oval 2903"/>
          <p:cNvSpPr/>
          <p:nvPr/>
        </p:nvSpPr>
        <p:spPr>
          <a:xfrm>
            <a:off x="8045647" y="202892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5" name="Oval 2904"/>
          <p:cNvSpPr/>
          <p:nvPr/>
        </p:nvSpPr>
        <p:spPr>
          <a:xfrm>
            <a:off x="8106462" y="204277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6" name="Oval 2905"/>
          <p:cNvSpPr/>
          <p:nvPr/>
        </p:nvSpPr>
        <p:spPr>
          <a:xfrm>
            <a:off x="8045287" y="20566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7" name="Oval 2906"/>
          <p:cNvSpPr/>
          <p:nvPr/>
        </p:nvSpPr>
        <p:spPr>
          <a:xfrm>
            <a:off x="8038497" y="20843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8" name="Oval 2907"/>
          <p:cNvSpPr/>
          <p:nvPr/>
        </p:nvSpPr>
        <p:spPr>
          <a:xfrm>
            <a:off x="8046891" y="20981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9" name="Oval 2908"/>
          <p:cNvSpPr/>
          <p:nvPr/>
        </p:nvSpPr>
        <p:spPr>
          <a:xfrm>
            <a:off x="8101773" y="20981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0" name="Oval 2909"/>
          <p:cNvSpPr/>
          <p:nvPr/>
        </p:nvSpPr>
        <p:spPr>
          <a:xfrm>
            <a:off x="8104840" y="21050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1" name="Oval 2910"/>
          <p:cNvSpPr/>
          <p:nvPr/>
        </p:nvSpPr>
        <p:spPr>
          <a:xfrm>
            <a:off x="8105748" y="211200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2" name="Oval 2911"/>
          <p:cNvSpPr/>
          <p:nvPr/>
        </p:nvSpPr>
        <p:spPr>
          <a:xfrm>
            <a:off x="8080837" y="21258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3" name="Oval 2912"/>
          <p:cNvSpPr/>
          <p:nvPr/>
        </p:nvSpPr>
        <p:spPr>
          <a:xfrm>
            <a:off x="8074141" y="213277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4" name="Oval 2913"/>
          <p:cNvSpPr/>
          <p:nvPr/>
        </p:nvSpPr>
        <p:spPr>
          <a:xfrm>
            <a:off x="8037116" y="213277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5" name="Oval 2914"/>
          <p:cNvSpPr/>
          <p:nvPr/>
        </p:nvSpPr>
        <p:spPr>
          <a:xfrm>
            <a:off x="8035477" y="21396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6" name="Oval 2915"/>
          <p:cNvSpPr/>
          <p:nvPr/>
        </p:nvSpPr>
        <p:spPr>
          <a:xfrm>
            <a:off x="8034867" y="21466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7" name="Oval 2916"/>
          <p:cNvSpPr/>
          <p:nvPr/>
        </p:nvSpPr>
        <p:spPr>
          <a:xfrm>
            <a:off x="8084214" y="21466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8" name="Oval 2917"/>
          <p:cNvSpPr/>
          <p:nvPr/>
        </p:nvSpPr>
        <p:spPr>
          <a:xfrm>
            <a:off x="8095564" y="215354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9" name="Oval 2918"/>
          <p:cNvSpPr/>
          <p:nvPr/>
        </p:nvSpPr>
        <p:spPr>
          <a:xfrm>
            <a:off x="8033213" y="216738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0" name="Oval 2919"/>
          <p:cNvSpPr/>
          <p:nvPr/>
        </p:nvSpPr>
        <p:spPr>
          <a:xfrm>
            <a:off x="8021164" y="216738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1" name="Oval 2920"/>
          <p:cNvSpPr/>
          <p:nvPr/>
        </p:nvSpPr>
        <p:spPr>
          <a:xfrm>
            <a:off x="8023525" y="218815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2" name="Oval 2921"/>
          <p:cNvSpPr/>
          <p:nvPr/>
        </p:nvSpPr>
        <p:spPr>
          <a:xfrm>
            <a:off x="8064439" y="220200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3" name="Oval 2922"/>
          <p:cNvSpPr/>
          <p:nvPr/>
        </p:nvSpPr>
        <p:spPr>
          <a:xfrm>
            <a:off x="8081390" y="220892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4" name="Oval 2923"/>
          <p:cNvSpPr/>
          <p:nvPr/>
        </p:nvSpPr>
        <p:spPr>
          <a:xfrm>
            <a:off x="8104891" y="223662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5" name="Oval 2924"/>
          <p:cNvSpPr/>
          <p:nvPr/>
        </p:nvSpPr>
        <p:spPr>
          <a:xfrm>
            <a:off x="8094767" y="224354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6" name="Oval 2925"/>
          <p:cNvSpPr/>
          <p:nvPr/>
        </p:nvSpPr>
        <p:spPr>
          <a:xfrm>
            <a:off x="8067470" y="225046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7" name="Oval 2926"/>
          <p:cNvSpPr/>
          <p:nvPr/>
        </p:nvSpPr>
        <p:spPr>
          <a:xfrm>
            <a:off x="8066059" y="22573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8" name="Oval 2927"/>
          <p:cNvSpPr/>
          <p:nvPr/>
        </p:nvSpPr>
        <p:spPr>
          <a:xfrm>
            <a:off x="8102157" y="22643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9" name="Oval 2928"/>
          <p:cNvSpPr/>
          <p:nvPr/>
        </p:nvSpPr>
        <p:spPr>
          <a:xfrm>
            <a:off x="8090497" y="227123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0" name="Oval 2929"/>
          <p:cNvSpPr/>
          <p:nvPr/>
        </p:nvSpPr>
        <p:spPr>
          <a:xfrm>
            <a:off x="8045490" y="22781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1" name="Oval 2930"/>
          <p:cNvSpPr/>
          <p:nvPr/>
        </p:nvSpPr>
        <p:spPr>
          <a:xfrm>
            <a:off x="8045235" y="22850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2" name="Oval 2931"/>
          <p:cNvSpPr/>
          <p:nvPr/>
        </p:nvSpPr>
        <p:spPr>
          <a:xfrm>
            <a:off x="8063087" y="22850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3" name="Oval 2932"/>
          <p:cNvSpPr/>
          <p:nvPr/>
        </p:nvSpPr>
        <p:spPr>
          <a:xfrm>
            <a:off x="8030409" y="22989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4" name="Oval 2933"/>
          <p:cNvSpPr/>
          <p:nvPr/>
        </p:nvSpPr>
        <p:spPr>
          <a:xfrm>
            <a:off x="8022517" y="23127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5" name="Oval 2934"/>
          <p:cNvSpPr/>
          <p:nvPr/>
        </p:nvSpPr>
        <p:spPr>
          <a:xfrm>
            <a:off x="8048506" y="232662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6" name="Oval 2935"/>
          <p:cNvSpPr/>
          <p:nvPr/>
        </p:nvSpPr>
        <p:spPr>
          <a:xfrm>
            <a:off x="8084013" y="23404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7" name="Oval 2936"/>
          <p:cNvSpPr/>
          <p:nvPr/>
        </p:nvSpPr>
        <p:spPr>
          <a:xfrm>
            <a:off x="8100436" y="23404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8" name="Oval 2937"/>
          <p:cNvSpPr/>
          <p:nvPr/>
        </p:nvSpPr>
        <p:spPr>
          <a:xfrm>
            <a:off x="8032947" y="23404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9" name="Oval 2938"/>
          <p:cNvSpPr/>
          <p:nvPr/>
        </p:nvSpPr>
        <p:spPr>
          <a:xfrm>
            <a:off x="8033460" y="23543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0" name="Oval 2939"/>
          <p:cNvSpPr/>
          <p:nvPr/>
        </p:nvSpPr>
        <p:spPr>
          <a:xfrm>
            <a:off x="8022260" y="23543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1" name="Oval 2940"/>
          <p:cNvSpPr/>
          <p:nvPr/>
        </p:nvSpPr>
        <p:spPr>
          <a:xfrm>
            <a:off x="8102856" y="236124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2" name="Oval 2941"/>
          <p:cNvSpPr/>
          <p:nvPr/>
        </p:nvSpPr>
        <p:spPr>
          <a:xfrm>
            <a:off x="8092505" y="236124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3" name="Oval 2942"/>
          <p:cNvSpPr/>
          <p:nvPr/>
        </p:nvSpPr>
        <p:spPr>
          <a:xfrm>
            <a:off x="8038703" y="236816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4" name="Oval 2943"/>
          <p:cNvSpPr/>
          <p:nvPr/>
        </p:nvSpPr>
        <p:spPr>
          <a:xfrm>
            <a:off x="8065938" y="236816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5" name="Oval 2944"/>
          <p:cNvSpPr/>
          <p:nvPr/>
        </p:nvSpPr>
        <p:spPr>
          <a:xfrm>
            <a:off x="8066449" y="236816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6" name="Oval 2945"/>
          <p:cNvSpPr/>
          <p:nvPr/>
        </p:nvSpPr>
        <p:spPr>
          <a:xfrm>
            <a:off x="8041435" y="237508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7" name="Oval 2946"/>
          <p:cNvSpPr/>
          <p:nvPr/>
        </p:nvSpPr>
        <p:spPr>
          <a:xfrm>
            <a:off x="8103632" y="238201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8" name="Oval 2947"/>
          <p:cNvSpPr/>
          <p:nvPr/>
        </p:nvSpPr>
        <p:spPr>
          <a:xfrm>
            <a:off x="8060546" y="238893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9" name="Oval 2948"/>
          <p:cNvSpPr/>
          <p:nvPr/>
        </p:nvSpPr>
        <p:spPr>
          <a:xfrm>
            <a:off x="8062682" y="239585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0" name="Oval 2949"/>
          <p:cNvSpPr/>
          <p:nvPr/>
        </p:nvSpPr>
        <p:spPr>
          <a:xfrm>
            <a:off x="8026051" y="239585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1" name="Oval 2950"/>
          <p:cNvSpPr/>
          <p:nvPr/>
        </p:nvSpPr>
        <p:spPr>
          <a:xfrm>
            <a:off x="8063321" y="239585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2" name="Oval 2951"/>
          <p:cNvSpPr/>
          <p:nvPr/>
        </p:nvSpPr>
        <p:spPr>
          <a:xfrm>
            <a:off x="8048208" y="240278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3" name="Oval 2952"/>
          <p:cNvSpPr/>
          <p:nvPr/>
        </p:nvSpPr>
        <p:spPr>
          <a:xfrm>
            <a:off x="8061561" y="240278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4" name="Oval 2953"/>
          <p:cNvSpPr/>
          <p:nvPr/>
        </p:nvSpPr>
        <p:spPr>
          <a:xfrm>
            <a:off x="8068085" y="240970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5" name="Oval 2954"/>
          <p:cNvSpPr/>
          <p:nvPr/>
        </p:nvSpPr>
        <p:spPr>
          <a:xfrm>
            <a:off x="8096902" y="240970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6" name="Oval 2955"/>
          <p:cNvSpPr/>
          <p:nvPr/>
        </p:nvSpPr>
        <p:spPr>
          <a:xfrm>
            <a:off x="8037397" y="243739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7" name="Oval 2956"/>
          <p:cNvSpPr/>
          <p:nvPr/>
        </p:nvSpPr>
        <p:spPr>
          <a:xfrm>
            <a:off x="8101472" y="243739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8" name="Oval 2957"/>
          <p:cNvSpPr/>
          <p:nvPr/>
        </p:nvSpPr>
        <p:spPr>
          <a:xfrm>
            <a:off x="8060608" y="244432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9" name="Oval 2958"/>
          <p:cNvSpPr/>
          <p:nvPr/>
        </p:nvSpPr>
        <p:spPr>
          <a:xfrm>
            <a:off x="8083162" y="245124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0" name="Oval 2959"/>
          <p:cNvSpPr/>
          <p:nvPr/>
        </p:nvSpPr>
        <p:spPr>
          <a:xfrm>
            <a:off x="8028394" y="24650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1" name="Oval 2960"/>
          <p:cNvSpPr/>
          <p:nvPr/>
        </p:nvSpPr>
        <p:spPr>
          <a:xfrm>
            <a:off x="8032913" y="247201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2" name="Oval 2961"/>
          <p:cNvSpPr/>
          <p:nvPr/>
        </p:nvSpPr>
        <p:spPr>
          <a:xfrm>
            <a:off x="8073344" y="247893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3" name="Oval 2962"/>
          <p:cNvSpPr/>
          <p:nvPr/>
        </p:nvSpPr>
        <p:spPr>
          <a:xfrm>
            <a:off x="8089723" y="24858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4" name="Oval 2963"/>
          <p:cNvSpPr/>
          <p:nvPr/>
        </p:nvSpPr>
        <p:spPr>
          <a:xfrm>
            <a:off x="8064266" y="249278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5" name="Oval 2964"/>
          <p:cNvSpPr/>
          <p:nvPr/>
        </p:nvSpPr>
        <p:spPr>
          <a:xfrm>
            <a:off x="8048827" y="249278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6" name="Oval 2965"/>
          <p:cNvSpPr/>
          <p:nvPr/>
        </p:nvSpPr>
        <p:spPr>
          <a:xfrm>
            <a:off x="8036953" y="249970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7" name="Oval 2966"/>
          <p:cNvSpPr/>
          <p:nvPr/>
        </p:nvSpPr>
        <p:spPr>
          <a:xfrm>
            <a:off x="8068910" y="25066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8" name="Oval 2967"/>
          <p:cNvSpPr/>
          <p:nvPr/>
        </p:nvSpPr>
        <p:spPr>
          <a:xfrm>
            <a:off x="8045285" y="25274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9" name="Oval 2968"/>
          <p:cNvSpPr/>
          <p:nvPr/>
        </p:nvSpPr>
        <p:spPr>
          <a:xfrm>
            <a:off x="8092263" y="253432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0" name="Oval 2969"/>
          <p:cNvSpPr/>
          <p:nvPr/>
        </p:nvSpPr>
        <p:spPr>
          <a:xfrm>
            <a:off x="8034218" y="255509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1" name="Oval 2970"/>
          <p:cNvSpPr/>
          <p:nvPr/>
        </p:nvSpPr>
        <p:spPr>
          <a:xfrm>
            <a:off x="8035038" y="255509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2" name="Oval 2971"/>
          <p:cNvSpPr/>
          <p:nvPr/>
        </p:nvSpPr>
        <p:spPr>
          <a:xfrm>
            <a:off x="8090520" y="255509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3" name="Oval 2972"/>
          <p:cNvSpPr/>
          <p:nvPr/>
        </p:nvSpPr>
        <p:spPr>
          <a:xfrm>
            <a:off x="8103494" y="255509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4" name="Oval 2973"/>
          <p:cNvSpPr/>
          <p:nvPr/>
        </p:nvSpPr>
        <p:spPr>
          <a:xfrm>
            <a:off x="8021699" y="255509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5" name="Oval 2974"/>
          <p:cNvSpPr/>
          <p:nvPr/>
        </p:nvSpPr>
        <p:spPr>
          <a:xfrm>
            <a:off x="8052102" y="255509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6" name="Oval 2975"/>
          <p:cNvSpPr/>
          <p:nvPr/>
        </p:nvSpPr>
        <p:spPr>
          <a:xfrm>
            <a:off x="8056886" y="255509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7" name="Oval 2976"/>
          <p:cNvSpPr/>
          <p:nvPr/>
        </p:nvSpPr>
        <p:spPr>
          <a:xfrm>
            <a:off x="8098187" y="256201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8" name="Oval 2977"/>
          <p:cNvSpPr/>
          <p:nvPr/>
        </p:nvSpPr>
        <p:spPr>
          <a:xfrm>
            <a:off x="8095038" y="258278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9" name="Oval 2978"/>
          <p:cNvSpPr/>
          <p:nvPr/>
        </p:nvSpPr>
        <p:spPr>
          <a:xfrm>
            <a:off x="8071711" y="258278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0" name="Oval 2979"/>
          <p:cNvSpPr/>
          <p:nvPr/>
        </p:nvSpPr>
        <p:spPr>
          <a:xfrm>
            <a:off x="8038285" y="259663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1" name="Oval 2980"/>
          <p:cNvSpPr/>
          <p:nvPr/>
        </p:nvSpPr>
        <p:spPr>
          <a:xfrm>
            <a:off x="8039168" y="260355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2" name="Oval 2981"/>
          <p:cNvSpPr/>
          <p:nvPr/>
        </p:nvSpPr>
        <p:spPr>
          <a:xfrm>
            <a:off x="8050349" y="261048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3" name="Oval 2982"/>
          <p:cNvSpPr/>
          <p:nvPr/>
        </p:nvSpPr>
        <p:spPr>
          <a:xfrm>
            <a:off x="8096445" y="261048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4" name="Oval 2983"/>
          <p:cNvSpPr/>
          <p:nvPr/>
        </p:nvSpPr>
        <p:spPr>
          <a:xfrm>
            <a:off x="8082270" y="261740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5" name="Oval 2984"/>
          <p:cNvSpPr/>
          <p:nvPr/>
        </p:nvSpPr>
        <p:spPr>
          <a:xfrm>
            <a:off x="8087561" y="262432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6" name="Oval 2985"/>
          <p:cNvSpPr/>
          <p:nvPr/>
        </p:nvSpPr>
        <p:spPr>
          <a:xfrm>
            <a:off x="8022966" y="262432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7" name="Oval 2986"/>
          <p:cNvSpPr/>
          <p:nvPr/>
        </p:nvSpPr>
        <p:spPr>
          <a:xfrm>
            <a:off x="8106347" y="262432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8" name="Oval 2987"/>
          <p:cNvSpPr/>
          <p:nvPr/>
        </p:nvSpPr>
        <p:spPr>
          <a:xfrm>
            <a:off x="8056984" y="262432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9" name="Oval 2988"/>
          <p:cNvSpPr/>
          <p:nvPr/>
        </p:nvSpPr>
        <p:spPr>
          <a:xfrm>
            <a:off x="8080580" y="263125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0" name="Oval 2989"/>
          <p:cNvSpPr/>
          <p:nvPr/>
        </p:nvSpPr>
        <p:spPr>
          <a:xfrm>
            <a:off x="8080805" y="263817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1" name="Oval 2990"/>
          <p:cNvSpPr/>
          <p:nvPr/>
        </p:nvSpPr>
        <p:spPr>
          <a:xfrm>
            <a:off x="8036367" y="264509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2" name="Oval 2991"/>
          <p:cNvSpPr/>
          <p:nvPr/>
        </p:nvSpPr>
        <p:spPr>
          <a:xfrm>
            <a:off x="8079435" y="264509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3" name="Oval 2992"/>
          <p:cNvSpPr/>
          <p:nvPr/>
        </p:nvSpPr>
        <p:spPr>
          <a:xfrm>
            <a:off x="8074675" y="265202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4" name="Oval 2993"/>
          <p:cNvSpPr/>
          <p:nvPr/>
        </p:nvSpPr>
        <p:spPr>
          <a:xfrm>
            <a:off x="8019801" y="265202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5" name="Oval 2994"/>
          <p:cNvSpPr/>
          <p:nvPr/>
        </p:nvSpPr>
        <p:spPr>
          <a:xfrm>
            <a:off x="8083496" y="265894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6" name="Oval 2995"/>
          <p:cNvSpPr/>
          <p:nvPr/>
        </p:nvSpPr>
        <p:spPr>
          <a:xfrm>
            <a:off x="8040844" y="266586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7" name="Oval 2996"/>
          <p:cNvSpPr/>
          <p:nvPr/>
        </p:nvSpPr>
        <p:spPr>
          <a:xfrm>
            <a:off x="8084288" y="267971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8" name="Oval 2997"/>
          <p:cNvSpPr/>
          <p:nvPr/>
        </p:nvSpPr>
        <p:spPr>
          <a:xfrm>
            <a:off x="8050528" y="267971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9" name="Oval 2998"/>
          <p:cNvSpPr/>
          <p:nvPr/>
        </p:nvSpPr>
        <p:spPr>
          <a:xfrm>
            <a:off x="8046678" y="269356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" name="Oval 2999"/>
          <p:cNvSpPr/>
          <p:nvPr/>
        </p:nvSpPr>
        <p:spPr>
          <a:xfrm>
            <a:off x="8030092" y="269356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" name="Oval 3000"/>
          <p:cNvSpPr/>
          <p:nvPr/>
        </p:nvSpPr>
        <p:spPr>
          <a:xfrm>
            <a:off x="8059109" y="269356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2" name="Oval 3001"/>
          <p:cNvSpPr/>
          <p:nvPr/>
        </p:nvSpPr>
        <p:spPr>
          <a:xfrm>
            <a:off x="8082003" y="270740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3" name="Oval 3002"/>
          <p:cNvSpPr/>
          <p:nvPr/>
        </p:nvSpPr>
        <p:spPr>
          <a:xfrm>
            <a:off x="8063251" y="271433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4" name="Oval 3003"/>
          <p:cNvSpPr/>
          <p:nvPr/>
        </p:nvSpPr>
        <p:spPr>
          <a:xfrm>
            <a:off x="8035636" y="272125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5" name="Oval 3004"/>
          <p:cNvSpPr/>
          <p:nvPr/>
        </p:nvSpPr>
        <p:spPr>
          <a:xfrm>
            <a:off x="8039595" y="272125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6" name="Oval 3005"/>
          <p:cNvSpPr/>
          <p:nvPr/>
        </p:nvSpPr>
        <p:spPr>
          <a:xfrm>
            <a:off x="8084151" y="272817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7" name="Oval 3006"/>
          <p:cNvSpPr/>
          <p:nvPr/>
        </p:nvSpPr>
        <p:spPr>
          <a:xfrm>
            <a:off x="8039845" y="272817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8" name="Oval 3007"/>
          <p:cNvSpPr/>
          <p:nvPr/>
        </p:nvSpPr>
        <p:spPr>
          <a:xfrm>
            <a:off x="8018895" y="273510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9" name="Oval 3008"/>
          <p:cNvSpPr/>
          <p:nvPr/>
        </p:nvSpPr>
        <p:spPr>
          <a:xfrm>
            <a:off x="8100257" y="274202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0" name="Oval 3009"/>
          <p:cNvSpPr/>
          <p:nvPr/>
        </p:nvSpPr>
        <p:spPr>
          <a:xfrm>
            <a:off x="8061306" y="274202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1" name="Oval 3010"/>
          <p:cNvSpPr/>
          <p:nvPr/>
        </p:nvSpPr>
        <p:spPr>
          <a:xfrm>
            <a:off x="8047365" y="274202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2" name="Oval 3011"/>
          <p:cNvSpPr/>
          <p:nvPr/>
        </p:nvSpPr>
        <p:spPr>
          <a:xfrm>
            <a:off x="8051904" y="274894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3" name="Oval 3012"/>
          <p:cNvSpPr/>
          <p:nvPr/>
        </p:nvSpPr>
        <p:spPr>
          <a:xfrm>
            <a:off x="8019010" y="275587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4" name="Oval 3013"/>
          <p:cNvSpPr/>
          <p:nvPr/>
        </p:nvSpPr>
        <p:spPr>
          <a:xfrm>
            <a:off x="8065881" y="276279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5" name="Oval 3014"/>
          <p:cNvSpPr/>
          <p:nvPr/>
        </p:nvSpPr>
        <p:spPr>
          <a:xfrm>
            <a:off x="8091664" y="276279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6" name="Oval 3015"/>
          <p:cNvSpPr/>
          <p:nvPr/>
        </p:nvSpPr>
        <p:spPr>
          <a:xfrm>
            <a:off x="8084180" y="278356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7" name="Oval 3016"/>
          <p:cNvSpPr/>
          <p:nvPr/>
        </p:nvSpPr>
        <p:spPr>
          <a:xfrm>
            <a:off x="8059734" y="278356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8" name="Oval 3017"/>
          <p:cNvSpPr/>
          <p:nvPr/>
        </p:nvSpPr>
        <p:spPr>
          <a:xfrm>
            <a:off x="8067759" y="278356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9" name="Oval 3018"/>
          <p:cNvSpPr/>
          <p:nvPr/>
        </p:nvSpPr>
        <p:spPr>
          <a:xfrm>
            <a:off x="8023418" y="279741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0" name="Oval 3019"/>
          <p:cNvSpPr/>
          <p:nvPr/>
        </p:nvSpPr>
        <p:spPr>
          <a:xfrm>
            <a:off x="8082345" y="279741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1" name="Oval 3020"/>
          <p:cNvSpPr/>
          <p:nvPr/>
        </p:nvSpPr>
        <p:spPr>
          <a:xfrm>
            <a:off x="8045503" y="280433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2" name="Oval 3021"/>
          <p:cNvSpPr/>
          <p:nvPr/>
        </p:nvSpPr>
        <p:spPr>
          <a:xfrm>
            <a:off x="8044144" y="280433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3" name="Oval 3022"/>
          <p:cNvSpPr/>
          <p:nvPr/>
        </p:nvSpPr>
        <p:spPr>
          <a:xfrm>
            <a:off x="8037882" y="281125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4" name="Oval 3023"/>
          <p:cNvSpPr/>
          <p:nvPr/>
        </p:nvSpPr>
        <p:spPr>
          <a:xfrm>
            <a:off x="8058749" y="281125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5" name="Oval 3024"/>
          <p:cNvSpPr/>
          <p:nvPr/>
        </p:nvSpPr>
        <p:spPr>
          <a:xfrm>
            <a:off x="8048270" y="281125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6" name="Oval 3025"/>
          <p:cNvSpPr/>
          <p:nvPr/>
        </p:nvSpPr>
        <p:spPr>
          <a:xfrm>
            <a:off x="8046214" y="281125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7" name="Oval 3026"/>
          <p:cNvSpPr/>
          <p:nvPr/>
        </p:nvSpPr>
        <p:spPr>
          <a:xfrm>
            <a:off x="8092237" y="281818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8" name="Oval 3027"/>
          <p:cNvSpPr/>
          <p:nvPr/>
        </p:nvSpPr>
        <p:spPr>
          <a:xfrm>
            <a:off x="8101663" y="281818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9" name="Oval 3028"/>
          <p:cNvSpPr/>
          <p:nvPr/>
        </p:nvSpPr>
        <p:spPr>
          <a:xfrm>
            <a:off x="8102574" y="282510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0" name="Oval 3029"/>
          <p:cNvSpPr/>
          <p:nvPr/>
        </p:nvSpPr>
        <p:spPr>
          <a:xfrm>
            <a:off x="8080641" y="283895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1" name="Oval 3030"/>
          <p:cNvSpPr/>
          <p:nvPr/>
        </p:nvSpPr>
        <p:spPr>
          <a:xfrm>
            <a:off x="8075078" y="284587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2" name="Oval 3031"/>
          <p:cNvSpPr/>
          <p:nvPr/>
        </p:nvSpPr>
        <p:spPr>
          <a:xfrm>
            <a:off x="8053812" y="284587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3" name="Oval 3032"/>
          <p:cNvSpPr/>
          <p:nvPr/>
        </p:nvSpPr>
        <p:spPr>
          <a:xfrm>
            <a:off x="8032287" y="285279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4" name="Oval 3033"/>
          <p:cNvSpPr/>
          <p:nvPr/>
        </p:nvSpPr>
        <p:spPr>
          <a:xfrm>
            <a:off x="8081693" y="285972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5" name="Oval 3034"/>
          <p:cNvSpPr/>
          <p:nvPr/>
        </p:nvSpPr>
        <p:spPr>
          <a:xfrm>
            <a:off x="8026490" y="288049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6" name="Oval 3035"/>
          <p:cNvSpPr/>
          <p:nvPr/>
        </p:nvSpPr>
        <p:spPr>
          <a:xfrm>
            <a:off x="8068194" y="288049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7" name="Oval 3036"/>
          <p:cNvSpPr/>
          <p:nvPr/>
        </p:nvSpPr>
        <p:spPr>
          <a:xfrm>
            <a:off x="8036068" y="289433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8" name="Oval 3037"/>
          <p:cNvSpPr/>
          <p:nvPr/>
        </p:nvSpPr>
        <p:spPr>
          <a:xfrm>
            <a:off x="8026275" y="289433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9" name="Oval 3038"/>
          <p:cNvSpPr/>
          <p:nvPr/>
        </p:nvSpPr>
        <p:spPr>
          <a:xfrm>
            <a:off x="8043697" y="290126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0" name="Oval 3039"/>
          <p:cNvSpPr/>
          <p:nvPr/>
        </p:nvSpPr>
        <p:spPr>
          <a:xfrm>
            <a:off x="8034023" y="290818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1" name="Oval 3040"/>
          <p:cNvSpPr/>
          <p:nvPr/>
        </p:nvSpPr>
        <p:spPr>
          <a:xfrm>
            <a:off x="8032393" y="292895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2" name="Oval 3041"/>
          <p:cNvSpPr/>
          <p:nvPr/>
        </p:nvSpPr>
        <p:spPr>
          <a:xfrm>
            <a:off x="8034913" y="292895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3" name="Oval 3042"/>
          <p:cNvSpPr/>
          <p:nvPr/>
        </p:nvSpPr>
        <p:spPr>
          <a:xfrm>
            <a:off x="8051538" y="293587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4" name="Oval 3043"/>
          <p:cNvSpPr/>
          <p:nvPr/>
        </p:nvSpPr>
        <p:spPr>
          <a:xfrm>
            <a:off x="8023050" y="293587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5" name="Oval 3044"/>
          <p:cNvSpPr/>
          <p:nvPr/>
        </p:nvSpPr>
        <p:spPr>
          <a:xfrm>
            <a:off x="8065082" y="294972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6" name="Oval 3045"/>
          <p:cNvSpPr/>
          <p:nvPr/>
        </p:nvSpPr>
        <p:spPr>
          <a:xfrm>
            <a:off x="8105135" y="297049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7" name="Oval 3046"/>
          <p:cNvSpPr/>
          <p:nvPr/>
        </p:nvSpPr>
        <p:spPr>
          <a:xfrm>
            <a:off x="8066839" y="297741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8" name="Oval 3047"/>
          <p:cNvSpPr/>
          <p:nvPr/>
        </p:nvSpPr>
        <p:spPr>
          <a:xfrm>
            <a:off x="8048016" y="297741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9" name="Oval 3048"/>
          <p:cNvSpPr/>
          <p:nvPr/>
        </p:nvSpPr>
        <p:spPr>
          <a:xfrm>
            <a:off x="8098117" y="299126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0" name="Oval 3049"/>
          <p:cNvSpPr/>
          <p:nvPr/>
        </p:nvSpPr>
        <p:spPr>
          <a:xfrm>
            <a:off x="8071598" y="299126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1" name="Oval 3050"/>
          <p:cNvSpPr/>
          <p:nvPr/>
        </p:nvSpPr>
        <p:spPr>
          <a:xfrm>
            <a:off x="8105376" y="300511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2" name="Oval 3051"/>
          <p:cNvSpPr/>
          <p:nvPr/>
        </p:nvSpPr>
        <p:spPr>
          <a:xfrm>
            <a:off x="8084351" y="303280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3" name="Oval 3052"/>
          <p:cNvSpPr/>
          <p:nvPr/>
        </p:nvSpPr>
        <p:spPr>
          <a:xfrm>
            <a:off x="8032440" y="303280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4" name="Oval 3053"/>
          <p:cNvSpPr/>
          <p:nvPr/>
        </p:nvSpPr>
        <p:spPr>
          <a:xfrm>
            <a:off x="8052310" y="304665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5" name="Oval 3054"/>
          <p:cNvSpPr/>
          <p:nvPr/>
        </p:nvSpPr>
        <p:spPr>
          <a:xfrm>
            <a:off x="8098874" y="305357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6" name="Oval 3055"/>
          <p:cNvSpPr/>
          <p:nvPr/>
        </p:nvSpPr>
        <p:spPr>
          <a:xfrm>
            <a:off x="8080261" y="305357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7" name="Oval 3056"/>
          <p:cNvSpPr/>
          <p:nvPr/>
        </p:nvSpPr>
        <p:spPr>
          <a:xfrm>
            <a:off x="8079450" y="305357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8" name="Oval 3057"/>
          <p:cNvSpPr/>
          <p:nvPr/>
        </p:nvSpPr>
        <p:spPr>
          <a:xfrm>
            <a:off x="8104560" y="305357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9" name="Oval 3058"/>
          <p:cNvSpPr/>
          <p:nvPr/>
        </p:nvSpPr>
        <p:spPr>
          <a:xfrm>
            <a:off x="8047134" y="306049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0" name="Oval 3059"/>
          <p:cNvSpPr/>
          <p:nvPr/>
        </p:nvSpPr>
        <p:spPr>
          <a:xfrm>
            <a:off x="8107185" y="306742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1" name="Oval 3060"/>
          <p:cNvSpPr/>
          <p:nvPr/>
        </p:nvSpPr>
        <p:spPr>
          <a:xfrm>
            <a:off x="8033142" y="306742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2" name="Oval 3061"/>
          <p:cNvSpPr/>
          <p:nvPr/>
        </p:nvSpPr>
        <p:spPr>
          <a:xfrm>
            <a:off x="8035612" y="312973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3" name="Oval 3062"/>
          <p:cNvSpPr/>
          <p:nvPr/>
        </p:nvSpPr>
        <p:spPr>
          <a:xfrm>
            <a:off x="8084312" y="312973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4" name="Oval 3063"/>
          <p:cNvSpPr/>
          <p:nvPr/>
        </p:nvSpPr>
        <p:spPr>
          <a:xfrm>
            <a:off x="8018531" y="312973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5" name="Oval 3064"/>
          <p:cNvSpPr/>
          <p:nvPr/>
        </p:nvSpPr>
        <p:spPr>
          <a:xfrm>
            <a:off x="8034437" y="314357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6" name="Oval 3065"/>
          <p:cNvSpPr/>
          <p:nvPr/>
        </p:nvSpPr>
        <p:spPr>
          <a:xfrm>
            <a:off x="8073285" y="314357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7" name="Oval 3066"/>
          <p:cNvSpPr/>
          <p:nvPr/>
        </p:nvSpPr>
        <p:spPr>
          <a:xfrm>
            <a:off x="8087848" y="315742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8" name="Oval 3067"/>
          <p:cNvSpPr/>
          <p:nvPr/>
        </p:nvSpPr>
        <p:spPr>
          <a:xfrm>
            <a:off x="8086696" y="315742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9" name="Oval 3068"/>
          <p:cNvSpPr/>
          <p:nvPr/>
        </p:nvSpPr>
        <p:spPr>
          <a:xfrm>
            <a:off x="8094987" y="317819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0" name="Oval 3069"/>
          <p:cNvSpPr/>
          <p:nvPr/>
        </p:nvSpPr>
        <p:spPr>
          <a:xfrm>
            <a:off x="8086424" y="317819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1" name="Oval 3070"/>
          <p:cNvSpPr/>
          <p:nvPr/>
        </p:nvSpPr>
        <p:spPr>
          <a:xfrm>
            <a:off x="8028271" y="32058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2" name="Oval 3071"/>
          <p:cNvSpPr/>
          <p:nvPr/>
        </p:nvSpPr>
        <p:spPr>
          <a:xfrm>
            <a:off x="8062319" y="324050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3" name="Oval 3072"/>
          <p:cNvSpPr/>
          <p:nvPr/>
        </p:nvSpPr>
        <p:spPr>
          <a:xfrm>
            <a:off x="8082848" y="324050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4" name="Oval 3073"/>
          <p:cNvSpPr/>
          <p:nvPr/>
        </p:nvSpPr>
        <p:spPr>
          <a:xfrm>
            <a:off x="8088718" y="328896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5" name="Oval 3074"/>
          <p:cNvSpPr/>
          <p:nvPr/>
        </p:nvSpPr>
        <p:spPr>
          <a:xfrm>
            <a:off x="8067982" y="330281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6" name="Oval 3075"/>
          <p:cNvSpPr/>
          <p:nvPr/>
        </p:nvSpPr>
        <p:spPr>
          <a:xfrm>
            <a:off x="8048932" y="330973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7" name="Oval 3076"/>
          <p:cNvSpPr/>
          <p:nvPr/>
        </p:nvSpPr>
        <p:spPr>
          <a:xfrm>
            <a:off x="8071537" y="332358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8" name="Oval 3077"/>
          <p:cNvSpPr/>
          <p:nvPr/>
        </p:nvSpPr>
        <p:spPr>
          <a:xfrm>
            <a:off x="8085372" y="333050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9" name="Oval 3078"/>
          <p:cNvSpPr/>
          <p:nvPr/>
        </p:nvSpPr>
        <p:spPr>
          <a:xfrm>
            <a:off x="8040065" y="335819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0" name="Oval 3079"/>
          <p:cNvSpPr/>
          <p:nvPr/>
        </p:nvSpPr>
        <p:spPr>
          <a:xfrm>
            <a:off x="8089679" y="33928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1" name="Oval 3080"/>
          <p:cNvSpPr/>
          <p:nvPr/>
        </p:nvSpPr>
        <p:spPr>
          <a:xfrm>
            <a:off x="8096981" y="351051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2" name="Oval 3081"/>
          <p:cNvSpPr/>
          <p:nvPr/>
        </p:nvSpPr>
        <p:spPr>
          <a:xfrm>
            <a:off x="8028273" y="351743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3" name="Oval 3082"/>
          <p:cNvSpPr/>
          <p:nvPr/>
        </p:nvSpPr>
        <p:spPr>
          <a:xfrm>
            <a:off x="8070171" y="353820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4" name="Oval 3083"/>
          <p:cNvSpPr/>
          <p:nvPr/>
        </p:nvSpPr>
        <p:spPr>
          <a:xfrm>
            <a:off x="8077720" y="357974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5" name="Oval 3084"/>
          <p:cNvSpPr/>
          <p:nvPr/>
        </p:nvSpPr>
        <p:spPr>
          <a:xfrm>
            <a:off x="8051060" y="3628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6" name="Oval 3085"/>
          <p:cNvSpPr/>
          <p:nvPr/>
        </p:nvSpPr>
        <p:spPr>
          <a:xfrm>
            <a:off x="8070431" y="3655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7" name="Oval 3086"/>
          <p:cNvSpPr/>
          <p:nvPr/>
        </p:nvSpPr>
        <p:spPr>
          <a:xfrm>
            <a:off x="8067974" y="371128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8" name="Oval 3087"/>
          <p:cNvSpPr/>
          <p:nvPr/>
        </p:nvSpPr>
        <p:spPr>
          <a:xfrm>
            <a:off x="8098740" y="371128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9" name="Oval 3088"/>
          <p:cNvSpPr/>
          <p:nvPr/>
        </p:nvSpPr>
        <p:spPr>
          <a:xfrm>
            <a:off x="8059918" y="371128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0" name="Oval 3089"/>
          <p:cNvSpPr/>
          <p:nvPr/>
        </p:nvSpPr>
        <p:spPr>
          <a:xfrm>
            <a:off x="8026054" y="396052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1" name="Oval 3090"/>
          <p:cNvSpPr/>
          <p:nvPr/>
        </p:nvSpPr>
        <p:spPr>
          <a:xfrm>
            <a:off x="8079999" y="399514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2" name="Oval 3091"/>
          <p:cNvSpPr/>
          <p:nvPr/>
        </p:nvSpPr>
        <p:spPr>
          <a:xfrm>
            <a:off x="8077139" y="412668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3" name="Oval 3092"/>
          <p:cNvSpPr/>
          <p:nvPr/>
        </p:nvSpPr>
        <p:spPr>
          <a:xfrm>
            <a:off x="8073241" y="462516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4" name="Oval 3093"/>
          <p:cNvSpPr/>
          <p:nvPr/>
        </p:nvSpPr>
        <p:spPr>
          <a:xfrm>
            <a:off x="8066067" y="517903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5" name="Oval 3094"/>
          <p:cNvSpPr/>
          <p:nvPr/>
        </p:nvSpPr>
        <p:spPr>
          <a:xfrm>
            <a:off x="8063416" y="519980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6" name="Oval 3095"/>
          <p:cNvSpPr/>
          <p:nvPr/>
        </p:nvSpPr>
        <p:spPr>
          <a:xfrm>
            <a:off x="8027160" y="524826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7" name="Oval 3096"/>
          <p:cNvSpPr/>
          <p:nvPr/>
        </p:nvSpPr>
        <p:spPr>
          <a:xfrm>
            <a:off x="8106835" y="526903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8" name="Oval 3097"/>
          <p:cNvSpPr/>
          <p:nvPr/>
        </p:nvSpPr>
        <p:spPr>
          <a:xfrm>
            <a:off x="8052754" y="542827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9" name="Oval 3098"/>
          <p:cNvSpPr/>
          <p:nvPr/>
        </p:nvSpPr>
        <p:spPr>
          <a:xfrm>
            <a:off x="8046921" y="546981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0" name="Oval 3099"/>
          <p:cNvSpPr/>
          <p:nvPr/>
        </p:nvSpPr>
        <p:spPr>
          <a:xfrm>
            <a:off x="8048622" y="567751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1" name="Oval 3100"/>
          <p:cNvSpPr/>
          <p:nvPr/>
        </p:nvSpPr>
        <p:spPr>
          <a:xfrm>
            <a:off x="8037777" y="569828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2" name="TextBox 3101"/>
          <p:cNvSpPr txBox="1"/>
          <p:nvPr/>
        </p:nvSpPr>
        <p:spPr>
          <a:xfrm>
            <a:off x="793242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0A7D6E"/>
                </a:solidFill>
                <a:latin typeface="Arial"/>
              </a:rPr>
              <a:t>16</a:t>
            </a:r>
          </a:p>
        </p:txBody>
      </p:sp>
      <p:cxnSp>
        <p:nvCxnSpPr>
          <p:cNvPr id="3103" name="Connector 3102"/>
          <p:cNvCxnSpPr/>
          <p:nvPr/>
        </p:nvCxnSpPr>
        <p:spPr>
          <a:xfrm flipV="1">
            <a:off x="8378190" y="1188720"/>
            <a:ext cx="0" cy="4728624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4" name="Connector 3103"/>
          <p:cNvCxnSpPr/>
          <p:nvPr/>
        </p:nvCxnSpPr>
        <p:spPr>
          <a:xfrm>
            <a:off x="8333613" y="5917344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5" name="Connector 3104"/>
          <p:cNvCxnSpPr/>
          <p:nvPr/>
        </p:nvCxnSpPr>
        <p:spPr>
          <a:xfrm>
            <a:off x="8333613" y="1188720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06" name="Rectangle 3105"/>
          <p:cNvSpPr/>
          <p:nvPr/>
        </p:nvSpPr>
        <p:spPr>
          <a:xfrm>
            <a:off x="8289036" y="2919549"/>
            <a:ext cx="178308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07" name="Connector 3106"/>
          <p:cNvCxnSpPr/>
          <p:nvPr/>
        </p:nvCxnSpPr>
        <p:spPr>
          <a:xfrm>
            <a:off x="8289036" y="2573383"/>
            <a:ext cx="178308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08" name="Oval 3107"/>
          <p:cNvSpPr/>
          <p:nvPr/>
        </p:nvSpPr>
        <p:spPr>
          <a:xfrm>
            <a:off x="8337905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9" name="Oval 3108"/>
          <p:cNvSpPr/>
          <p:nvPr/>
        </p:nvSpPr>
        <p:spPr>
          <a:xfrm>
            <a:off x="8346656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0" name="Oval 3109"/>
          <p:cNvSpPr/>
          <p:nvPr/>
        </p:nvSpPr>
        <p:spPr>
          <a:xfrm>
            <a:off x="8340891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1" name="Oval 3110"/>
          <p:cNvSpPr/>
          <p:nvPr/>
        </p:nvSpPr>
        <p:spPr>
          <a:xfrm>
            <a:off x="8371330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2" name="Oval 3111"/>
          <p:cNvSpPr/>
          <p:nvPr/>
        </p:nvSpPr>
        <p:spPr>
          <a:xfrm>
            <a:off x="8337247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3" name="Oval 3112"/>
          <p:cNvSpPr/>
          <p:nvPr/>
        </p:nvSpPr>
        <p:spPr>
          <a:xfrm>
            <a:off x="8344417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4" name="Oval 3113"/>
          <p:cNvSpPr/>
          <p:nvPr/>
        </p:nvSpPr>
        <p:spPr>
          <a:xfrm>
            <a:off x="8382397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5" name="Oval 3114"/>
          <p:cNvSpPr/>
          <p:nvPr/>
        </p:nvSpPr>
        <p:spPr>
          <a:xfrm>
            <a:off x="8404061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6" name="Oval 3115"/>
          <p:cNvSpPr/>
          <p:nvPr/>
        </p:nvSpPr>
        <p:spPr>
          <a:xfrm>
            <a:off x="8331348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7" name="Oval 3116"/>
          <p:cNvSpPr/>
          <p:nvPr/>
        </p:nvSpPr>
        <p:spPr>
          <a:xfrm>
            <a:off x="8360504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8" name="Oval 3117"/>
          <p:cNvSpPr/>
          <p:nvPr/>
        </p:nvSpPr>
        <p:spPr>
          <a:xfrm>
            <a:off x="8397144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9" name="Oval 3118"/>
          <p:cNvSpPr/>
          <p:nvPr/>
        </p:nvSpPr>
        <p:spPr>
          <a:xfrm>
            <a:off x="8359394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0" name="Oval 3119"/>
          <p:cNvSpPr/>
          <p:nvPr/>
        </p:nvSpPr>
        <p:spPr>
          <a:xfrm>
            <a:off x="8379149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1" name="Oval 3120"/>
          <p:cNvSpPr/>
          <p:nvPr/>
        </p:nvSpPr>
        <p:spPr>
          <a:xfrm>
            <a:off x="8320637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2" name="Oval 3121"/>
          <p:cNvSpPr/>
          <p:nvPr/>
        </p:nvSpPr>
        <p:spPr>
          <a:xfrm>
            <a:off x="8398074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3" name="Oval 3122"/>
          <p:cNvSpPr/>
          <p:nvPr/>
        </p:nvSpPr>
        <p:spPr>
          <a:xfrm>
            <a:off x="8377405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4" name="Oval 3123"/>
          <p:cNvSpPr/>
          <p:nvPr/>
        </p:nvSpPr>
        <p:spPr>
          <a:xfrm>
            <a:off x="8350013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5" name="Oval 3124"/>
          <p:cNvSpPr/>
          <p:nvPr/>
        </p:nvSpPr>
        <p:spPr>
          <a:xfrm>
            <a:off x="8385086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6" name="Oval 3125"/>
          <p:cNvSpPr/>
          <p:nvPr/>
        </p:nvSpPr>
        <p:spPr>
          <a:xfrm>
            <a:off x="8392069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7" name="Oval 3126"/>
          <p:cNvSpPr/>
          <p:nvPr/>
        </p:nvSpPr>
        <p:spPr>
          <a:xfrm>
            <a:off x="8394449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8" name="Oval 3127"/>
          <p:cNvSpPr/>
          <p:nvPr/>
        </p:nvSpPr>
        <p:spPr>
          <a:xfrm>
            <a:off x="8325467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9" name="Oval 3128"/>
          <p:cNvSpPr/>
          <p:nvPr/>
        </p:nvSpPr>
        <p:spPr>
          <a:xfrm>
            <a:off x="8369511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0" name="Oval 3129"/>
          <p:cNvSpPr/>
          <p:nvPr/>
        </p:nvSpPr>
        <p:spPr>
          <a:xfrm>
            <a:off x="8332011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1" name="Oval 3130"/>
          <p:cNvSpPr/>
          <p:nvPr/>
        </p:nvSpPr>
        <p:spPr>
          <a:xfrm>
            <a:off x="8368662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2" name="Oval 3131"/>
          <p:cNvSpPr/>
          <p:nvPr/>
        </p:nvSpPr>
        <p:spPr>
          <a:xfrm>
            <a:off x="8322815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3" name="Oval 3132"/>
          <p:cNvSpPr/>
          <p:nvPr/>
        </p:nvSpPr>
        <p:spPr>
          <a:xfrm>
            <a:off x="8343521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4" name="Oval 3133"/>
          <p:cNvSpPr/>
          <p:nvPr/>
        </p:nvSpPr>
        <p:spPr>
          <a:xfrm>
            <a:off x="8353376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5" name="Oval 3134"/>
          <p:cNvSpPr/>
          <p:nvPr/>
        </p:nvSpPr>
        <p:spPr>
          <a:xfrm>
            <a:off x="8377103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6" name="Oval 3135"/>
          <p:cNvSpPr/>
          <p:nvPr/>
        </p:nvSpPr>
        <p:spPr>
          <a:xfrm>
            <a:off x="8344804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7" name="Oval 3136"/>
          <p:cNvSpPr/>
          <p:nvPr/>
        </p:nvSpPr>
        <p:spPr>
          <a:xfrm>
            <a:off x="8393783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8" name="Oval 3137"/>
          <p:cNvSpPr/>
          <p:nvPr/>
        </p:nvSpPr>
        <p:spPr>
          <a:xfrm>
            <a:off x="8378553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9" name="Oval 3138"/>
          <p:cNvSpPr/>
          <p:nvPr/>
        </p:nvSpPr>
        <p:spPr>
          <a:xfrm>
            <a:off x="8327450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0" name="Oval 3139"/>
          <p:cNvSpPr/>
          <p:nvPr/>
        </p:nvSpPr>
        <p:spPr>
          <a:xfrm>
            <a:off x="8367300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1" name="Oval 3140"/>
          <p:cNvSpPr/>
          <p:nvPr/>
        </p:nvSpPr>
        <p:spPr>
          <a:xfrm>
            <a:off x="8355420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2" name="Oval 3141"/>
          <p:cNvSpPr/>
          <p:nvPr/>
        </p:nvSpPr>
        <p:spPr>
          <a:xfrm>
            <a:off x="8325914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3" name="Oval 3142"/>
          <p:cNvSpPr/>
          <p:nvPr/>
        </p:nvSpPr>
        <p:spPr>
          <a:xfrm>
            <a:off x="8389095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4" name="Oval 3143"/>
          <p:cNvSpPr/>
          <p:nvPr/>
        </p:nvSpPr>
        <p:spPr>
          <a:xfrm>
            <a:off x="8369835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5" name="Oval 3144"/>
          <p:cNvSpPr/>
          <p:nvPr/>
        </p:nvSpPr>
        <p:spPr>
          <a:xfrm>
            <a:off x="8391396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6" name="Oval 3145"/>
          <p:cNvSpPr/>
          <p:nvPr/>
        </p:nvSpPr>
        <p:spPr>
          <a:xfrm>
            <a:off x="8363925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7" name="Oval 3146"/>
          <p:cNvSpPr/>
          <p:nvPr/>
        </p:nvSpPr>
        <p:spPr>
          <a:xfrm>
            <a:off x="8359295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8" name="Oval 3147"/>
          <p:cNvSpPr/>
          <p:nvPr/>
        </p:nvSpPr>
        <p:spPr>
          <a:xfrm>
            <a:off x="8358550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9" name="Oval 3148"/>
          <p:cNvSpPr/>
          <p:nvPr/>
        </p:nvSpPr>
        <p:spPr>
          <a:xfrm>
            <a:off x="8337403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0" name="Oval 3149"/>
          <p:cNvSpPr/>
          <p:nvPr/>
        </p:nvSpPr>
        <p:spPr>
          <a:xfrm>
            <a:off x="8323106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1" name="Oval 3150"/>
          <p:cNvSpPr/>
          <p:nvPr/>
        </p:nvSpPr>
        <p:spPr>
          <a:xfrm>
            <a:off x="8402917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2" name="Oval 3151"/>
          <p:cNvSpPr/>
          <p:nvPr/>
        </p:nvSpPr>
        <p:spPr>
          <a:xfrm>
            <a:off x="8377403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3" name="Oval 3152"/>
          <p:cNvSpPr/>
          <p:nvPr/>
        </p:nvSpPr>
        <p:spPr>
          <a:xfrm>
            <a:off x="8393622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4" name="Oval 3153"/>
          <p:cNvSpPr/>
          <p:nvPr/>
        </p:nvSpPr>
        <p:spPr>
          <a:xfrm>
            <a:off x="8362616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5" name="Oval 3154"/>
          <p:cNvSpPr/>
          <p:nvPr/>
        </p:nvSpPr>
        <p:spPr>
          <a:xfrm>
            <a:off x="8357422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6" name="Oval 3155"/>
          <p:cNvSpPr/>
          <p:nvPr/>
        </p:nvSpPr>
        <p:spPr>
          <a:xfrm>
            <a:off x="8323717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7" name="Oval 3156"/>
          <p:cNvSpPr/>
          <p:nvPr/>
        </p:nvSpPr>
        <p:spPr>
          <a:xfrm>
            <a:off x="8399934" y="11704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8" name="Oval 3157"/>
          <p:cNvSpPr/>
          <p:nvPr/>
        </p:nvSpPr>
        <p:spPr>
          <a:xfrm>
            <a:off x="8400455" y="128120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9" name="Oval 3158"/>
          <p:cNvSpPr/>
          <p:nvPr/>
        </p:nvSpPr>
        <p:spPr>
          <a:xfrm>
            <a:off x="8323286" y="139890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0" name="Oval 3159"/>
          <p:cNvSpPr/>
          <p:nvPr/>
        </p:nvSpPr>
        <p:spPr>
          <a:xfrm>
            <a:off x="8347579" y="153044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1" name="Oval 3160"/>
          <p:cNvSpPr/>
          <p:nvPr/>
        </p:nvSpPr>
        <p:spPr>
          <a:xfrm>
            <a:off x="8399927" y="166891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2" name="Oval 3161"/>
          <p:cNvSpPr/>
          <p:nvPr/>
        </p:nvSpPr>
        <p:spPr>
          <a:xfrm>
            <a:off x="8360497" y="173122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3" name="Oval 3162"/>
          <p:cNvSpPr/>
          <p:nvPr/>
        </p:nvSpPr>
        <p:spPr>
          <a:xfrm>
            <a:off x="8326720" y="175199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4" name="Oval 3163"/>
          <p:cNvSpPr/>
          <p:nvPr/>
        </p:nvSpPr>
        <p:spPr>
          <a:xfrm>
            <a:off x="8371670" y="177276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5" name="Oval 3164"/>
          <p:cNvSpPr/>
          <p:nvPr/>
        </p:nvSpPr>
        <p:spPr>
          <a:xfrm>
            <a:off x="8404464" y="179353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6" name="Oval 3165"/>
          <p:cNvSpPr/>
          <p:nvPr/>
        </p:nvSpPr>
        <p:spPr>
          <a:xfrm>
            <a:off x="8399406" y="180737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7" name="Oval 3166"/>
          <p:cNvSpPr/>
          <p:nvPr/>
        </p:nvSpPr>
        <p:spPr>
          <a:xfrm>
            <a:off x="8335534" y="180737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8" name="Oval 3167"/>
          <p:cNvSpPr/>
          <p:nvPr/>
        </p:nvSpPr>
        <p:spPr>
          <a:xfrm>
            <a:off x="8376850" y="186276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9" name="Oval 3168"/>
          <p:cNvSpPr/>
          <p:nvPr/>
        </p:nvSpPr>
        <p:spPr>
          <a:xfrm>
            <a:off x="8335367" y="187661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0" name="Oval 3169"/>
          <p:cNvSpPr/>
          <p:nvPr/>
        </p:nvSpPr>
        <p:spPr>
          <a:xfrm>
            <a:off x="8385745" y="189045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1" name="Oval 3170"/>
          <p:cNvSpPr/>
          <p:nvPr/>
        </p:nvSpPr>
        <p:spPr>
          <a:xfrm>
            <a:off x="8373202" y="191122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2" name="Oval 3171"/>
          <p:cNvSpPr/>
          <p:nvPr/>
        </p:nvSpPr>
        <p:spPr>
          <a:xfrm>
            <a:off x="8329943" y="194584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3" name="Oval 3172"/>
          <p:cNvSpPr/>
          <p:nvPr/>
        </p:nvSpPr>
        <p:spPr>
          <a:xfrm>
            <a:off x="8331961" y="195969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4" name="Oval 3173"/>
          <p:cNvSpPr/>
          <p:nvPr/>
        </p:nvSpPr>
        <p:spPr>
          <a:xfrm>
            <a:off x="8360709" y="196661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5" name="Oval 3174"/>
          <p:cNvSpPr/>
          <p:nvPr/>
        </p:nvSpPr>
        <p:spPr>
          <a:xfrm>
            <a:off x="8397394" y="198738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6" name="Oval 3175"/>
          <p:cNvSpPr/>
          <p:nvPr/>
        </p:nvSpPr>
        <p:spPr>
          <a:xfrm>
            <a:off x="8373537" y="199430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7" name="Oval 3176"/>
          <p:cNvSpPr/>
          <p:nvPr/>
        </p:nvSpPr>
        <p:spPr>
          <a:xfrm>
            <a:off x="8393162" y="199430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8" name="Oval 3177"/>
          <p:cNvSpPr/>
          <p:nvPr/>
        </p:nvSpPr>
        <p:spPr>
          <a:xfrm>
            <a:off x="8327567" y="203584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9" name="Oval 3178"/>
          <p:cNvSpPr/>
          <p:nvPr/>
        </p:nvSpPr>
        <p:spPr>
          <a:xfrm>
            <a:off x="8403028" y="203584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0" name="Oval 3179"/>
          <p:cNvSpPr/>
          <p:nvPr/>
        </p:nvSpPr>
        <p:spPr>
          <a:xfrm>
            <a:off x="8333387" y="20566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1" name="Oval 3180"/>
          <p:cNvSpPr/>
          <p:nvPr/>
        </p:nvSpPr>
        <p:spPr>
          <a:xfrm>
            <a:off x="8321766" y="206354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2" name="Oval 3181"/>
          <p:cNvSpPr/>
          <p:nvPr/>
        </p:nvSpPr>
        <p:spPr>
          <a:xfrm>
            <a:off x="8331131" y="20843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3" name="Oval 3182"/>
          <p:cNvSpPr/>
          <p:nvPr/>
        </p:nvSpPr>
        <p:spPr>
          <a:xfrm>
            <a:off x="8327200" y="209123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4" name="Oval 3183"/>
          <p:cNvSpPr/>
          <p:nvPr/>
        </p:nvSpPr>
        <p:spPr>
          <a:xfrm>
            <a:off x="8398572" y="209123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5" name="Oval 3184"/>
          <p:cNvSpPr/>
          <p:nvPr/>
        </p:nvSpPr>
        <p:spPr>
          <a:xfrm>
            <a:off x="8358633" y="21189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6" name="Oval 3185"/>
          <p:cNvSpPr/>
          <p:nvPr/>
        </p:nvSpPr>
        <p:spPr>
          <a:xfrm>
            <a:off x="8372268" y="213277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7" name="Oval 3186"/>
          <p:cNvSpPr/>
          <p:nvPr/>
        </p:nvSpPr>
        <p:spPr>
          <a:xfrm>
            <a:off x="8392379" y="21466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8" name="Oval 3187"/>
          <p:cNvSpPr/>
          <p:nvPr/>
        </p:nvSpPr>
        <p:spPr>
          <a:xfrm>
            <a:off x="8377954" y="216046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9" name="Oval 3188"/>
          <p:cNvSpPr/>
          <p:nvPr/>
        </p:nvSpPr>
        <p:spPr>
          <a:xfrm>
            <a:off x="8324041" y="217431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0" name="Oval 3189"/>
          <p:cNvSpPr/>
          <p:nvPr/>
        </p:nvSpPr>
        <p:spPr>
          <a:xfrm>
            <a:off x="8341998" y="218123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1" name="Oval 3190"/>
          <p:cNvSpPr/>
          <p:nvPr/>
        </p:nvSpPr>
        <p:spPr>
          <a:xfrm>
            <a:off x="8382923" y="220200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2" name="Oval 3191"/>
          <p:cNvSpPr/>
          <p:nvPr/>
        </p:nvSpPr>
        <p:spPr>
          <a:xfrm>
            <a:off x="8339701" y="220892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3" name="Oval 3192"/>
          <p:cNvSpPr/>
          <p:nvPr/>
        </p:nvSpPr>
        <p:spPr>
          <a:xfrm>
            <a:off x="8341783" y="221585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4" name="Oval 3193"/>
          <p:cNvSpPr/>
          <p:nvPr/>
        </p:nvSpPr>
        <p:spPr>
          <a:xfrm>
            <a:off x="8380066" y="222277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5" name="Oval 3194"/>
          <p:cNvSpPr/>
          <p:nvPr/>
        </p:nvSpPr>
        <p:spPr>
          <a:xfrm>
            <a:off x="8339267" y="222277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6" name="Oval 3195"/>
          <p:cNvSpPr/>
          <p:nvPr/>
        </p:nvSpPr>
        <p:spPr>
          <a:xfrm>
            <a:off x="8327517" y="223662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7" name="Oval 3196"/>
          <p:cNvSpPr/>
          <p:nvPr/>
        </p:nvSpPr>
        <p:spPr>
          <a:xfrm>
            <a:off x="8397514" y="224354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8" name="Oval 3197"/>
          <p:cNvSpPr/>
          <p:nvPr/>
        </p:nvSpPr>
        <p:spPr>
          <a:xfrm>
            <a:off x="8397839" y="225046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9" name="Oval 3198"/>
          <p:cNvSpPr/>
          <p:nvPr/>
        </p:nvSpPr>
        <p:spPr>
          <a:xfrm>
            <a:off x="8324071" y="22573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0" name="Oval 3199"/>
          <p:cNvSpPr/>
          <p:nvPr/>
        </p:nvSpPr>
        <p:spPr>
          <a:xfrm>
            <a:off x="8331172" y="22573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1" name="Oval 3200"/>
          <p:cNvSpPr/>
          <p:nvPr/>
        </p:nvSpPr>
        <p:spPr>
          <a:xfrm>
            <a:off x="8326235" y="22643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2" name="Oval 3201"/>
          <p:cNvSpPr/>
          <p:nvPr/>
        </p:nvSpPr>
        <p:spPr>
          <a:xfrm>
            <a:off x="8385693" y="22850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3" name="Oval 3202"/>
          <p:cNvSpPr/>
          <p:nvPr/>
        </p:nvSpPr>
        <p:spPr>
          <a:xfrm>
            <a:off x="8362631" y="22920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4" name="Oval 3203"/>
          <p:cNvSpPr/>
          <p:nvPr/>
        </p:nvSpPr>
        <p:spPr>
          <a:xfrm>
            <a:off x="8402647" y="22989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5" name="Oval 3204"/>
          <p:cNvSpPr/>
          <p:nvPr/>
        </p:nvSpPr>
        <p:spPr>
          <a:xfrm>
            <a:off x="8398971" y="22989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6" name="Oval 3205"/>
          <p:cNvSpPr/>
          <p:nvPr/>
        </p:nvSpPr>
        <p:spPr>
          <a:xfrm>
            <a:off x="8344824" y="23127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7" name="Oval 3206"/>
          <p:cNvSpPr/>
          <p:nvPr/>
        </p:nvSpPr>
        <p:spPr>
          <a:xfrm>
            <a:off x="8346508" y="232662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8" name="Oval 3207"/>
          <p:cNvSpPr/>
          <p:nvPr/>
        </p:nvSpPr>
        <p:spPr>
          <a:xfrm>
            <a:off x="8380072" y="23335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9" name="Oval 3208"/>
          <p:cNvSpPr/>
          <p:nvPr/>
        </p:nvSpPr>
        <p:spPr>
          <a:xfrm>
            <a:off x="8317058" y="23335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0" name="Oval 3209"/>
          <p:cNvSpPr/>
          <p:nvPr/>
        </p:nvSpPr>
        <p:spPr>
          <a:xfrm>
            <a:off x="8315863" y="236124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1" name="Oval 3210"/>
          <p:cNvSpPr/>
          <p:nvPr/>
        </p:nvSpPr>
        <p:spPr>
          <a:xfrm>
            <a:off x="8332260" y="237508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2" name="Oval 3211"/>
          <p:cNvSpPr/>
          <p:nvPr/>
        </p:nvSpPr>
        <p:spPr>
          <a:xfrm>
            <a:off x="8334106" y="238893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3" name="Oval 3212"/>
          <p:cNvSpPr/>
          <p:nvPr/>
        </p:nvSpPr>
        <p:spPr>
          <a:xfrm>
            <a:off x="8317035" y="238893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4" name="Oval 3213"/>
          <p:cNvSpPr/>
          <p:nvPr/>
        </p:nvSpPr>
        <p:spPr>
          <a:xfrm>
            <a:off x="8345707" y="238893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5" name="Oval 3214"/>
          <p:cNvSpPr/>
          <p:nvPr/>
        </p:nvSpPr>
        <p:spPr>
          <a:xfrm>
            <a:off x="8396110" y="238893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6" name="Oval 3215"/>
          <p:cNvSpPr/>
          <p:nvPr/>
        </p:nvSpPr>
        <p:spPr>
          <a:xfrm>
            <a:off x="8319820" y="240278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7" name="Oval 3216"/>
          <p:cNvSpPr/>
          <p:nvPr/>
        </p:nvSpPr>
        <p:spPr>
          <a:xfrm>
            <a:off x="8330372" y="240970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8" name="Oval 3217"/>
          <p:cNvSpPr/>
          <p:nvPr/>
        </p:nvSpPr>
        <p:spPr>
          <a:xfrm>
            <a:off x="8346920" y="240970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9" name="Oval 3218"/>
          <p:cNvSpPr/>
          <p:nvPr/>
        </p:nvSpPr>
        <p:spPr>
          <a:xfrm>
            <a:off x="8315482" y="240970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0" name="Oval 3219"/>
          <p:cNvSpPr/>
          <p:nvPr/>
        </p:nvSpPr>
        <p:spPr>
          <a:xfrm>
            <a:off x="8389362" y="242355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1" name="Oval 3220"/>
          <p:cNvSpPr/>
          <p:nvPr/>
        </p:nvSpPr>
        <p:spPr>
          <a:xfrm>
            <a:off x="8398173" y="243047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2" name="Oval 3221"/>
          <p:cNvSpPr/>
          <p:nvPr/>
        </p:nvSpPr>
        <p:spPr>
          <a:xfrm>
            <a:off x="8325106" y="243047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3" name="Oval 3222"/>
          <p:cNvSpPr/>
          <p:nvPr/>
        </p:nvSpPr>
        <p:spPr>
          <a:xfrm>
            <a:off x="8320939" y="243739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4" name="Oval 3223"/>
          <p:cNvSpPr/>
          <p:nvPr/>
        </p:nvSpPr>
        <p:spPr>
          <a:xfrm>
            <a:off x="8318095" y="243739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5" name="Oval 3224"/>
          <p:cNvSpPr/>
          <p:nvPr/>
        </p:nvSpPr>
        <p:spPr>
          <a:xfrm>
            <a:off x="8378641" y="244432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6" name="Oval 3225"/>
          <p:cNvSpPr/>
          <p:nvPr/>
        </p:nvSpPr>
        <p:spPr>
          <a:xfrm>
            <a:off x="8380472" y="245816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7" name="Oval 3226"/>
          <p:cNvSpPr/>
          <p:nvPr/>
        </p:nvSpPr>
        <p:spPr>
          <a:xfrm>
            <a:off x="8358475" y="24650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8" name="Oval 3227"/>
          <p:cNvSpPr/>
          <p:nvPr/>
        </p:nvSpPr>
        <p:spPr>
          <a:xfrm>
            <a:off x="8315605" y="24650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9" name="Oval 3228"/>
          <p:cNvSpPr/>
          <p:nvPr/>
        </p:nvSpPr>
        <p:spPr>
          <a:xfrm>
            <a:off x="8350347" y="247201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0" name="Oval 3229"/>
          <p:cNvSpPr/>
          <p:nvPr/>
        </p:nvSpPr>
        <p:spPr>
          <a:xfrm>
            <a:off x="8382145" y="247893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1" name="Oval 3230"/>
          <p:cNvSpPr/>
          <p:nvPr/>
        </p:nvSpPr>
        <p:spPr>
          <a:xfrm>
            <a:off x="8335345" y="247893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2" name="Oval 3231"/>
          <p:cNvSpPr/>
          <p:nvPr/>
        </p:nvSpPr>
        <p:spPr>
          <a:xfrm>
            <a:off x="8371715" y="247893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3" name="Oval 3232"/>
          <p:cNvSpPr/>
          <p:nvPr/>
        </p:nvSpPr>
        <p:spPr>
          <a:xfrm>
            <a:off x="8347295" y="24858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4" name="Oval 3233"/>
          <p:cNvSpPr/>
          <p:nvPr/>
        </p:nvSpPr>
        <p:spPr>
          <a:xfrm>
            <a:off x="8353553" y="24858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5" name="Oval 3234"/>
          <p:cNvSpPr/>
          <p:nvPr/>
        </p:nvSpPr>
        <p:spPr>
          <a:xfrm>
            <a:off x="8361540" y="249278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6" name="Oval 3235"/>
          <p:cNvSpPr/>
          <p:nvPr/>
        </p:nvSpPr>
        <p:spPr>
          <a:xfrm>
            <a:off x="8382049" y="249278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7" name="Oval 3236"/>
          <p:cNvSpPr/>
          <p:nvPr/>
        </p:nvSpPr>
        <p:spPr>
          <a:xfrm>
            <a:off x="8327071" y="249970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8" name="Oval 3237"/>
          <p:cNvSpPr/>
          <p:nvPr/>
        </p:nvSpPr>
        <p:spPr>
          <a:xfrm>
            <a:off x="8386783" y="249970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9" name="Oval 3238"/>
          <p:cNvSpPr/>
          <p:nvPr/>
        </p:nvSpPr>
        <p:spPr>
          <a:xfrm>
            <a:off x="8335449" y="249970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0" name="Oval 3239"/>
          <p:cNvSpPr/>
          <p:nvPr/>
        </p:nvSpPr>
        <p:spPr>
          <a:xfrm>
            <a:off x="8385172" y="25066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1" name="Oval 3240"/>
          <p:cNvSpPr/>
          <p:nvPr/>
        </p:nvSpPr>
        <p:spPr>
          <a:xfrm>
            <a:off x="8388675" y="25066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2" name="Oval 3241"/>
          <p:cNvSpPr/>
          <p:nvPr/>
        </p:nvSpPr>
        <p:spPr>
          <a:xfrm>
            <a:off x="8339852" y="25066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3" name="Oval 3242"/>
          <p:cNvSpPr/>
          <p:nvPr/>
        </p:nvSpPr>
        <p:spPr>
          <a:xfrm>
            <a:off x="8373313" y="25066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4" name="Oval 3243"/>
          <p:cNvSpPr/>
          <p:nvPr/>
        </p:nvSpPr>
        <p:spPr>
          <a:xfrm>
            <a:off x="8363966" y="25066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5" name="Oval 3244"/>
          <p:cNvSpPr/>
          <p:nvPr/>
        </p:nvSpPr>
        <p:spPr>
          <a:xfrm>
            <a:off x="8352222" y="251355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6" name="Oval 3245"/>
          <p:cNvSpPr/>
          <p:nvPr/>
        </p:nvSpPr>
        <p:spPr>
          <a:xfrm>
            <a:off x="8397528" y="251355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7" name="Oval 3246"/>
          <p:cNvSpPr/>
          <p:nvPr/>
        </p:nvSpPr>
        <p:spPr>
          <a:xfrm>
            <a:off x="8316577" y="252047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8" name="Oval 3247"/>
          <p:cNvSpPr/>
          <p:nvPr/>
        </p:nvSpPr>
        <p:spPr>
          <a:xfrm>
            <a:off x="8383918" y="252047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9" name="Oval 3248"/>
          <p:cNvSpPr/>
          <p:nvPr/>
        </p:nvSpPr>
        <p:spPr>
          <a:xfrm>
            <a:off x="8325986" y="252047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0" name="Oval 3249"/>
          <p:cNvSpPr/>
          <p:nvPr/>
        </p:nvSpPr>
        <p:spPr>
          <a:xfrm>
            <a:off x="8393164" y="252047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1" name="Oval 3250"/>
          <p:cNvSpPr/>
          <p:nvPr/>
        </p:nvSpPr>
        <p:spPr>
          <a:xfrm>
            <a:off x="8392575" y="25274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2" name="Oval 3251"/>
          <p:cNvSpPr/>
          <p:nvPr/>
        </p:nvSpPr>
        <p:spPr>
          <a:xfrm>
            <a:off x="8354821" y="25481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3" name="Oval 3252"/>
          <p:cNvSpPr/>
          <p:nvPr/>
        </p:nvSpPr>
        <p:spPr>
          <a:xfrm>
            <a:off x="8381443" y="255509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4" name="Oval 3253"/>
          <p:cNvSpPr/>
          <p:nvPr/>
        </p:nvSpPr>
        <p:spPr>
          <a:xfrm>
            <a:off x="8327636" y="255509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5" name="Oval 3254"/>
          <p:cNvSpPr/>
          <p:nvPr/>
        </p:nvSpPr>
        <p:spPr>
          <a:xfrm>
            <a:off x="8329853" y="255509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6" name="Oval 3255"/>
          <p:cNvSpPr/>
          <p:nvPr/>
        </p:nvSpPr>
        <p:spPr>
          <a:xfrm>
            <a:off x="8343109" y="256201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7" name="Oval 3256"/>
          <p:cNvSpPr/>
          <p:nvPr/>
        </p:nvSpPr>
        <p:spPr>
          <a:xfrm>
            <a:off x="8332584" y="256201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8" name="Oval 3257"/>
          <p:cNvSpPr/>
          <p:nvPr/>
        </p:nvSpPr>
        <p:spPr>
          <a:xfrm>
            <a:off x="8380266" y="256894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9" name="Oval 3258"/>
          <p:cNvSpPr/>
          <p:nvPr/>
        </p:nvSpPr>
        <p:spPr>
          <a:xfrm>
            <a:off x="8396824" y="256894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0" name="Oval 3259"/>
          <p:cNvSpPr/>
          <p:nvPr/>
        </p:nvSpPr>
        <p:spPr>
          <a:xfrm>
            <a:off x="8383255" y="258278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1" name="Oval 3260"/>
          <p:cNvSpPr/>
          <p:nvPr/>
        </p:nvSpPr>
        <p:spPr>
          <a:xfrm>
            <a:off x="8350291" y="258278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2" name="Oval 3261"/>
          <p:cNvSpPr/>
          <p:nvPr/>
        </p:nvSpPr>
        <p:spPr>
          <a:xfrm>
            <a:off x="8322933" y="258971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3" name="Oval 3262"/>
          <p:cNvSpPr/>
          <p:nvPr/>
        </p:nvSpPr>
        <p:spPr>
          <a:xfrm>
            <a:off x="8389231" y="260355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4" name="Oval 3263"/>
          <p:cNvSpPr/>
          <p:nvPr/>
        </p:nvSpPr>
        <p:spPr>
          <a:xfrm>
            <a:off x="8392429" y="261048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5" name="Oval 3264"/>
          <p:cNvSpPr/>
          <p:nvPr/>
        </p:nvSpPr>
        <p:spPr>
          <a:xfrm>
            <a:off x="8339726" y="261740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6" name="Oval 3265"/>
          <p:cNvSpPr/>
          <p:nvPr/>
        </p:nvSpPr>
        <p:spPr>
          <a:xfrm>
            <a:off x="8339698" y="262432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7" name="Oval 3266"/>
          <p:cNvSpPr/>
          <p:nvPr/>
        </p:nvSpPr>
        <p:spPr>
          <a:xfrm>
            <a:off x="8361509" y="263125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8" name="Oval 3267"/>
          <p:cNvSpPr/>
          <p:nvPr/>
        </p:nvSpPr>
        <p:spPr>
          <a:xfrm>
            <a:off x="8393645" y="263817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9" name="Oval 3268"/>
          <p:cNvSpPr/>
          <p:nvPr/>
        </p:nvSpPr>
        <p:spPr>
          <a:xfrm>
            <a:off x="8359751" y="263817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0" name="Oval 3269"/>
          <p:cNvSpPr/>
          <p:nvPr/>
        </p:nvSpPr>
        <p:spPr>
          <a:xfrm>
            <a:off x="8352749" y="263817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1" name="Oval 3270"/>
          <p:cNvSpPr/>
          <p:nvPr/>
        </p:nvSpPr>
        <p:spPr>
          <a:xfrm>
            <a:off x="8404098" y="263817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2" name="Oval 3271"/>
          <p:cNvSpPr/>
          <p:nvPr/>
        </p:nvSpPr>
        <p:spPr>
          <a:xfrm>
            <a:off x="8329853" y="265894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3" name="Oval 3272"/>
          <p:cNvSpPr/>
          <p:nvPr/>
        </p:nvSpPr>
        <p:spPr>
          <a:xfrm>
            <a:off x="8342369" y="265894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4" name="Oval 3273"/>
          <p:cNvSpPr/>
          <p:nvPr/>
        </p:nvSpPr>
        <p:spPr>
          <a:xfrm>
            <a:off x="8374507" y="266586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5" name="Oval 3274"/>
          <p:cNvSpPr/>
          <p:nvPr/>
        </p:nvSpPr>
        <p:spPr>
          <a:xfrm>
            <a:off x="8377440" y="267971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6" name="Oval 3275"/>
          <p:cNvSpPr/>
          <p:nvPr/>
        </p:nvSpPr>
        <p:spPr>
          <a:xfrm>
            <a:off x="8393183" y="267971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7" name="Oval 3276"/>
          <p:cNvSpPr/>
          <p:nvPr/>
        </p:nvSpPr>
        <p:spPr>
          <a:xfrm>
            <a:off x="8379108" y="267971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8" name="Oval 3277"/>
          <p:cNvSpPr/>
          <p:nvPr/>
        </p:nvSpPr>
        <p:spPr>
          <a:xfrm>
            <a:off x="8376785" y="269356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9" name="Oval 3278"/>
          <p:cNvSpPr/>
          <p:nvPr/>
        </p:nvSpPr>
        <p:spPr>
          <a:xfrm>
            <a:off x="8398700" y="269356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0" name="Oval 3279"/>
          <p:cNvSpPr/>
          <p:nvPr/>
        </p:nvSpPr>
        <p:spPr>
          <a:xfrm>
            <a:off x="8342850" y="270048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1" name="Oval 3280"/>
          <p:cNvSpPr/>
          <p:nvPr/>
        </p:nvSpPr>
        <p:spPr>
          <a:xfrm>
            <a:off x="8393978" y="270048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2" name="Oval 3281"/>
          <p:cNvSpPr/>
          <p:nvPr/>
        </p:nvSpPr>
        <p:spPr>
          <a:xfrm>
            <a:off x="8389993" y="271433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3" name="Oval 3282"/>
          <p:cNvSpPr/>
          <p:nvPr/>
        </p:nvSpPr>
        <p:spPr>
          <a:xfrm>
            <a:off x="8375234" y="271433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4" name="Oval 3283"/>
          <p:cNvSpPr/>
          <p:nvPr/>
        </p:nvSpPr>
        <p:spPr>
          <a:xfrm>
            <a:off x="8329531" y="272125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5" name="Oval 3284"/>
          <p:cNvSpPr/>
          <p:nvPr/>
        </p:nvSpPr>
        <p:spPr>
          <a:xfrm>
            <a:off x="8376529" y="272817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6" name="Oval 3285"/>
          <p:cNvSpPr/>
          <p:nvPr/>
        </p:nvSpPr>
        <p:spPr>
          <a:xfrm>
            <a:off x="8326011" y="274202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7" name="Oval 3286"/>
          <p:cNvSpPr/>
          <p:nvPr/>
        </p:nvSpPr>
        <p:spPr>
          <a:xfrm>
            <a:off x="8333432" y="274202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8" name="Oval 3287"/>
          <p:cNvSpPr/>
          <p:nvPr/>
        </p:nvSpPr>
        <p:spPr>
          <a:xfrm>
            <a:off x="8336335" y="274894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9" name="Oval 3288"/>
          <p:cNvSpPr/>
          <p:nvPr/>
        </p:nvSpPr>
        <p:spPr>
          <a:xfrm>
            <a:off x="8367465" y="274894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0" name="Oval 3289"/>
          <p:cNvSpPr/>
          <p:nvPr/>
        </p:nvSpPr>
        <p:spPr>
          <a:xfrm>
            <a:off x="8388590" y="275587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1" name="Oval 3290"/>
          <p:cNvSpPr/>
          <p:nvPr/>
        </p:nvSpPr>
        <p:spPr>
          <a:xfrm>
            <a:off x="8322994" y="275587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2" name="Oval 3291"/>
          <p:cNvSpPr/>
          <p:nvPr/>
        </p:nvSpPr>
        <p:spPr>
          <a:xfrm>
            <a:off x="8327016" y="275587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3" name="Oval 3292"/>
          <p:cNvSpPr/>
          <p:nvPr/>
        </p:nvSpPr>
        <p:spPr>
          <a:xfrm>
            <a:off x="8390716" y="276279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4" name="Oval 3293"/>
          <p:cNvSpPr/>
          <p:nvPr/>
        </p:nvSpPr>
        <p:spPr>
          <a:xfrm>
            <a:off x="8402377" y="276279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5" name="Oval 3294"/>
          <p:cNvSpPr/>
          <p:nvPr/>
        </p:nvSpPr>
        <p:spPr>
          <a:xfrm>
            <a:off x="8374158" y="276279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6" name="Oval 3295"/>
          <p:cNvSpPr/>
          <p:nvPr/>
        </p:nvSpPr>
        <p:spPr>
          <a:xfrm>
            <a:off x="8380336" y="276279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7" name="Oval 3296"/>
          <p:cNvSpPr/>
          <p:nvPr/>
        </p:nvSpPr>
        <p:spPr>
          <a:xfrm>
            <a:off x="8402733" y="276971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8" name="Oval 3297"/>
          <p:cNvSpPr/>
          <p:nvPr/>
        </p:nvSpPr>
        <p:spPr>
          <a:xfrm>
            <a:off x="8333509" y="277664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9" name="Oval 3298"/>
          <p:cNvSpPr/>
          <p:nvPr/>
        </p:nvSpPr>
        <p:spPr>
          <a:xfrm>
            <a:off x="8389324" y="277664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0" name="Oval 3299"/>
          <p:cNvSpPr/>
          <p:nvPr/>
        </p:nvSpPr>
        <p:spPr>
          <a:xfrm>
            <a:off x="8318371" y="278356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1" name="Oval 3300"/>
          <p:cNvSpPr/>
          <p:nvPr/>
        </p:nvSpPr>
        <p:spPr>
          <a:xfrm>
            <a:off x="8331710" y="279048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2" name="Oval 3301"/>
          <p:cNvSpPr/>
          <p:nvPr/>
        </p:nvSpPr>
        <p:spPr>
          <a:xfrm>
            <a:off x="8369701" y="279048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3" name="Oval 3302"/>
          <p:cNvSpPr/>
          <p:nvPr/>
        </p:nvSpPr>
        <p:spPr>
          <a:xfrm>
            <a:off x="8330151" y="279048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4" name="Oval 3303"/>
          <p:cNvSpPr/>
          <p:nvPr/>
        </p:nvSpPr>
        <p:spPr>
          <a:xfrm>
            <a:off x="8352652" y="280433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5" name="Oval 3304"/>
          <p:cNvSpPr/>
          <p:nvPr/>
        </p:nvSpPr>
        <p:spPr>
          <a:xfrm>
            <a:off x="8380139" y="281125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6" name="Oval 3305"/>
          <p:cNvSpPr/>
          <p:nvPr/>
        </p:nvSpPr>
        <p:spPr>
          <a:xfrm>
            <a:off x="8351727" y="281125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7" name="Oval 3306"/>
          <p:cNvSpPr/>
          <p:nvPr/>
        </p:nvSpPr>
        <p:spPr>
          <a:xfrm>
            <a:off x="8402548" y="282510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8" name="Oval 3307"/>
          <p:cNvSpPr/>
          <p:nvPr/>
        </p:nvSpPr>
        <p:spPr>
          <a:xfrm>
            <a:off x="8395376" y="282510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9" name="Oval 3308"/>
          <p:cNvSpPr/>
          <p:nvPr/>
        </p:nvSpPr>
        <p:spPr>
          <a:xfrm>
            <a:off x="8353131" y="282510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0" name="Oval 3309"/>
          <p:cNvSpPr/>
          <p:nvPr/>
        </p:nvSpPr>
        <p:spPr>
          <a:xfrm>
            <a:off x="8332153" y="283202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1" name="Oval 3310"/>
          <p:cNvSpPr/>
          <p:nvPr/>
        </p:nvSpPr>
        <p:spPr>
          <a:xfrm>
            <a:off x="8400177" y="283895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2" name="Oval 3311"/>
          <p:cNvSpPr/>
          <p:nvPr/>
        </p:nvSpPr>
        <p:spPr>
          <a:xfrm>
            <a:off x="8326687" y="283895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3" name="Oval 3312"/>
          <p:cNvSpPr/>
          <p:nvPr/>
        </p:nvSpPr>
        <p:spPr>
          <a:xfrm>
            <a:off x="8352187" y="283895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4" name="Oval 3313"/>
          <p:cNvSpPr/>
          <p:nvPr/>
        </p:nvSpPr>
        <p:spPr>
          <a:xfrm>
            <a:off x="8330781" y="284587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5" name="Oval 3314"/>
          <p:cNvSpPr/>
          <p:nvPr/>
        </p:nvSpPr>
        <p:spPr>
          <a:xfrm>
            <a:off x="8380905" y="284587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6" name="Oval 3315"/>
          <p:cNvSpPr/>
          <p:nvPr/>
        </p:nvSpPr>
        <p:spPr>
          <a:xfrm>
            <a:off x="8329793" y="285279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7" name="Oval 3316"/>
          <p:cNvSpPr/>
          <p:nvPr/>
        </p:nvSpPr>
        <p:spPr>
          <a:xfrm>
            <a:off x="8368571" y="285972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8" name="Oval 3317"/>
          <p:cNvSpPr/>
          <p:nvPr/>
        </p:nvSpPr>
        <p:spPr>
          <a:xfrm>
            <a:off x="8371454" y="285972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9" name="Oval 3318"/>
          <p:cNvSpPr/>
          <p:nvPr/>
        </p:nvSpPr>
        <p:spPr>
          <a:xfrm>
            <a:off x="8396468" y="285972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0" name="Oval 3319"/>
          <p:cNvSpPr/>
          <p:nvPr/>
        </p:nvSpPr>
        <p:spPr>
          <a:xfrm>
            <a:off x="8369819" y="286664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1" name="Oval 3320"/>
          <p:cNvSpPr/>
          <p:nvPr/>
        </p:nvSpPr>
        <p:spPr>
          <a:xfrm>
            <a:off x="8382621" y="286664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2" name="Oval 3321"/>
          <p:cNvSpPr/>
          <p:nvPr/>
        </p:nvSpPr>
        <p:spPr>
          <a:xfrm>
            <a:off x="8325973" y="287356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3" name="Oval 3322"/>
          <p:cNvSpPr/>
          <p:nvPr/>
        </p:nvSpPr>
        <p:spPr>
          <a:xfrm>
            <a:off x="8385714" y="288741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4" name="Oval 3323"/>
          <p:cNvSpPr/>
          <p:nvPr/>
        </p:nvSpPr>
        <p:spPr>
          <a:xfrm>
            <a:off x="8374613" y="288741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5" name="Oval 3324"/>
          <p:cNvSpPr/>
          <p:nvPr/>
        </p:nvSpPr>
        <p:spPr>
          <a:xfrm>
            <a:off x="8327010" y="290126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6" name="Oval 3325"/>
          <p:cNvSpPr/>
          <p:nvPr/>
        </p:nvSpPr>
        <p:spPr>
          <a:xfrm>
            <a:off x="8367843" y="290126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7" name="Oval 3326"/>
          <p:cNvSpPr/>
          <p:nvPr/>
        </p:nvSpPr>
        <p:spPr>
          <a:xfrm>
            <a:off x="8400269" y="290126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8" name="Oval 3327"/>
          <p:cNvSpPr/>
          <p:nvPr/>
        </p:nvSpPr>
        <p:spPr>
          <a:xfrm>
            <a:off x="8388116" y="290818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9" name="Oval 3328"/>
          <p:cNvSpPr/>
          <p:nvPr/>
        </p:nvSpPr>
        <p:spPr>
          <a:xfrm>
            <a:off x="8344946" y="292203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0" name="Oval 3329"/>
          <p:cNvSpPr/>
          <p:nvPr/>
        </p:nvSpPr>
        <p:spPr>
          <a:xfrm>
            <a:off x="8335956" y="292203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1" name="Oval 3330"/>
          <p:cNvSpPr/>
          <p:nvPr/>
        </p:nvSpPr>
        <p:spPr>
          <a:xfrm>
            <a:off x="8376673" y="292203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2" name="Oval 3331"/>
          <p:cNvSpPr/>
          <p:nvPr/>
        </p:nvSpPr>
        <p:spPr>
          <a:xfrm>
            <a:off x="8371948" y="292203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3" name="Oval 3332"/>
          <p:cNvSpPr/>
          <p:nvPr/>
        </p:nvSpPr>
        <p:spPr>
          <a:xfrm>
            <a:off x="8333633" y="293587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4" name="Oval 3333"/>
          <p:cNvSpPr/>
          <p:nvPr/>
        </p:nvSpPr>
        <p:spPr>
          <a:xfrm>
            <a:off x="8361039" y="293587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5" name="Oval 3334"/>
          <p:cNvSpPr/>
          <p:nvPr/>
        </p:nvSpPr>
        <p:spPr>
          <a:xfrm>
            <a:off x="8326954" y="296357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6" name="Oval 3335"/>
          <p:cNvSpPr/>
          <p:nvPr/>
        </p:nvSpPr>
        <p:spPr>
          <a:xfrm>
            <a:off x="8361360" y="297049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7" name="Oval 3336"/>
          <p:cNvSpPr/>
          <p:nvPr/>
        </p:nvSpPr>
        <p:spPr>
          <a:xfrm>
            <a:off x="8342677" y="297741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8" name="Oval 3337"/>
          <p:cNvSpPr/>
          <p:nvPr/>
        </p:nvSpPr>
        <p:spPr>
          <a:xfrm>
            <a:off x="8382827" y="298434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9" name="Oval 3338"/>
          <p:cNvSpPr/>
          <p:nvPr/>
        </p:nvSpPr>
        <p:spPr>
          <a:xfrm>
            <a:off x="8366763" y="300511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0" name="Oval 3339"/>
          <p:cNvSpPr/>
          <p:nvPr/>
        </p:nvSpPr>
        <p:spPr>
          <a:xfrm>
            <a:off x="8352566" y="303280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1" name="Oval 3340"/>
          <p:cNvSpPr/>
          <p:nvPr/>
        </p:nvSpPr>
        <p:spPr>
          <a:xfrm>
            <a:off x="8339186" y="303280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2" name="Oval 3341"/>
          <p:cNvSpPr/>
          <p:nvPr/>
        </p:nvSpPr>
        <p:spPr>
          <a:xfrm>
            <a:off x="8398673" y="303972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3" name="Oval 3342"/>
          <p:cNvSpPr/>
          <p:nvPr/>
        </p:nvSpPr>
        <p:spPr>
          <a:xfrm>
            <a:off x="8400008" y="305357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4" name="Oval 3343"/>
          <p:cNvSpPr/>
          <p:nvPr/>
        </p:nvSpPr>
        <p:spPr>
          <a:xfrm>
            <a:off x="8328350" y="307434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5" name="Oval 3344"/>
          <p:cNvSpPr/>
          <p:nvPr/>
        </p:nvSpPr>
        <p:spPr>
          <a:xfrm>
            <a:off x="8355172" y="308126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6" name="Oval 3345"/>
          <p:cNvSpPr/>
          <p:nvPr/>
        </p:nvSpPr>
        <p:spPr>
          <a:xfrm>
            <a:off x="8357526" y="308819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7" name="Oval 3346"/>
          <p:cNvSpPr/>
          <p:nvPr/>
        </p:nvSpPr>
        <p:spPr>
          <a:xfrm>
            <a:off x="8365165" y="308819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8" name="Oval 3347"/>
          <p:cNvSpPr/>
          <p:nvPr/>
        </p:nvSpPr>
        <p:spPr>
          <a:xfrm>
            <a:off x="8397939" y="310203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9" name="Oval 3348"/>
          <p:cNvSpPr/>
          <p:nvPr/>
        </p:nvSpPr>
        <p:spPr>
          <a:xfrm>
            <a:off x="8333325" y="311588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0" name="Oval 3349"/>
          <p:cNvSpPr/>
          <p:nvPr/>
        </p:nvSpPr>
        <p:spPr>
          <a:xfrm>
            <a:off x="8322443" y="312280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1" name="Oval 3350"/>
          <p:cNvSpPr/>
          <p:nvPr/>
        </p:nvSpPr>
        <p:spPr>
          <a:xfrm>
            <a:off x="8396092" y="312973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2" name="Oval 3351"/>
          <p:cNvSpPr/>
          <p:nvPr/>
        </p:nvSpPr>
        <p:spPr>
          <a:xfrm>
            <a:off x="8355409" y="315050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3" name="Oval 3352"/>
          <p:cNvSpPr/>
          <p:nvPr/>
        </p:nvSpPr>
        <p:spPr>
          <a:xfrm>
            <a:off x="8355398" y="315050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4" name="Oval 3353"/>
          <p:cNvSpPr/>
          <p:nvPr/>
        </p:nvSpPr>
        <p:spPr>
          <a:xfrm>
            <a:off x="8388656" y="315742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5" name="Oval 3354"/>
          <p:cNvSpPr/>
          <p:nvPr/>
        </p:nvSpPr>
        <p:spPr>
          <a:xfrm>
            <a:off x="8400752" y="315742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6" name="Oval 3355"/>
          <p:cNvSpPr/>
          <p:nvPr/>
        </p:nvSpPr>
        <p:spPr>
          <a:xfrm>
            <a:off x="8321661" y="316434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7" name="Oval 3356"/>
          <p:cNvSpPr/>
          <p:nvPr/>
        </p:nvSpPr>
        <p:spPr>
          <a:xfrm>
            <a:off x="8388593" y="317819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8" name="Oval 3357"/>
          <p:cNvSpPr/>
          <p:nvPr/>
        </p:nvSpPr>
        <p:spPr>
          <a:xfrm>
            <a:off x="8392837" y="31851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9" name="Oval 3358"/>
          <p:cNvSpPr/>
          <p:nvPr/>
        </p:nvSpPr>
        <p:spPr>
          <a:xfrm>
            <a:off x="8328572" y="319204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0" name="Oval 3359"/>
          <p:cNvSpPr/>
          <p:nvPr/>
        </p:nvSpPr>
        <p:spPr>
          <a:xfrm>
            <a:off x="8349159" y="32474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1" name="Oval 3360"/>
          <p:cNvSpPr/>
          <p:nvPr/>
        </p:nvSpPr>
        <p:spPr>
          <a:xfrm>
            <a:off x="8341733" y="32474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2" name="Oval 3361"/>
          <p:cNvSpPr/>
          <p:nvPr/>
        </p:nvSpPr>
        <p:spPr>
          <a:xfrm>
            <a:off x="8336096" y="32474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3" name="Oval 3362"/>
          <p:cNvSpPr/>
          <p:nvPr/>
        </p:nvSpPr>
        <p:spPr>
          <a:xfrm>
            <a:off x="8347899" y="326127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4" name="Oval 3363"/>
          <p:cNvSpPr/>
          <p:nvPr/>
        </p:nvSpPr>
        <p:spPr>
          <a:xfrm>
            <a:off x="8328861" y="327512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5" name="Oval 3364"/>
          <p:cNvSpPr/>
          <p:nvPr/>
        </p:nvSpPr>
        <p:spPr>
          <a:xfrm>
            <a:off x="8383670" y="328204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6" name="Oval 3365"/>
          <p:cNvSpPr/>
          <p:nvPr/>
        </p:nvSpPr>
        <p:spPr>
          <a:xfrm>
            <a:off x="8383326" y="328896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7" name="Oval 3366"/>
          <p:cNvSpPr/>
          <p:nvPr/>
        </p:nvSpPr>
        <p:spPr>
          <a:xfrm>
            <a:off x="8318193" y="330973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8" name="Oval 3367"/>
          <p:cNvSpPr/>
          <p:nvPr/>
        </p:nvSpPr>
        <p:spPr>
          <a:xfrm>
            <a:off x="8333935" y="332358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9" name="Oval 3368"/>
          <p:cNvSpPr/>
          <p:nvPr/>
        </p:nvSpPr>
        <p:spPr>
          <a:xfrm>
            <a:off x="8351342" y="332358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0" name="Oval 3369"/>
          <p:cNvSpPr/>
          <p:nvPr/>
        </p:nvSpPr>
        <p:spPr>
          <a:xfrm>
            <a:off x="8338169" y="334435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1" name="Oval 3370"/>
          <p:cNvSpPr/>
          <p:nvPr/>
        </p:nvSpPr>
        <p:spPr>
          <a:xfrm>
            <a:off x="8350569" y="33928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2" name="Oval 3371"/>
          <p:cNvSpPr/>
          <p:nvPr/>
        </p:nvSpPr>
        <p:spPr>
          <a:xfrm>
            <a:off x="8360884" y="33928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3" name="Oval 3372"/>
          <p:cNvSpPr/>
          <p:nvPr/>
        </p:nvSpPr>
        <p:spPr>
          <a:xfrm>
            <a:off x="8319404" y="34343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4" name="Oval 3373"/>
          <p:cNvSpPr/>
          <p:nvPr/>
        </p:nvSpPr>
        <p:spPr>
          <a:xfrm>
            <a:off x="8362897" y="34412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5" name="Oval 3374"/>
          <p:cNvSpPr/>
          <p:nvPr/>
        </p:nvSpPr>
        <p:spPr>
          <a:xfrm>
            <a:off x="8386031" y="34482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6" name="Oval 3375"/>
          <p:cNvSpPr/>
          <p:nvPr/>
        </p:nvSpPr>
        <p:spPr>
          <a:xfrm>
            <a:off x="8369989" y="34758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7" name="Oval 3376"/>
          <p:cNvSpPr/>
          <p:nvPr/>
        </p:nvSpPr>
        <p:spPr>
          <a:xfrm>
            <a:off x="8355412" y="34828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8" name="Oval 3377"/>
          <p:cNvSpPr/>
          <p:nvPr/>
        </p:nvSpPr>
        <p:spPr>
          <a:xfrm>
            <a:off x="8397679" y="351743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9" name="Oval 3378"/>
          <p:cNvSpPr/>
          <p:nvPr/>
        </p:nvSpPr>
        <p:spPr>
          <a:xfrm>
            <a:off x="8316352" y="351743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0" name="Oval 3379"/>
          <p:cNvSpPr/>
          <p:nvPr/>
        </p:nvSpPr>
        <p:spPr>
          <a:xfrm>
            <a:off x="8337919" y="352435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1" name="Oval 3380"/>
          <p:cNvSpPr/>
          <p:nvPr/>
        </p:nvSpPr>
        <p:spPr>
          <a:xfrm>
            <a:off x="8392439" y="355897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2" name="Oval 3381"/>
          <p:cNvSpPr/>
          <p:nvPr/>
        </p:nvSpPr>
        <p:spPr>
          <a:xfrm>
            <a:off x="8333972" y="382206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3" name="Oval 3382"/>
          <p:cNvSpPr/>
          <p:nvPr/>
        </p:nvSpPr>
        <p:spPr>
          <a:xfrm>
            <a:off x="8377935" y="412668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4" name="Oval 3383"/>
          <p:cNvSpPr/>
          <p:nvPr/>
        </p:nvSpPr>
        <p:spPr>
          <a:xfrm>
            <a:off x="8322013" y="414745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5" name="Oval 3384"/>
          <p:cNvSpPr/>
          <p:nvPr/>
        </p:nvSpPr>
        <p:spPr>
          <a:xfrm>
            <a:off x="8385021" y="45213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6" name="Oval 3385"/>
          <p:cNvSpPr/>
          <p:nvPr/>
        </p:nvSpPr>
        <p:spPr>
          <a:xfrm>
            <a:off x="8389079" y="486748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7" name="Oval 3386"/>
          <p:cNvSpPr/>
          <p:nvPr/>
        </p:nvSpPr>
        <p:spPr>
          <a:xfrm>
            <a:off x="8394071" y="492286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8" name="Oval 3387"/>
          <p:cNvSpPr/>
          <p:nvPr/>
        </p:nvSpPr>
        <p:spPr>
          <a:xfrm>
            <a:off x="8390936" y="534519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9" name="Oval 3388"/>
          <p:cNvSpPr/>
          <p:nvPr/>
        </p:nvSpPr>
        <p:spPr>
          <a:xfrm>
            <a:off x="8335729" y="555289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0" name="Oval 3389"/>
          <p:cNvSpPr/>
          <p:nvPr/>
        </p:nvSpPr>
        <p:spPr>
          <a:xfrm>
            <a:off x="8355519" y="560135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1" name="Oval 3390"/>
          <p:cNvSpPr/>
          <p:nvPr/>
        </p:nvSpPr>
        <p:spPr>
          <a:xfrm>
            <a:off x="8389643" y="568443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2" name="Oval 3391"/>
          <p:cNvSpPr/>
          <p:nvPr/>
        </p:nvSpPr>
        <p:spPr>
          <a:xfrm>
            <a:off x="8380282" y="569828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3" name="Oval 3392"/>
          <p:cNvSpPr/>
          <p:nvPr/>
        </p:nvSpPr>
        <p:spPr>
          <a:xfrm>
            <a:off x="8327503" y="57121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4" name="Oval 3393"/>
          <p:cNvSpPr/>
          <p:nvPr/>
        </p:nvSpPr>
        <p:spPr>
          <a:xfrm>
            <a:off x="8396848" y="57121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5" name="Oval 3394"/>
          <p:cNvSpPr/>
          <p:nvPr/>
        </p:nvSpPr>
        <p:spPr>
          <a:xfrm>
            <a:off x="8320345" y="578828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6" name="Oval 3395"/>
          <p:cNvSpPr/>
          <p:nvPr/>
        </p:nvSpPr>
        <p:spPr>
          <a:xfrm>
            <a:off x="8397298" y="582982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7" name="Oval 3396"/>
          <p:cNvSpPr/>
          <p:nvPr/>
        </p:nvSpPr>
        <p:spPr>
          <a:xfrm>
            <a:off x="8319629" y="583674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8" name="Oval 3397"/>
          <p:cNvSpPr/>
          <p:nvPr/>
        </p:nvSpPr>
        <p:spPr>
          <a:xfrm>
            <a:off x="8333976" y="58782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9" name="Oval 3398"/>
          <p:cNvSpPr/>
          <p:nvPr/>
        </p:nvSpPr>
        <p:spPr>
          <a:xfrm>
            <a:off x="8394495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0" name="TextBox 3399"/>
          <p:cNvSpPr txBox="1"/>
          <p:nvPr/>
        </p:nvSpPr>
        <p:spPr>
          <a:xfrm>
            <a:off x="822960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0A7D6E"/>
                </a:solidFill>
                <a:latin typeface="Arial"/>
              </a:rPr>
              <a:t>17</a:t>
            </a:r>
          </a:p>
        </p:txBody>
      </p:sp>
      <p:cxnSp>
        <p:nvCxnSpPr>
          <p:cNvPr id="3401" name="Connector 3400"/>
          <p:cNvCxnSpPr/>
          <p:nvPr/>
        </p:nvCxnSpPr>
        <p:spPr>
          <a:xfrm flipV="1">
            <a:off x="8675370" y="5799647"/>
            <a:ext cx="0" cy="208454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2" name="Connector 3401"/>
          <p:cNvCxnSpPr/>
          <p:nvPr/>
        </p:nvCxnSpPr>
        <p:spPr>
          <a:xfrm>
            <a:off x="8630793" y="6008101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3" name="Connector 3402"/>
          <p:cNvCxnSpPr/>
          <p:nvPr/>
        </p:nvCxnSpPr>
        <p:spPr>
          <a:xfrm>
            <a:off x="8630793" y="5799647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04" name="Rectangle 3403"/>
          <p:cNvSpPr/>
          <p:nvPr/>
        </p:nvSpPr>
        <p:spPr>
          <a:xfrm>
            <a:off x="8586216" y="5988032"/>
            <a:ext cx="178308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05" name="Connector 3404"/>
          <p:cNvCxnSpPr/>
          <p:nvPr/>
        </p:nvCxnSpPr>
        <p:spPr>
          <a:xfrm>
            <a:off x="8586216" y="5952805"/>
            <a:ext cx="178308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06" name="Oval 3405"/>
          <p:cNvSpPr/>
          <p:nvPr/>
        </p:nvSpPr>
        <p:spPr>
          <a:xfrm>
            <a:off x="8686628" y="578135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7" name="Oval 3406"/>
          <p:cNvSpPr/>
          <p:nvPr/>
        </p:nvSpPr>
        <p:spPr>
          <a:xfrm>
            <a:off x="8638172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8" name="Oval 3407"/>
          <p:cNvSpPr/>
          <p:nvPr/>
        </p:nvSpPr>
        <p:spPr>
          <a:xfrm>
            <a:off x="8643757" y="596305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9" name="Oval 3408"/>
          <p:cNvSpPr/>
          <p:nvPr/>
        </p:nvSpPr>
        <p:spPr>
          <a:xfrm>
            <a:off x="8629000" y="598981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0" name="TextBox 3409"/>
          <p:cNvSpPr txBox="1"/>
          <p:nvPr/>
        </p:nvSpPr>
        <p:spPr>
          <a:xfrm>
            <a:off x="852678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0A7D6E"/>
                </a:solidFill>
                <a:latin typeface="Arial"/>
              </a:rPr>
              <a:t>20</a:t>
            </a:r>
          </a:p>
        </p:txBody>
      </p:sp>
      <p:cxnSp>
        <p:nvCxnSpPr>
          <p:cNvPr id="3411" name="Connector 3410"/>
          <p:cNvCxnSpPr/>
          <p:nvPr/>
        </p:nvCxnSpPr>
        <p:spPr>
          <a:xfrm flipV="1">
            <a:off x="8972550" y="5702721"/>
            <a:ext cx="0" cy="310739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2" name="Connector 3411"/>
          <p:cNvCxnSpPr/>
          <p:nvPr/>
        </p:nvCxnSpPr>
        <p:spPr>
          <a:xfrm>
            <a:off x="8927973" y="6013460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3" name="Connector 3412"/>
          <p:cNvCxnSpPr/>
          <p:nvPr/>
        </p:nvCxnSpPr>
        <p:spPr>
          <a:xfrm>
            <a:off x="8927973" y="5702721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14" name="Rectangle 3413"/>
          <p:cNvSpPr/>
          <p:nvPr/>
        </p:nvSpPr>
        <p:spPr>
          <a:xfrm>
            <a:off x="8883396" y="5980013"/>
            <a:ext cx="178308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15" name="Connector 3414"/>
          <p:cNvCxnSpPr/>
          <p:nvPr/>
        </p:nvCxnSpPr>
        <p:spPr>
          <a:xfrm>
            <a:off x="8883396" y="5951960"/>
            <a:ext cx="178308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16" name="Oval 3415"/>
          <p:cNvSpPr/>
          <p:nvPr/>
        </p:nvSpPr>
        <p:spPr>
          <a:xfrm>
            <a:off x="8960355" y="568443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7" name="Oval 3416"/>
          <p:cNvSpPr/>
          <p:nvPr/>
        </p:nvSpPr>
        <p:spPr>
          <a:xfrm>
            <a:off x="8987037" y="56913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8" name="Oval 3417"/>
          <p:cNvSpPr/>
          <p:nvPr/>
        </p:nvSpPr>
        <p:spPr>
          <a:xfrm>
            <a:off x="8919533" y="57398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9" name="Oval 3418"/>
          <p:cNvSpPr/>
          <p:nvPr/>
        </p:nvSpPr>
        <p:spPr>
          <a:xfrm>
            <a:off x="8916639" y="574674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0" name="Oval 3419"/>
          <p:cNvSpPr/>
          <p:nvPr/>
        </p:nvSpPr>
        <p:spPr>
          <a:xfrm>
            <a:off x="8916459" y="576058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1" name="Oval 3420"/>
          <p:cNvSpPr/>
          <p:nvPr/>
        </p:nvSpPr>
        <p:spPr>
          <a:xfrm>
            <a:off x="8940972" y="578135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2" name="Oval 3421"/>
          <p:cNvSpPr/>
          <p:nvPr/>
        </p:nvSpPr>
        <p:spPr>
          <a:xfrm>
            <a:off x="8940964" y="579520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3" name="Oval 3422"/>
          <p:cNvSpPr/>
          <p:nvPr/>
        </p:nvSpPr>
        <p:spPr>
          <a:xfrm>
            <a:off x="8977276" y="579520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4" name="Oval 3423"/>
          <p:cNvSpPr/>
          <p:nvPr/>
        </p:nvSpPr>
        <p:spPr>
          <a:xfrm>
            <a:off x="8941811" y="580212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5" name="Oval 3424"/>
          <p:cNvSpPr/>
          <p:nvPr/>
        </p:nvSpPr>
        <p:spPr>
          <a:xfrm>
            <a:off x="8932975" y="580212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6" name="Oval 3425"/>
          <p:cNvSpPr/>
          <p:nvPr/>
        </p:nvSpPr>
        <p:spPr>
          <a:xfrm>
            <a:off x="8930199" y="581597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7" name="Oval 3426"/>
          <p:cNvSpPr/>
          <p:nvPr/>
        </p:nvSpPr>
        <p:spPr>
          <a:xfrm>
            <a:off x="8979808" y="583674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8" name="Oval 3427"/>
          <p:cNvSpPr/>
          <p:nvPr/>
        </p:nvSpPr>
        <p:spPr>
          <a:xfrm>
            <a:off x="8926416" y="583674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9" name="Oval 3428"/>
          <p:cNvSpPr/>
          <p:nvPr/>
        </p:nvSpPr>
        <p:spPr>
          <a:xfrm>
            <a:off x="8949711" y="583674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0" name="Oval 3429"/>
          <p:cNvSpPr/>
          <p:nvPr/>
        </p:nvSpPr>
        <p:spPr>
          <a:xfrm>
            <a:off x="8970146" y="58505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1" name="Oval 3430"/>
          <p:cNvSpPr/>
          <p:nvPr/>
        </p:nvSpPr>
        <p:spPr>
          <a:xfrm>
            <a:off x="8994353" y="58505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2" name="Oval 3431"/>
          <p:cNvSpPr/>
          <p:nvPr/>
        </p:nvSpPr>
        <p:spPr>
          <a:xfrm>
            <a:off x="8920290" y="58505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3" name="Oval 3432"/>
          <p:cNvSpPr/>
          <p:nvPr/>
        </p:nvSpPr>
        <p:spPr>
          <a:xfrm>
            <a:off x="8990283" y="58575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4" name="Oval 3433"/>
          <p:cNvSpPr/>
          <p:nvPr/>
        </p:nvSpPr>
        <p:spPr>
          <a:xfrm>
            <a:off x="8990043" y="586443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5" name="Oval 3434"/>
          <p:cNvSpPr/>
          <p:nvPr/>
        </p:nvSpPr>
        <p:spPr>
          <a:xfrm>
            <a:off x="8992993" y="58713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6" name="Oval 3435"/>
          <p:cNvSpPr/>
          <p:nvPr/>
        </p:nvSpPr>
        <p:spPr>
          <a:xfrm>
            <a:off x="8990445" y="58713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7" name="Oval 3436"/>
          <p:cNvSpPr/>
          <p:nvPr/>
        </p:nvSpPr>
        <p:spPr>
          <a:xfrm>
            <a:off x="8988470" y="58921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8" name="Oval 3437"/>
          <p:cNvSpPr/>
          <p:nvPr/>
        </p:nvSpPr>
        <p:spPr>
          <a:xfrm>
            <a:off x="8979649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9" name="Oval 3438"/>
          <p:cNvSpPr/>
          <p:nvPr/>
        </p:nvSpPr>
        <p:spPr>
          <a:xfrm>
            <a:off x="8948568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0" name="Oval 3439"/>
          <p:cNvSpPr/>
          <p:nvPr/>
        </p:nvSpPr>
        <p:spPr>
          <a:xfrm>
            <a:off x="8972122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1" name="Oval 3440"/>
          <p:cNvSpPr/>
          <p:nvPr/>
        </p:nvSpPr>
        <p:spPr>
          <a:xfrm>
            <a:off x="8951564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2" name="Oval 3441"/>
          <p:cNvSpPr/>
          <p:nvPr/>
        </p:nvSpPr>
        <p:spPr>
          <a:xfrm>
            <a:off x="8920341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3" name="Oval 3442"/>
          <p:cNvSpPr/>
          <p:nvPr/>
        </p:nvSpPr>
        <p:spPr>
          <a:xfrm>
            <a:off x="8982037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4" name="Oval 3443"/>
          <p:cNvSpPr/>
          <p:nvPr/>
        </p:nvSpPr>
        <p:spPr>
          <a:xfrm>
            <a:off x="8925723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5" name="Oval 3444"/>
          <p:cNvSpPr/>
          <p:nvPr/>
        </p:nvSpPr>
        <p:spPr>
          <a:xfrm>
            <a:off x="8960434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6" name="Oval 3445"/>
          <p:cNvSpPr/>
          <p:nvPr/>
        </p:nvSpPr>
        <p:spPr>
          <a:xfrm>
            <a:off x="8972431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7" name="Oval 3446"/>
          <p:cNvSpPr/>
          <p:nvPr/>
        </p:nvSpPr>
        <p:spPr>
          <a:xfrm>
            <a:off x="8932043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8" name="Oval 3447"/>
          <p:cNvSpPr/>
          <p:nvPr/>
        </p:nvSpPr>
        <p:spPr>
          <a:xfrm>
            <a:off x="8920193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9" name="Oval 3448"/>
          <p:cNvSpPr/>
          <p:nvPr/>
        </p:nvSpPr>
        <p:spPr>
          <a:xfrm>
            <a:off x="8939644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0" name="Oval 3449"/>
          <p:cNvSpPr/>
          <p:nvPr/>
        </p:nvSpPr>
        <p:spPr>
          <a:xfrm>
            <a:off x="8935251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1" name="Oval 3450"/>
          <p:cNvSpPr/>
          <p:nvPr/>
        </p:nvSpPr>
        <p:spPr>
          <a:xfrm>
            <a:off x="8997658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2" name="Oval 3451"/>
          <p:cNvSpPr/>
          <p:nvPr/>
        </p:nvSpPr>
        <p:spPr>
          <a:xfrm>
            <a:off x="8921333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3" name="Oval 3452"/>
          <p:cNvSpPr/>
          <p:nvPr/>
        </p:nvSpPr>
        <p:spPr>
          <a:xfrm>
            <a:off x="8928073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4" name="Oval 3453"/>
          <p:cNvSpPr/>
          <p:nvPr/>
        </p:nvSpPr>
        <p:spPr>
          <a:xfrm>
            <a:off x="8966421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5" name="Oval 3454"/>
          <p:cNvSpPr/>
          <p:nvPr/>
        </p:nvSpPr>
        <p:spPr>
          <a:xfrm>
            <a:off x="8990074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6" name="Oval 3455"/>
          <p:cNvSpPr/>
          <p:nvPr/>
        </p:nvSpPr>
        <p:spPr>
          <a:xfrm>
            <a:off x="8972037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7" name="Oval 3456"/>
          <p:cNvSpPr/>
          <p:nvPr/>
        </p:nvSpPr>
        <p:spPr>
          <a:xfrm>
            <a:off x="8962769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8" name="Oval 3457"/>
          <p:cNvSpPr/>
          <p:nvPr/>
        </p:nvSpPr>
        <p:spPr>
          <a:xfrm>
            <a:off x="8931926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9" name="Oval 3458"/>
          <p:cNvSpPr/>
          <p:nvPr/>
        </p:nvSpPr>
        <p:spPr>
          <a:xfrm>
            <a:off x="8925837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0" name="Oval 3459"/>
          <p:cNvSpPr/>
          <p:nvPr/>
        </p:nvSpPr>
        <p:spPr>
          <a:xfrm>
            <a:off x="8993501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1" name="Oval 3460"/>
          <p:cNvSpPr/>
          <p:nvPr/>
        </p:nvSpPr>
        <p:spPr>
          <a:xfrm>
            <a:off x="8966213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2" name="Oval 3461"/>
          <p:cNvSpPr/>
          <p:nvPr/>
        </p:nvSpPr>
        <p:spPr>
          <a:xfrm>
            <a:off x="8940217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3" name="Oval 3462"/>
          <p:cNvSpPr/>
          <p:nvPr/>
        </p:nvSpPr>
        <p:spPr>
          <a:xfrm>
            <a:off x="8934741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4" name="Oval 3463"/>
          <p:cNvSpPr/>
          <p:nvPr/>
        </p:nvSpPr>
        <p:spPr>
          <a:xfrm>
            <a:off x="8984981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5" name="Oval 3464"/>
          <p:cNvSpPr/>
          <p:nvPr/>
        </p:nvSpPr>
        <p:spPr>
          <a:xfrm>
            <a:off x="8927255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6" name="Oval 3465"/>
          <p:cNvSpPr/>
          <p:nvPr/>
        </p:nvSpPr>
        <p:spPr>
          <a:xfrm>
            <a:off x="8965074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7" name="Oval 3466"/>
          <p:cNvSpPr/>
          <p:nvPr/>
        </p:nvSpPr>
        <p:spPr>
          <a:xfrm>
            <a:off x="8990056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8" name="Oval 3467"/>
          <p:cNvSpPr/>
          <p:nvPr/>
        </p:nvSpPr>
        <p:spPr>
          <a:xfrm>
            <a:off x="8947243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9" name="Oval 3468"/>
          <p:cNvSpPr/>
          <p:nvPr/>
        </p:nvSpPr>
        <p:spPr>
          <a:xfrm>
            <a:off x="8927187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0" name="Oval 3469"/>
          <p:cNvSpPr/>
          <p:nvPr/>
        </p:nvSpPr>
        <p:spPr>
          <a:xfrm>
            <a:off x="8921040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1" name="Oval 3470"/>
          <p:cNvSpPr/>
          <p:nvPr/>
        </p:nvSpPr>
        <p:spPr>
          <a:xfrm>
            <a:off x="8951912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2" name="Oval 3471"/>
          <p:cNvSpPr/>
          <p:nvPr/>
        </p:nvSpPr>
        <p:spPr>
          <a:xfrm>
            <a:off x="8914887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3" name="Oval 3472"/>
          <p:cNvSpPr/>
          <p:nvPr/>
        </p:nvSpPr>
        <p:spPr>
          <a:xfrm>
            <a:off x="8998643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4" name="Oval 3473"/>
          <p:cNvSpPr/>
          <p:nvPr/>
        </p:nvSpPr>
        <p:spPr>
          <a:xfrm>
            <a:off x="8960077" y="594976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5" name="Oval 3474"/>
          <p:cNvSpPr/>
          <p:nvPr/>
        </p:nvSpPr>
        <p:spPr>
          <a:xfrm>
            <a:off x="8964101" y="595006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6" name="Oval 3475"/>
          <p:cNvSpPr/>
          <p:nvPr/>
        </p:nvSpPr>
        <p:spPr>
          <a:xfrm>
            <a:off x="8969331" y="59522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7" name="Oval 3476"/>
          <p:cNvSpPr/>
          <p:nvPr/>
        </p:nvSpPr>
        <p:spPr>
          <a:xfrm>
            <a:off x="8934465" y="595312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8" name="Oval 3477"/>
          <p:cNvSpPr/>
          <p:nvPr/>
        </p:nvSpPr>
        <p:spPr>
          <a:xfrm>
            <a:off x="8917713" y="59535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9" name="Oval 3478"/>
          <p:cNvSpPr/>
          <p:nvPr/>
        </p:nvSpPr>
        <p:spPr>
          <a:xfrm>
            <a:off x="8951661" y="595362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0" name="Oval 3479"/>
          <p:cNvSpPr/>
          <p:nvPr/>
        </p:nvSpPr>
        <p:spPr>
          <a:xfrm>
            <a:off x="8960061" y="595770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1" name="Oval 3480"/>
          <p:cNvSpPr/>
          <p:nvPr/>
        </p:nvSpPr>
        <p:spPr>
          <a:xfrm>
            <a:off x="8978877" y="595772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2" name="Oval 3481"/>
          <p:cNvSpPr/>
          <p:nvPr/>
        </p:nvSpPr>
        <p:spPr>
          <a:xfrm>
            <a:off x="8986488" y="595881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3" name="Oval 3482"/>
          <p:cNvSpPr/>
          <p:nvPr/>
        </p:nvSpPr>
        <p:spPr>
          <a:xfrm>
            <a:off x="8943052" y="595914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4" name="Oval 3483"/>
          <p:cNvSpPr/>
          <p:nvPr/>
        </p:nvSpPr>
        <p:spPr>
          <a:xfrm>
            <a:off x="8931897" y="596019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5" name="Oval 3484"/>
          <p:cNvSpPr/>
          <p:nvPr/>
        </p:nvSpPr>
        <p:spPr>
          <a:xfrm>
            <a:off x="8957364" y="596172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6" name="Oval 3485"/>
          <p:cNvSpPr/>
          <p:nvPr/>
        </p:nvSpPr>
        <p:spPr>
          <a:xfrm>
            <a:off x="8937205" y="59634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7" name="Oval 3486"/>
          <p:cNvSpPr/>
          <p:nvPr/>
        </p:nvSpPr>
        <p:spPr>
          <a:xfrm>
            <a:off x="8925391" y="59648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8" name="Oval 3487"/>
          <p:cNvSpPr/>
          <p:nvPr/>
        </p:nvSpPr>
        <p:spPr>
          <a:xfrm>
            <a:off x="8945750" y="596623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9" name="Oval 3488"/>
          <p:cNvSpPr/>
          <p:nvPr/>
        </p:nvSpPr>
        <p:spPr>
          <a:xfrm>
            <a:off x="8929080" y="596794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0" name="Oval 3489"/>
          <p:cNvSpPr/>
          <p:nvPr/>
        </p:nvSpPr>
        <p:spPr>
          <a:xfrm>
            <a:off x="8912200" y="596817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1" name="Oval 3490"/>
          <p:cNvSpPr/>
          <p:nvPr/>
        </p:nvSpPr>
        <p:spPr>
          <a:xfrm>
            <a:off x="8965680" y="596923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2" name="Oval 3491"/>
          <p:cNvSpPr/>
          <p:nvPr/>
        </p:nvSpPr>
        <p:spPr>
          <a:xfrm>
            <a:off x="8990139" y="597030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3" name="Oval 3492"/>
          <p:cNvSpPr/>
          <p:nvPr/>
        </p:nvSpPr>
        <p:spPr>
          <a:xfrm>
            <a:off x="8941333" y="597035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4" name="Oval 3493"/>
          <p:cNvSpPr/>
          <p:nvPr/>
        </p:nvSpPr>
        <p:spPr>
          <a:xfrm>
            <a:off x="8956924" y="597126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5" name="Oval 3494"/>
          <p:cNvSpPr/>
          <p:nvPr/>
        </p:nvSpPr>
        <p:spPr>
          <a:xfrm>
            <a:off x="8949611" y="597524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6" name="Oval 3495"/>
          <p:cNvSpPr/>
          <p:nvPr/>
        </p:nvSpPr>
        <p:spPr>
          <a:xfrm>
            <a:off x="8954799" y="597542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7" name="Oval 3496"/>
          <p:cNvSpPr/>
          <p:nvPr/>
        </p:nvSpPr>
        <p:spPr>
          <a:xfrm>
            <a:off x="8941287" y="597679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8" name="Oval 3497"/>
          <p:cNvSpPr/>
          <p:nvPr/>
        </p:nvSpPr>
        <p:spPr>
          <a:xfrm>
            <a:off x="8920599" y="59771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9" name="Oval 3498"/>
          <p:cNvSpPr/>
          <p:nvPr/>
        </p:nvSpPr>
        <p:spPr>
          <a:xfrm>
            <a:off x="8946429" y="597753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0" name="Oval 3499"/>
          <p:cNvSpPr/>
          <p:nvPr/>
        </p:nvSpPr>
        <p:spPr>
          <a:xfrm>
            <a:off x="8965462" y="597825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1" name="Oval 3500"/>
          <p:cNvSpPr/>
          <p:nvPr/>
        </p:nvSpPr>
        <p:spPr>
          <a:xfrm>
            <a:off x="8956279" y="598307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2" name="Oval 3501"/>
          <p:cNvSpPr/>
          <p:nvPr/>
        </p:nvSpPr>
        <p:spPr>
          <a:xfrm>
            <a:off x="8936202" y="598452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3" name="Oval 3502"/>
          <p:cNvSpPr/>
          <p:nvPr/>
        </p:nvSpPr>
        <p:spPr>
          <a:xfrm>
            <a:off x="8985116" y="598721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4" name="Oval 3503"/>
          <p:cNvSpPr/>
          <p:nvPr/>
        </p:nvSpPr>
        <p:spPr>
          <a:xfrm>
            <a:off x="8963264" y="598775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5" name="Oval 3504"/>
          <p:cNvSpPr/>
          <p:nvPr/>
        </p:nvSpPr>
        <p:spPr>
          <a:xfrm>
            <a:off x="8914995" y="599023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6" name="Oval 3505"/>
          <p:cNvSpPr/>
          <p:nvPr/>
        </p:nvSpPr>
        <p:spPr>
          <a:xfrm>
            <a:off x="8952316" y="599078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7" name="Oval 3506"/>
          <p:cNvSpPr/>
          <p:nvPr/>
        </p:nvSpPr>
        <p:spPr>
          <a:xfrm>
            <a:off x="8954510" y="599405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8" name="Oval 3507"/>
          <p:cNvSpPr/>
          <p:nvPr/>
        </p:nvSpPr>
        <p:spPr>
          <a:xfrm>
            <a:off x="8931254" y="59951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9" name="TextBox 3508"/>
          <p:cNvSpPr txBox="1"/>
          <p:nvPr/>
        </p:nvSpPr>
        <p:spPr>
          <a:xfrm>
            <a:off x="882396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0A7D6E"/>
                </a:solidFill>
                <a:latin typeface="Arial"/>
              </a:rPr>
              <a:t>23</a:t>
            </a:r>
          </a:p>
        </p:txBody>
      </p:sp>
      <p:cxnSp>
        <p:nvCxnSpPr>
          <p:cNvPr id="3510" name="Connector 3509"/>
          <p:cNvCxnSpPr/>
          <p:nvPr/>
        </p:nvCxnSpPr>
        <p:spPr>
          <a:xfrm flipV="1">
            <a:off x="9269730" y="5467328"/>
            <a:ext cx="0" cy="544969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1" name="Connector 3510"/>
          <p:cNvCxnSpPr/>
          <p:nvPr/>
        </p:nvCxnSpPr>
        <p:spPr>
          <a:xfrm>
            <a:off x="9225153" y="6012297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12" name="Connector 3511"/>
          <p:cNvCxnSpPr/>
          <p:nvPr/>
        </p:nvCxnSpPr>
        <p:spPr>
          <a:xfrm>
            <a:off x="9225153" y="5467328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13" name="Rectangle 3512"/>
          <p:cNvSpPr/>
          <p:nvPr/>
        </p:nvSpPr>
        <p:spPr>
          <a:xfrm>
            <a:off x="9180576" y="5978117"/>
            <a:ext cx="178308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14" name="Connector 3513"/>
          <p:cNvCxnSpPr/>
          <p:nvPr/>
        </p:nvCxnSpPr>
        <p:spPr>
          <a:xfrm>
            <a:off x="9180576" y="5951960"/>
            <a:ext cx="178308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15" name="Oval 3514"/>
          <p:cNvSpPr/>
          <p:nvPr/>
        </p:nvSpPr>
        <p:spPr>
          <a:xfrm>
            <a:off x="9282480" y="544904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6" name="Oval 3515"/>
          <p:cNvSpPr/>
          <p:nvPr/>
        </p:nvSpPr>
        <p:spPr>
          <a:xfrm>
            <a:off x="9268058" y="545596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7" name="Oval 3516"/>
          <p:cNvSpPr/>
          <p:nvPr/>
        </p:nvSpPr>
        <p:spPr>
          <a:xfrm>
            <a:off x="9269411" y="559443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8" name="Oval 3517"/>
          <p:cNvSpPr/>
          <p:nvPr/>
        </p:nvSpPr>
        <p:spPr>
          <a:xfrm>
            <a:off x="9285535" y="56705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9" name="Oval 3518"/>
          <p:cNvSpPr/>
          <p:nvPr/>
        </p:nvSpPr>
        <p:spPr>
          <a:xfrm>
            <a:off x="9282500" y="568443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0" name="Oval 3519"/>
          <p:cNvSpPr/>
          <p:nvPr/>
        </p:nvSpPr>
        <p:spPr>
          <a:xfrm>
            <a:off x="9223498" y="568443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1" name="Oval 3520"/>
          <p:cNvSpPr/>
          <p:nvPr/>
        </p:nvSpPr>
        <p:spPr>
          <a:xfrm>
            <a:off x="9276476" y="57328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2" name="Oval 3521"/>
          <p:cNvSpPr/>
          <p:nvPr/>
        </p:nvSpPr>
        <p:spPr>
          <a:xfrm>
            <a:off x="9267558" y="575366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3" name="Oval 3522"/>
          <p:cNvSpPr/>
          <p:nvPr/>
        </p:nvSpPr>
        <p:spPr>
          <a:xfrm>
            <a:off x="9284751" y="576058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4" name="Oval 3523"/>
          <p:cNvSpPr/>
          <p:nvPr/>
        </p:nvSpPr>
        <p:spPr>
          <a:xfrm>
            <a:off x="9231789" y="576751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5" name="Oval 3524"/>
          <p:cNvSpPr/>
          <p:nvPr/>
        </p:nvSpPr>
        <p:spPr>
          <a:xfrm>
            <a:off x="9273821" y="576751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6" name="Oval 3525"/>
          <p:cNvSpPr/>
          <p:nvPr/>
        </p:nvSpPr>
        <p:spPr>
          <a:xfrm>
            <a:off x="9254425" y="576751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7" name="Oval 3526"/>
          <p:cNvSpPr/>
          <p:nvPr/>
        </p:nvSpPr>
        <p:spPr>
          <a:xfrm>
            <a:off x="9264682" y="577443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8" name="Oval 3527"/>
          <p:cNvSpPr/>
          <p:nvPr/>
        </p:nvSpPr>
        <p:spPr>
          <a:xfrm>
            <a:off x="9230770" y="577443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9" name="Oval 3528"/>
          <p:cNvSpPr/>
          <p:nvPr/>
        </p:nvSpPr>
        <p:spPr>
          <a:xfrm>
            <a:off x="9234047" y="578135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0" name="Oval 3529"/>
          <p:cNvSpPr/>
          <p:nvPr/>
        </p:nvSpPr>
        <p:spPr>
          <a:xfrm>
            <a:off x="9264963" y="578828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1" name="Oval 3530"/>
          <p:cNvSpPr/>
          <p:nvPr/>
        </p:nvSpPr>
        <p:spPr>
          <a:xfrm>
            <a:off x="9286059" y="579520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2" name="Oval 3531"/>
          <p:cNvSpPr/>
          <p:nvPr/>
        </p:nvSpPr>
        <p:spPr>
          <a:xfrm>
            <a:off x="9277212" y="582289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3" name="Oval 3532"/>
          <p:cNvSpPr/>
          <p:nvPr/>
        </p:nvSpPr>
        <p:spPr>
          <a:xfrm>
            <a:off x="9217676" y="582289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4" name="Oval 3533"/>
          <p:cNvSpPr/>
          <p:nvPr/>
        </p:nvSpPr>
        <p:spPr>
          <a:xfrm>
            <a:off x="9249266" y="582982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5" name="Oval 3534"/>
          <p:cNvSpPr/>
          <p:nvPr/>
        </p:nvSpPr>
        <p:spPr>
          <a:xfrm>
            <a:off x="9243479" y="582982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6" name="Oval 3535"/>
          <p:cNvSpPr/>
          <p:nvPr/>
        </p:nvSpPr>
        <p:spPr>
          <a:xfrm>
            <a:off x="9242739" y="583674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7" name="Oval 3536"/>
          <p:cNvSpPr/>
          <p:nvPr/>
        </p:nvSpPr>
        <p:spPr>
          <a:xfrm>
            <a:off x="9288988" y="583674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8" name="Oval 3537"/>
          <p:cNvSpPr/>
          <p:nvPr/>
        </p:nvSpPr>
        <p:spPr>
          <a:xfrm>
            <a:off x="9293076" y="583674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9" name="Oval 3538"/>
          <p:cNvSpPr/>
          <p:nvPr/>
        </p:nvSpPr>
        <p:spPr>
          <a:xfrm>
            <a:off x="9243048" y="584366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0" name="Oval 3539"/>
          <p:cNvSpPr/>
          <p:nvPr/>
        </p:nvSpPr>
        <p:spPr>
          <a:xfrm>
            <a:off x="9259827" y="584366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1" name="Oval 3540"/>
          <p:cNvSpPr/>
          <p:nvPr/>
        </p:nvSpPr>
        <p:spPr>
          <a:xfrm>
            <a:off x="9289086" y="584366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2" name="Oval 3541"/>
          <p:cNvSpPr/>
          <p:nvPr/>
        </p:nvSpPr>
        <p:spPr>
          <a:xfrm>
            <a:off x="9241319" y="584366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3" name="Oval 3542"/>
          <p:cNvSpPr/>
          <p:nvPr/>
        </p:nvSpPr>
        <p:spPr>
          <a:xfrm>
            <a:off x="9269790" y="584366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4" name="Oval 3543"/>
          <p:cNvSpPr/>
          <p:nvPr/>
        </p:nvSpPr>
        <p:spPr>
          <a:xfrm>
            <a:off x="9274000" y="58505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5" name="Oval 3544"/>
          <p:cNvSpPr/>
          <p:nvPr/>
        </p:nvSpPr>
        <p:spPr>
          <a:xfrm>
            <a:off x="9218539" y="58505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6" name="Oval 3545"/>
          <p:cNvSpPr/>
          <p:nvPr/>
        </p:nvSpPr>
        <p:spPr>
          <a:xfrm>
            <a:off x="9217179" y="58505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7" name="Oval 3546"/>
          <p:cNvSpPr/>
          <p:nvPr/>
        </p:nvSpPr>
        <p:spPr>
          <a:xfrm>
            <a:off x="9220448" y="58505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8" name="Oval 3547"/>
          <p:cNvSpPr/>
          <p:nvPr/>
        </p:nvSpPr>
        <p:spPr>
          <a:xfrm>
            <a:off x="9269238" y="58505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9" name="Oval 3548"/>
          <p:cNvSpPr/>
          <p:nvPr/>
        </p:nvSpPr>
        <p:spPr>
          <a:xfrm>
            <a:off x="9287440" y="58575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0" name="Oval 3549"/>
          <p:cNvSpPr/>
          <p:nvPr/>
        </p:nvSpPr>
        <p:spPr>
          <a:xfrm>
            <a:off x="9274076" y="58575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1" name="Oval 3550"/>
          <p:cNvSpPr/>
          <p:nvPr/>
        </p:nvSpPr>
        <p:spPr>
          <a:xfrm>
            <a:off x="9218102" y="58575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2" name="Oval 3551"/>
          <p:cNvSpPr/>
          <p:nvPr/>
        </p:nvSpPr>
        <p:spPr>
          <a:xfrm>
            <a:off x="9260585" y="58575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3" name="Oval 3552"/>
          <p:cNvSpPr/>
          <p:nvPr/>
        </p:nvSpPr>
        <p:spPr>
          <a:xfrm>
            <a:off x="9286006" y="58575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4" name="Oval 3553"/>
          <p:cNvSpPr/>
          <p:nvPr/>
        </p:nvSpPr>
        <p:spPr>
          <a:xfrm>
            <a:off x="9246350" y="58575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5" name="Oval 3554"/>
          <p:cNvSpPr/>
          <p:nvPr/>
        </p:nvSpPr>
        <p:spPr>
          <a:xfrm>
            <a:off x="9235885" y="58575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6" name="Oval 3555"/>
          <p:cNvSpPr/>
          <p:nvPr/>
        </p:nvSpPr>
        <p:spPr>
          <a:xfrm>
            <a:off x="9237323" y="586443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7" name="Oval 3556"/>
          <p:cNvSpPr/>
          <p:nvPr/>
        </p:nvSpPr>
        <p:spPr>
          <a:xfrm>
            <a:off x="9261725" y="586443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8" name="Oval 3557"/>
          <p:cNvSpPr/>
          <p:nvPr/>
        </p:nvSpPr>
        <p:spPr>
          <a:xfrm>
            <a:off x="9211106" y="58713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9" name="Oval 3558"/>
          <p:cNvSpPr/>
          <p:nvPr/>
        </p:nvSpPr>
        <p:spPr>
          <a:xfrm>
            <a:off x="9232900" y="58713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0" name="Oval 3559"/>
          <p:cNvSpPr/>
          <p:nvPr/>
        </p:nvSpPr>
        <p:spPr>
          <a:xfrm>
            <a:off x="9259604" y="58713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1" name="Oval 3560"/>
          <p:cNvSpPr/>
          <p:nvPr/>
        </p:nvSpPr>
        <p:spPr>
          <a:xfrm>
            <a:off x="9274608" y="58713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2" name="Oval 3561"/>
          <p:cNvSpPr/>
          <p:nvPr/>
        </p:nvSpPr>
        <p:spPr>
          <a:xfrm>
            <a:off x="9242541" y="58713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3" name="Oval 3562"/>
          <p:cNvSpPr/>
          <p:nvPr/>
        </p:nvSpPr>
        <p:spPr>
          <a:xfrm>
            <a:off x="9279942" y="58713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4" name="Oval 3563"/>
          <p:cNvSpPr/>
          <p:nvPr/>
        </p:nvSpPr>
        <p:spPr>
          <a:xfrm>
            <a:off x="9277020" y="58713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5" name="Oval 3564"/>
          <p:cNvSpPr/>
          <p:nvPr/>
        </p:nvSpPr>
        <p:spPr>
          <a:xfrm>
            <a:off x="9237787" y="58713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6" name="Oval 3565"/>
          <p:cNvSpPr/>
          <p:nvPr/>
        </p:nvSpPr>
        <p:spPr>
          <a:xfrm>
            <a:off x="9263381" y="58713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7" name="Oval 3566"/>
          <p:cNvSpPr/>
          <p:nvPr/>
        </p:nvSpPr>
        <p:spPr>
          <a:xfrm>
            <a:off x="9233283" y="58782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8" name="Oval 3567"/>
          <p:cNvSpPr/>
          <p:nvPr/>
        </p:nvSpPr>
        <p:spPr>
          <a:xfrm>
            <a:off x="9290204" y="58782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9" name="Oval 3568"/>
          <p:cNvSpPr/>
          <p:nvPr/>
        </p:nvSpPr>
        <p:spPr>
          <a:xfrm>
            <a:off x="9291294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0" name="Oval 3569"/>
          <p:cNvSpPr/>
          <p:nvPr/>
        </p:nvSpPr>
        <p:spPr>
          <a:xfrm>
            <a:off x="9278598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1" name="Oval 3570"/>
          <p:cNvSpPr/>
          <p:nvPr/>
        </p:nvSpPr>
        <p:spPr>
          <a:xfrm>
            <a:off x="9218849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2" name="Oval 3571"/>
          <p:cNvSpPr/>
          <p:nvPr/>
        </p:nvSpPr>
        <p:spPr>
          <a:xfrm>
            <a:off x="9212128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3" name="Oval 3572"/>
          <p:cNvSpPr/>
          <p:nvPr/>
        </p:nvSpPr>
        <p:spPr>
          <a:xfrm>
            <a:off x="9227580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4" name="Oval 3573"/>
          <p:cNvSpPr/>
          <p:nvPr/>
        </p:nvSpPr>
        <p:spPr>
          <a:xfrm>
            <a:off x="9262050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5" name="Oval 3574"/>
          <p:cNvSpPr/>
          <p:nvPr/>
        </p:nvSpPr>
        <p:spPr>
          <a:xfrm>
            <a:off x="9267526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6" name="Oval 3575"/>
          <p:cNvSpPr/>
          <p:nvPr/>
        </p:nvSpPr>
        <p:spPr>
          <a:xfrm>
            <a:off x="9285439" y="58921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7" name="Oval 3576"/>
          <p:cNvSpPr/>
          <p:nvPr/>
        </p:nvSpPr>
        <p:spPr>
          <a:xfrm>
            <a:off x="9266760" y="58921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8" name="Oval 3577"/>
          <p:cNvSpPr/>
          <p:nvPr/>
        </p:nvSpPr>
        <p:spPr>
          <a:xfrm>
            <a:off x="9290304" y="58921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9" name="Oval 3578"/>
          <p:cNvSpPr/>
          <p:nvPr/>
        </p:nvSpPr>
        <p:spPr>
          <a:xfrm>
            <a:off x="9260770" y="58921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0" name="Oval 3579"/>
          <p:cNvSpPr/>
          <p:nvPr/>
        </p:nvSpPr>
        <p:spPr>
          <a:xfrm>
            <a:off x="9264483" y="58921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1" name="Oval 3580"/>
          <p:cNvSpPr/>
          <p:nvPr/>
        </p:nvSpPr>
        <p:spPr>
          <a:xfrm>
            <a:off x="9248512" y="58921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2" name="Oval 3581"/>
          <p:cNvSpPr/>
          <p:nvPr/>
        </p:nvSpPr>
        <p:spPr>
          <a:xfrm>
            <a:off x="9207310" y="58921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3" name="Oval 3582"/>
          <p:cNvSpPr/>
          <p:nvPr/>
        </p:nvSpPr>
        <p:spPr>
          <a:xfrm>
            <a:off x="9273009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4" name="Oval 3583"/>
          <p:cNvSpPr/>
          <p:nvPr/>
        </p:nvSpPr>
        <p:spPr>
          <a:xfrm>
            <a:off x="9240216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5" name="Oval 3584"/>
          <p:cNvSpPr/>
          <p:nvPr/>
        </p:nvSpPr>
        <p:spPr>
          <a:xfrm>
            <a:off x="9273100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6" name="Oval 3585"/>
          <p:cNvSpPr/>
          <p:nvPr/>
        </p:nvSpPr>
        <p:spPr>
          <a:xfrm>
            <a:off x="9295750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7" name="Oval 3586"/>
          <p:cNvSpPr/>
          <p:nvPr/>
        </p:nvSpPr>
        <p:spPr>
          <a:xfrm>
            <a:off x="9254963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8" name="Oval 3587"/>
          <p:cNvSpPr/>
          <p:nvPr/>
        </p:nvSpPr>
        <p:spPr>
          <a:xfrm>
            <a:off x="9233214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9" name="Oval 3588"/>
          <p:cNvSpPr/>
          <p:nvPr/>
        </p:nvSpPr>
        <p:spPr>
          <a:xfrm>
            <a:off x="9263252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0" name="Oval 3589"/>
          <p:cNvSpPr/>
          <p:nvPr/>
        </p:nvSpPr>
        <p:spPr>
          <a:xfrm>
            <a:off x="9225811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1" name="Oval 3590"/>
          <p:cNvSpPr/>
          <p:nvPr/>
        </p:nvSpPr>
        <p:spPr>
          <a:xfrm>
            <a:off x="9267579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2" name="Oval 3591"/>
          <p:cNvSpPr/>
          <p:nvPr/>
        </p:nvSpPr>
        <p:spPr>
          <a:xfrm>
            <a:off x="9239999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3" name="Oval 3592"/>
          <p:cNvSpPr/>
          <p:nvPr/>
        </p:nvSpPr>
        <p:spPr>
          <a:xfrm>
            <a:off x="9295027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4" name="Oval 3593"/>
          <p:cNvSpPr/>
          <p:nvPr/>
        </p:nvSpPr>
        <p:spPr>
          <a:xfrm>
            <a:off x="9267477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5" name="Oval 3594"/>
          <p:cNvSpPr/>
          <p:nvPr/>
        </p:nvSpPr>
        <p:spPr>
          <a:xfrm>
            <a:off x="9250038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6" name="Oval 3595"/>
          <p:cNvSpPr/>
          <p:nvPr/>
        </p:nvSpPr>
        <p:spPr>
          <a:xfrm>
            <a:off x="9209228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7" name="Oval 3596"/>
          <p:cNvSpPr/>
          <p:nvPr/>
        </p:nvSpPr>
        <p:spPr>
          <a:xfrm>
            <a:off x="9267984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8" name="Oval 3597"/>
          <p:cNvSpPr/>
          <p:nvPr/>
        </p:nvSpPr>
        <p:spPr>
          <a:xfrm>
            <a:off x="9267543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9" name="Oval 3598"/>
          <p:cNvSpPr/>
          <p:nvPr/>
        </p:nvSpPr>
        <p:spPr>
          <a:xfrm>
            <a:off x="9254618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0" name="Oval 3599"/>
          <p:cNvSpPr/>
          <p:nvPr/>
        </p:nvSpPr>
        <p:spPr>
          <a:xfrm>
            <a:off x="9292664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1" name="Oval 3600"/>
          <p:cNvSpPr/>
          <p:nvPr/>
        </p:nvSpPr>
        <p:spPr>
          <a:xfrm>
            <a:off x="9207242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2" name="Oval 3601"/>
          <p:cNvSpPr/>
          <p:nvPr/>
        </p:nvSpPr>
        <p:spPr>
          <a:xfrm>
            <a:off x="9245641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3" name="Oval 3602"/>
          <p:cNvSpPr/>
          <p:nvPr/>
        </p:nvSpPr>
        <p:spPr>
          <a:xfrm>
            <a:off x="9223958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4" name="Oval 3603"/>
          <p:cNvSpPr/>
          <p:nvPr/>
        </p:nvSpPr>
        <p:spPr>
          <a:xfrm>
            <a:off x="9293914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5" name="Oval 3604"/>
          <p:cNvSpPr/>
          <p:nvPr/>
        </p:nvSpPr>
        <p:spPr>
          <a:xfrm>
            <a:off x="9240047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6" name="Oval 3605"/>
          <p:cNvSpPr/>
          <p:nvPr/>
        </p:nvSpPr>
        <p:spPr>
          <a:xfrm>
            <a:off x="9259119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7" name="Oval 3606"/>
          <p:cNvSpPr/>
          <p:nvPr/>
        </p:nvSpPr>
        <p:spPr>
          <a:xfrm>
            <a:off x="9265390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8" name="Oval 3607"/>
          <p:cNvSpPr/>
          <p:nvPr/>
        </p:nvSpPr>
        <p:spPr>
          <a:xfrm>
            <a:off x="9234273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9" name="Oval 3608"/>
          <p:cNvSpPr/>
          <p:nvPr/>
        </p:nvSpPr>
        <p:spPr>
          <a:xfrm>
            <a:off x="9226896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0" name="Oval 3609"/>
          <p:cNvSpPr/>
          <p:nvPr/>
        </p:nvSpPr>
        <p:spPr>
          <a:xfrm>
            <a:off x="9286945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1" name="Oval 3610"/>
          <p:cNvSpPr/>
          <p:nvPr/>
        </p:nvSpPr>
        <p:spPr>
          <a:xfrm>
            <a:off x="9245184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2" name="Oval 3611"/>
          <p:cNvSpPr/>
          <p:nvPr/>
        </p:nvSpPr>
        <p:spPr>
          <a:xfrm>
            <a:off x="9278066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3" name="Oval 3612"/>
          <p:cNvSpPr/>
          <p:nvPr/>
        </p:nvSpPr>
        <p:spPr>
          <a:xfrm>
            <a:off x="9243959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4" name="Oval 3613"/>
          <p:cNvSpPr/>
          <p:nvPr/>
        </p:nvSpPr>
        <p:spPr>
          <a:xfrm>
            <a:off x="9290903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5" name="Oval 3614"/>
          <p:cNvSpPr/>
          <p:nvPr/>
        </p:nvSpPr>
        <p:spPr>
          <a:xfrm>
            <a:off x="9279382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6" name="Oval 3615"/>
          <p:cNvSpPr/>
          <p:nvPr/>
        </p:nvSpPr>
        <p:spPr>
          <a:xfrm>
            <a:off x="9284550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7" name="Oval 3616"/>
          <p:cNvSpPr/>
          <p:nvPr/>
        </p:nvSpPr>
        <p:spPr>
          <a:xfrm>
            <a:off x="9226006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8" name="Oval 3617"/>
          <p:cNvSpPr/>
          <p:nvPr/>
        </p:nvSpPr>
        <p:spPr>
          <a:xfrm>
            <a:off x="9252868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9" name="Oval 3618"/>
          <p:cNvSpPr/>
          <p:nvPr/>
        </p:nvSpPr>
        <p:spPr>
          <a:xfrm>
            <a:off x="9263034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0" name="Oval 3619"/>
          <p:cNvSpPr/>
          <p:nvPr/>
        </p:nvSpPr>
        <p:spPr>
          <a:xfrm>
            <a:off x="9285317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1" name="Oval 3620"/>
          <p:cNvSpPr/>
          <p:nvPr/>
        </p:nvSpPr>
        <p:spPr>
          <a:xfrm>
            <a:off x="9293693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2" name="Oval 3621"/>
          <p:cNvSpPr/>
          <p:nvPr/>
        </p:nvSpPr>
        <p:spPr>
          <a:xfrm>
            <a:off x="9282315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3" name="Oval 3622"/>
          <p:cNvSpPr/>
          <p:nvPr/>
        </p:nvSpPr>
        <p:spPr>
          <a:xfrm>
            <a:off x="9229573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4" name="Oval 3623"/>
          <p:cNvSpPr/>
          <p:nvPr/>
        </p:nvSpPr>
        <p:spPr>
          <a:xfrm>
            <a:off x="9288736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5" name="Oval 3624"/>
          <p:cNvSpPr/>
          <p:nvPr/>
        </p:nvSpPr>
        <p:spPr>
          <a:xfrm>
            <a:off x="9266593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6" name="Oval 3625"/>
          <p:cNvSpPr/>
          <p:nvPr/>
        </p:nvSpPr>
        <p:spPr>
          <a:xfrm>
            <a:off x="9235433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7" name="Oval 3626"/>
          <p:cNvSpPr/>
          <p:nvPr/>
        </p:nvSpPr>
        <p:spPr>
          <a:xfrm>
            <a:off x="9286656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8" name="Oval 3627"/>
          <p:cNvSpPr/>
          <p:nvPr/>
        </p:nvSpPr>
        <p:spPr>
          <a:xfrm>
            <a:off x="9219661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9" name="Oval 3628"/>
          <p:cNvSpPr/>
          <p:nvPr/>
        </p:nvSpPr>
        <p:spPr>
          <a:xfrm>
            <a:off x="9223924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0" name="Oval 3629"/>
          <p:cNvSpPr/>
          <p:nvPr/>
        </p:nvSpPr>
        <p:spPr>
          <a:xfrm>
            <a:off x="9246010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1" name="Oval 3630"/>
          <p:cNvSpPr/>
          <p:nvPr/>
        </p:nvSpPr>
        <p:spPr>
          <a:xfrm>
            <a:off x="9287624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2" name="Oval 3631"/>
          <p:cNvSpPr/>
          <p:nvPr/>
        </p:nvSpPr>
        <p:spPr>
          <a:xfrm>
            <a:off x="9244060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3" name="Oval 3632"/>
          <p:cNvSpPr/>
          <p:nvPr/>
        </p:nvSpPr>
        <p:spPr>
          <a:xfrm>
            <a:off x="9252093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4" name="Oval 3633"/>
          <p:cNvSpPr/>
          <p:nvPr/>
        </p:nvSpPr>
        <p:spPr>
          <a:xfrm>
            <a:off x="9219744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5" name="Oval 3634"/>
          <p:cNvSpPr/>
          <p:nvPr/>
        </p:nvSpPr>
        <p:spPr>
          <a:xfrm>
            <a:off x="9236140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6" name="Oval 3635"/>
          <p:cNvSpPr/>
          <p:nvPr/>
        </p:nvSpPr>
        <p:spPr>
          <a:xfrm>
            <a:off x="9273054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7" name="Oval 3636"/>
          <p:cNvSpPr/>
          <p:nvPr/>
        </p:nvSpPr>
        <p:spPr>
          <a:xfrm>
            <a:off x="9230958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8" name="Oval 3637"/>
          <p:cNvSpPr/>
          <p:nvPr/>
        </p:nvSpPr>
        <p:spPr>
          <a:xfrm>
            <a:off x="9215409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9" name="Oval 3638"/>
          <p:cNvSpPr/>
          <p:nvPr/>
        </p:nvSpPr>
        <p:spPr>
          <a:xfrm>
            <a:off x="9225294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0" name="Oval 3639"/>
          <p:cNvSpPr/>
          <p:nvPr/>
        </p:nvSpPr>
        <p:spPr>
          <a:xfrm>
            <a:off x="9225695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1" name="Oval 3640"/>
          <p:cNvSpPr/>
          <p:nvPr/>
        </p:nvSpPr>
        <p:spPr>
          <a:xfrm>
            <a:off x="9257369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2" name="Oval 3641"/>
          <p:cNvSpPr/>
          <p:nvPr/>
        </p:nvSpPr>
        <p:spPr>
          <a:xfrm>
            <a:off x="9224765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3" name="Oval 3642"/>
          <p:cNvSpPr/>
          <p:nvPr/>
        </p:nvSpPr>
        <p:spPr>
          <a:xfrm>
            <a:off x="9241463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4" name="Oval 3643"/>
          <p:cNvSpPr/>
          <p:nvPr/>
        </p:nvSpPr>
        <p:spPr>
          <a:xfrm>
            <a:off x="9239932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5" name="Oval 3644"/>
          <p:cNvSpPr/>
          <p:nvPr/>
        </p:nvSpPr>
        <p:spPr>
          <a:xfrm>
            <a:off x="9259906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6" name="Oval 3645"/>
          <p:cNvSpPr/>
          <p:nvPr/>
        </p:nvSpPr>
        <p:spPr>
          <a:xfrm>
            <a:off x="9294271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7" name="Oval 3646"/>
          <p:cNvSpPr/>
          <p:nvPr/>
        </p:nvSpPr>
        <p:spPr>
          <a:xfrm>
            <a:off x="9246932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8" name="Oval 3647"/>
          <p:cNvSpPr/>
          <p:nvPr/>
        </p:nvSpPr>
        <p:spPr>
          <a:xfrm>
            <a:off x="9242377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9" name="Oval 3648"/>
          <p:cNvSpPr/>
          <p:nvPr/>
        </p:nvSpPr>
        <p:spPr>
          <a:xfrm>
            <a:off x="9225195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0" name="Oval 3649"/>
          <p:cNvSpPr/>
          <p:nvPr/>
        </p:nvSpPr>
        <p:spPr>
          <a:xfrm>
            <a:off x="9277215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1" name="Oval 3650"/>
          <p:cNvSpPr/>
          <p:nvPr/>
        </p:nvSpPr>
        <p:spPr>
          <a:xfrm>
            <a:off x="9236727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2" name="Oval 3651"/>
          <p:cNvSpPr/>
          <p:nvPr/>
        </p:nvSpPr>
        <p:spPr>
          <a:xfrm>
            <a:off x="9287126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3" name="Oval 3652"/>
          <p:cNvSpPr/>
          <p:nvPr/>
        </p:nvSpPr>
        <p:spPr>
          <a:xfrm>
            <a:off x="9269605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4" name="Oval 3653"/>
          <p:cNvSpPr/>
          <p:nvPr/>
        </p:nvSpPr>
        <p:spPr>
          <a:xfrm>
            <a:off x="9216036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5" name="Oval 3654"/>
          <p:cNvSpPr/>
          <p:nvPr/>
        </p:nvSpPr>
        <p:spPr>
          <a:xfrm>
            <a:off x="9262402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6" name="Oval 3655"/>
          <p:cNvSpPr/>
          <p:nvPr/>
        </p:nvSpPr>
        <p:spPr>
          <a:xfrm>
            <a:off x="9254975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7" name="Oval 3656"/>
          <p:cNvSpPr/>
          <p:nvPr/>
        </p:nvSpPr>
        <p:spPr>
          <a:xfrm>
            <a:off x="9280432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8" name="Oval 3657"/>
          <p:cNvSpPr/>
          <p:nvPr/>
        </p:nvSpPr>
        <p:spPr>
          <a:xfrm>
            <a:off x="9251385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9" name="Oval 3658"/>
          <p:cNvSpPr/>
          <p:nvPr/>
        </p:nvSpPr>
        <p:spPr>
          <a:xfrm>
            <a:off x="9286059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0" name="Oval 3659"/>
          <p:cNvSpPr/>
          <p:nvPr/>
        </p:nvSpPr>
        <p:spPr>
          <a:xfrm>
            <a:off x="9247552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1" name="Oval 3660"/>
          <p:cNvSpPr/>
          <p:nvPr/>
        </p:nvSpPr>
        <p:spPr>
          <a:xfrm>
            <a:off x="9261736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2" name="Oval 3661"/>
          <p:cNvSpPr/>
          <p:nvPr/>
        </p:nvSpPr>
        <p:spPr>
          <a:xfrm>
            <a:off x="9254259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3" name="Oval 3662"/>
          <p:cNvSpPr/>
          <p:nvPr/>
        </p:nvSpPr>
        <p:spPr>
          <a:xfrm>
            <a:off x="9260637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4" name="Oval 3663"/>
          <p:cNvSpPr/>
          <p:nvPr/>
        </p:nvSpPr>
        <p:spPr>
          <a:xfrm>
            <a:off x="9278214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5" name="Oval 3664"/>
          <p:cNvSpPr/>
          <p:nvPr/>
        </p:nvSpPr>
        <p:spPr>
          <a:xfrm>
            <a:off x="9218849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6" name="Oval 3665"/>
          <p:cNvSpPr/>
          <p:nvPr/>
        </p:nvSpPr>
        <p:spPr>
          <a:xfrm>
            <a:off x="9258612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7" name="Oval 3666"/>
          <p:cNvSpPr/>
          <p:nvPr/>
        </p:nvSpPr>
        <p:spPr>
          <a:xfrm>
            <a:off x="9260085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8" name="Oval 3667"/>
          <p:cNvSpPr/>
          <p:nvPr/>
        </p:nvSpPr>
        <p:spPr>
          <a:xfrm>
            <a:off x="9244540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9" name="Oval 3668"/>
          <p:cNvSpPr/>
          <p:nvPr/>
        </p:nvSpPr>
        <p:spPr>
          <a:xfrm>
            <a:off x="9274869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0" name="Oval 3669"/>
          <p:cNvSpPr/>
          <p:nvPr/>
        </p:nvSpPr>
        <p:spPr>
          <a:xfrm>
            <a:off x="9283388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1" name="Oval 3670"/>
          <p:cNvSpPr/>
          <p:nvPr/>
        </p:nvSpPr>
        <p:spPr>
          <a:xfrm>
            <a:off x="9255850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2" name="Oval 3671"/>
          <p:cNvSpPr/>
          <p:nvPr/>
        </p:nvSpPr>
        <p:spPr>
          <a:xfrm>
            <a:off x="9254874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3" name="Oval 3672"/>
          <p:cNvSpPr/>
          <p:nvPr/>
        </p:nvSpPr>
        <p:spPr>
          <a:xfrm>
            <a:off x="9232178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4" name="Oval 3673"/>
          <p:cNvSpPr/>
          <p:nvPr/>
        </p:nvSpPr>
        <p:spPr>
          <a:xfrm>
            <a:off x="9245891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5" name="Oval 3674"/>
          <p:cNvSpPr/>
          <p:nvPr/>
        </p:nvSpPr>
        <p:spPr>
          <a:xfrm>
            <a:off x="9265020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6" name="Oval 3675"/>
          <p:cNvSpPr/>
          <p:nvPr/>
        </p:nvSpPr>
        <p:spPr>
          <a:xfrm>
            <a:off x="9281312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7" name="Oval 3676"/>
          <p:cNvSpPr/>
          <p:nvPr/>
        </p:nvSpPr>
        <p:spPr>
          <a:xfrm>
            <a:off x="9245609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8" name="Oval 3677"/>
          <p:cNvSpPr/>
          <p:nvPr/>
        </p:nvSpPr>
        <p:spPr>
          <a:xfrm>
            <a:off x="9243145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9" name="Oval 3678"/>
          <p:cNvSpPr/>
          <p:nvPr/>
        </p:nvSpPr>
        <p:spPr>
          <a:xfrm>
            <a:off x="9293752" y="594756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0" name="Oval 3679"/>
          <p:cNvSpPr/>
          <p:nvPr/>
        </p:nvSpPr>
        <p:spPr>
          <a:xfrm>
            <a:off x="9278901" y="594757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1" name="Oval 3680"/>
          <p:cNvSpPr/>
          <p:nvPr/>
        </p:nvSpPr>
        <p:spPr>
          <a:xfrm>
            <a:off x="9209376" y="59478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2" name="Oval 3681"/>
          <p:cNvSpPr/>
          <p:nvPr/>
        </p:nvSpPr>
        <p:spPr>
          <a:xfrm>
            <a:off x="9279050" y="59485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3" name="Oval 3682"/>
          <p:cNvSpPr/>
          <p:nvPr/>
        </p:nvSpPr>
        <p:spPr>
          <a:xfrm>
            <a:off x="9225518" y="594925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4" name="Oval 3683"/>
          <p:cNvSpPr/>
          <p:nvPr/>
        </p:nvSpPr>
        <p:spPr>
          <a:xfrm>
            <a:off x="9239011" y="594963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5" name="Oval 3684"/>
          <p:cNvSpPr/>
          <p:nvPr/>
        </p:nvSpPr>
        <p:spPr>
          <a:xfrm>
            <a:off x="9284239" y="594985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6" name="Oval 3685"/>
          <p:cNvSpPr/>
          <p:nvPr/>
        </p:nvSpPr>
        <p:spPr>
          <a:xfrm>
            <a:off x="9285678" y="595013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7" name="Oval 3686"/>
          <p:cNvSpPr/>
          <p:nvPr/>
        </p:nvSpPr>
        <p:spPr>
          <a:xfrm>
            <a:off x="9277038" y="595102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8" name="Oval 3687"/>
          <p:cNvSpPr/>
          <p:nvPr/>
        </p:nvSpPr>
        <p:spPr>
          <a:xfrm>
            <a:off x="9295736" y="595153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9" name="Oval 3688"/>
          <p:cNvSpPr/>
          <p:nvPr/>
        </p:nvSpPr>
        <p:spPr>
          <a:xfrm>
            <a:off x="9251358" y="595215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0" name="Oval 3689"/>
          <p:cNvSpPr/>
          <p:nvPr/>
        </p:nvSpPr>
        <p:spPr>
          <a:xfrm>
            <a:off x="9222167" y="59524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1" name="Oval 3690"/>
          <p:cNvSpPr/>
          <p:nvPr/>
        </p:nvSpPr>
        <p:spPr>
          <a:xfrm>
            <a:off x="9227630" y="595260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2" name="Oval 3691"/>
          <p:cNvSpPr/>
          <p:nvPr/>
        </p:nvSpPr>
        <p:spPr>
          <a:xfrm>
            <a:off x="9261772" y="595273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3" name="Oval 3692"/>
          <p:cNvSpPr/>
          <p:nvPr/>
        </p:nvSpPr>
        <p:spPr>
          <a:xfrm>
            <a:off x="9240083" y="595330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4" name="Oval 3693"/>
          <p:cNvSpPr/>
          <p:nvPr/>
        </p:nvSpPr>
        <p:spPr>
          <a:xfrm>
            <a:off x="9273603" y="59536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5" name="Oval 3694"/>
          <p:cNvSpPr/>
          <p:nvPr/>
        </p:nvSpPr>
        <p:spPr>
          <a:xfrm>
            <a:off x="9223093" y="595430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6" name="Oval 3695"/>
          <p:cNvSpPr/>
          <p:nvPr/>
        </p:nvSpPr>
        <p:spPr>
          <a:xfrm>
            <a:off x="9263235" y="595443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7" name="Oval 3696"/>
          <p:cNvSpPr/>
          <p:nvPr/>
        </p:nvSpPr>
        <p:spPr>
          <a:xfrm>
            <a:off x="9207795" y="595498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8" name="Oval 3697"/>
          <p:cNvSpPr/>
          <p:nvPr/>
        </p:nvSpPr>
        <p:spPr>
          <a:xfrm>
            <a:off x="9218523" y="59566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9" name="Oval 3698"/>
          <p:cNvSpPr/>
          <p:nvPr/>
        </p:nvSpPr>
        <p:spPr>
          <a:xfrm>
            <a:off x="9259879" y="595705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0" name="Oval 3699"/>
          <p:cNvSpPr/>
          <p:nvPr/>
        </p:nvSpPr>
        <p:spPr>
          <a:xfrm>
            <a:off x="9208163" y="595842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1" name="Oval 3700"/>
          <p:cNvSpPr/>
          <p:nvPr/>
        </p:nvSpPr>
        <p:spPr>
          <a:xfrm>
            <a:off x="9221381" y="595871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2" name="Oval 3701"/>
          <p:cNvSpPr/>
          <p:nvPr/>
        </p:nvSpPr>
        <p:spPr>
          <a:xfrm>
            <a:off x="9271229" y="595899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3" name="Oval 3702"/>
          <p:cNvSpPr/>
          <p:nvPr/>
        </p:nvSpPr>
        <p:spPr>
          <a:xfrm>
            <a:off x="9288417" y="595907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4" name="Oval 3703"/>
          <p:cNvSpPr/>
          <p:nvPr/>
        </p:nvSpPr>
        <p:spPr>
          <a:xfrm>
            <a:off x="9293783" y="595926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5" name="Oval 3704"/>
          <p:cNvSpPr/>
          <p:nvPr/>
        </p:nvSpPr>
        <p:spPr>
          <a:xfrm>
            <a:off x="9281001" y="595977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6" name="Oval 3705"/>
          <p:cNvSpPr/>
          <p:nvPr/>
        </p:nvSpPr>
        <p:spPr>
          <a:xfrm>
            <a:off x="9252485" y="595988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7" name="Oval 3706"/>
          <p:cNvSpPr/>
          <p:nvPr/>
        </p:nvSpPr>
        <p:spPr>
          <a:xfrm>
            <a:off x="9217334" y="595992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8" name="Oval 3707"/>
          <p:cNvSpPr/>
          <p:nvPr/>
        </p:nvSpPr>
        <p:spPr>
          <a:xfrm>
            <a:off x="9260987" y="595994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9" name="Oval 3708"/>
          <p:cNvSpPr/>
          <p:nvPr/>
        </p:nvSpPr>
        <p:spPr>
          <a:xfrm>
            <a:off x="9232050" y="596094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0" name="Oval 3709"/>
          <p:cNvSpPr/>
          <p:nvPr/>
        </p:nvSpPr>
        <p:spPr>
          <a:xfrm>
            <a:off x="9289630" y="59612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1" name="Oval 3710"/>
          <p:cNvSpPr/>
          <p:nvPr/>
        </p:nvSpPr>
        <p:spPr>
          <a:xfrm>
            <a:off x="9252158" y="596147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2" name="Oval 3711"/>
          <p:cNvSpPr/>
          <p:nvPr/>
        </p:nvSpPr>
        <p:spPr>
          <a:xfrm>
            <a:off x="9236599" y="596187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3" name="Oval 3712"/>
          <p:cNvSpPr/>
          <p:nvPr/>
        </p:nvSpPr>
        <p:spPr>
          <a:xfrm>
            <a:off x="9260662" y="596197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4" name="Oval 3713"/>
          <p:cNvSpPr/>
          <p:nvPr/>
        </p:nvSpPr>
        <p:spPr>
          <a:xfrm>
            <a:off x="9282675" y="596232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5" name="Oval 3714"/>
          <p:cNvSpPr/>
          <p:nvPr/>
        </p:nvSpPr>
        <p:spPr>
          <a:xfrm>
            <a:off x="9278444" y="596328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6" name="Oval 3715"/>
          <p:cNvSpPr/>
          <p:nvPr/>
        </p:nvSpPr>
        <p:spPr>
          <a:xfrm>
            <a:off x="9282481" y="596397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7" name="Oval 3716"/>
          <p:cNvSpPr/>
          <p:nvPr/>
        </p:nvSpPr>
        <p:spPr>
          <a:xfrm>
            <a:off x="9236270" y="596433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8" name="Oval 3717"/>
          <p:cNvSpPr/>
          <p:nvPr/>
        </p:nvSpPr>
        <p:spPr>
          <a:xfrm>
            <a:off x="9211096" y="596446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9" name="Oval 3718"/>
          <p:cNvSpPr/>
          <p:nvPr/>
        </p:nvSpPr>
        <p:spPr>
          <a:xfrm>
            <a:off x="9211907" y="59647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0" name="Oval 3719"/>
          <p:cNvSpPr/>
          <p:nvPr/>
        </p:nvSpPr>
        <p:spPr>
          <a:xfrm>
            <a:off x="9255114" y="59647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1" name="Oval 3720"/>
          <p:cNvSpPr/>
          <p:nvPr/>
        </p:nvSpPr>
        <p:spPr>
          <a:xfrm>
            <a:off x="9218309" y="596488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2" name="Oval 3721"/>
          <p:cNvSpPr/>
          <p:nvPr/>
        </p:nvSpPr>
        <p:spPr>
          <a:xfrm>
            <a:off x="9284273" y="596551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3" name="Oval 3722"/>
          <p:cNvSpPr/>
          <p:nvPr/>
        </p:nvSpPr>
        <p:spPr>
          <a:xfrm>
            <a:off x="9217397" y="596689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4" name="Oval 3723"/>
          <p:cNvSpPr/>
          <p:nvPr/>
        </p:nvSpPr>
        <p:spPr>
          <a:xfrm>
            <a:off x="9267427" y="59672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5" name="Oval 3724"/>
          <p:cNvSpPr/>
          <p:nvPr/>
        </p:nvSpPr>
        <p:spPr>
          <a:xfrm>
            <a:off x="9256426" y="596851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6" name="Oval 3725"/>
          <p:cNvSpPr/>
          <p:nvPr/>
        </p:nvSpPr>
        <p:spPr>
          <a:xfrm>
            <a:off x="9287919" y="59692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7" name="Oval 3726"/>
          <p:cNvSpPr/>
          <p:nvPr/>
        </p:nvSpPr>
        <p:spPr>
          <a:xfrm>
            <a:off x="9290676" y="596944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8" name="Oval 3727"/>
          <p:cNvSpPr/>
          <p:nvPr/>
        </p:nvSpPr>
        <p:spPr>
          <a:xfrm>
            <a:off x="9216126" y="596995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9" name="Oval 3728"/>
          <p:cNvSpPr/>
          <p:nvPr/>
        </p:nvSpPr>
        <p:spPr>
          <a:xfrm>
            <a:off x="9280651" y="597001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0" name="Oval 3729"/>
          <p:cNvSpPr/>
          <p:nvPr/>
        </p:nvSpPr>
        <p:spPr>
          <a:xfrm>
            <a:off x="9259067" y="597040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1" name="Oval 3730"/>
          <p:cNvSpPr/>
          <p:nvPr/>
        </p:nvSpPr>
        <p:spPr>
          <a:xfrm>
            <a:off x="9275972" y="597054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2" name="Oval 3731"/>
          <p:cNvSpPr/>
          <p:nvPr/>
        </p:nvSpPr>
        <p:spPr>
          <a:xfrm>
            <a:off x="9279733" y="597124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3" name="Oval 3732"/>
          <p:cNvSpPr/>
          <p:nvPr/>
        </p:nvSpPr>
        <p:spPr>
          <a:xfrm>
            <a:off x="9252298" y="597137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4" name="Oval 3733"/>
          <p:cNvSpPr/>
          <p:nvPr/>
        </p:nvSpPr>
        <p:spPr>
          <a:xfrm>
            <a:off x="9215831" y="597174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5" name="Oval 3734"/>
          <p:cNvSpPr/>
          <p:nvPr/>
        </p:nvSpPr>
        <p:spPr>
          <a:xfrm>
            <a:off x="9284653" y="597184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6" name="Oval 3735"/>
          <p:cNvSpPr/>
          <p:nvPr/>
        </p:nvSpPr>
        <p:spPr>
          <a:xfrm>
            <a:off x="9294847" y="597250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7" name="Oval 3736"/>
          <p:cNvSpPr/>
          <p:nvPr/>
        </p:nvSpPr>
        <p:spPr>
          <a:xfrm>
            <a:off x="9268856" y="597312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8" name="Oval 3737"/>
          <p:cNvSpPr/>
          <p:nvPr/>
        </p:nvSpPr>
        <p:spPr>
          <a:xfrm>
            <a:off x="9245392" y="59731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9" name="Oval 3738"/>
          <p:cNvSpPr/>
          <p:nvPr/>
        </p:nvSpPr>
        <p:spPr>
          <a:xfrm>
            <a:off x="9280059" y="597436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0" name="Oval 3739"/>
          <p:cNvSpPr/>
          <p:nvPr/>
        </p:nvSpPr>
        <p:spPr>
          <a:xfrm>
            <a:off x="9264973" y="59744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1" name="Oval 3740"/>
          <p:cNvSpPr/>
          <p:nvPr/>
        </p:nvSpPr>
        <p:spPr>
          <a:xfrm>
            <a:off x="9217769" y="597541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2" name="Oval 3741"/>
          <p:cNvSpPr/>
          <p:nvPr/>
        </p:nvSpPr>
        <p:spPr>
          <a:xfrm>
            <a:off x="9252261" y="597543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3" name="Oval 3742"/>
          <p:cNvSpPr/>
          <p:nvPr/>
        </p:nvSpPr>
        <p:spPr>
          <a:xfrm>
            <a:off x="9258505" y="597562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4" name="Oval 3743"/>
          <p:cNvSpPr/>
          <p:nvPr/>
        </p:nvSpPr>
        <p:spPr>
          <a:xfrm>
            <a:off x="9254474" y="597573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5" name="Oval 3744"/>
          <p:cNvSpPr/>
          <p:nvPr/>
        </p:nvSpPr>
        <p:spPr>
          <a:xfrm>
            <a:off x="9223881" y="597587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6" name="Oval 3745"/>
          <p:cNvSpPr/>
          <p:nvPr/>
        </p:nvSpPr>
        <p:spPr>
          <a:xfrm>
            <a:off x="9283791" y="597731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7" name="Oval 3746"/>
          <p:cNvSpPr/>
          <p:nvPr/>
        </p:nvSpPr>
        <p:spPr>
          <a:xfrm>
            <a:off x="9245988" y="597753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8" name="Oval 3747"/>
          <p:cNvSpPr/>
          <p:nvPr/>
        </p:nvSpPr>
        <p:spPr>
          <a:xfrm>
            <a:off x="9282884" y="597782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9" name="Oval 3748"/>
          <p:cNvSpPr/>
          <p:nvPr/>
        </p:nvSpPr>
        <p:spPr>
          <a:xfrm>
            <a:off x="9228483" y="597794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0" name="Oval 3749"/>
          <p:cNvSpPr/>
          <p:nvPr/>
        </p:nvSpPr>
        <p:spPr>
          <a:xfrm>
            <a:off x="9279087" y="597836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1" name="Oval 3750"/>
          <p:cNvSpPr/>
          <p:nvPr/>
        </p:nvSpPr>
        <p:spPr>
          <a:xfrm>
            <a:off x="9237539" y="598042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2" name="Oval 3751"/>
          <p:cNvSpPr/>
          <p:nvPr/>
        </p:nvSpPr>
        <p:spPr>
          <a:xfrm>
            <a:off x="9279374" y="598149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3" name="Oval 3752"/>
          <p:cNvSpPr/>
          <p:nvPr/>
        </p:nvSpPr>
        <p:spPr>
          <a:xfrm>
            <a:off x="9276405" y="59818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4" name="Oval 3753"/>
          <p:cNvSpPr/>
          <p:nvPr/>
        </p:nvSpPr>
        <p:spPr>
          <a:xfrm>
            <a:off x="9222144" y="598209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5" name="Oval 3754"/>
          <p:cNvSpPr/>
          <p:nvPr/>
        </p:nvSpPr>
        <p:spPr>
          <a:xfrm>
            <a:off x="9279325" y="598343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6" name="Oval 3755"/>
          <p:cNvSpPr/>
          <p:nvPr/>
        </p:nvSpPr>
        <p:spPr>
          <a:xfrm>
            <a:off x="9289248" y="598346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7" name="Oval 3756"/>
          <p:cNvSpPr/>
          <p:nvPr/>
        </p:nvSpPr>
        <p:spPr>
          <a:xfrm>
            <a:off x="9260421" y="598357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8" name="Oval 3757"/>
          <p:cNvSpPr/>
          <p:nvPr/>
        </p:nvSpPr>
        <p:spPr>
          <a:xfrm>
            <a:off x="9224412" y="598379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9" name="Oval 3758"/>
          <p:cNvSpPr/>
          <p:nvPr/>
        </p:nvSpPr>
        <p:spPr>
          <a:xfrm>
            <a:off x="9234167" y="598392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0" name="Oval 3759"/>
          <p:cNvSpPr/>
          <p:nvPr/>
        </p:nvSpPr>
        <p:spPr>
          <a:xfrm>
            <a:off x="9218675" y="598453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1" name="Oval 3760"/>
          <p:cNvSpPr/>
          <p:nvPr/>
        </p:nvSpPr>
        <p:spPr>
          <a:xfrm>
            <a:off x="9268639" y="598564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2" name="Oval 3761"/>
          <p:cNvSpPr/>
          <p:nvPr/>
        </p:nvSpPr>
        <p:spPr>
          <a:xfrm>
            <a:off x="9278488" y="5985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3" name="Oval 3762"/>
          <p:cNvSpPr/>
          <p:nvPr/>
        </p:nvSpPr>
        <p:spPr>
          <a:xfrm>
            <a:off x="9290006" y="598847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4" name="Oval 3763"/>
          <p:cNvSpPr/>
          <p:nvPr/>
        </p:nvSpPr>
        <p:spPr>
          <a:xfrm>
            <a:off x="9209444" y="598878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5" name="Oval 3764"/>
          <p:cNvSpPr/>
          <p:nvPr/>
        </p:nvSpPr>
        <p:spPr>
          <a:xfrm>
            <a:off x="9258520" y="599051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6" name="Oval 3765"/>
          <p:cNvSpPr/>
          <p:nvPr/>
        </p:nvSpPr>
        <p:spPr>
          <a:xfrm>
            <a:off x="9228594" y="59907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7" name="Oval 3766"/>
          <p:cNvSpPr/>
          <p:nvPr/>
        </p:nvSpPr>
        <p:spPr>
          <a:xfrm>
            <a:off x="9210418" y="599216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8" name="Oval 3767"/>
          <p:cNvSpPr/>
          <p:nvPr/>
        </p:nvSpPr>
        <p:spPr>
          <a:xfrm>
            <a:off x="9246847" y="599256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9" name="Oval 3768"/>
          <p:cNvSpPr/>
          <p:nvPr/>
        </p:nvSpPr>
        <p:spPr>
          <a:xfrm>
            <a:off x="9275989" y="59940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0" name="TextBox 3769"/>
          <p:cNvSpPr txBox="1"/>
          <p:nvPr/>
        </p:nvSpPr>
        <p:spPr>
          <a:xfrm>
            <a:off x="912114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0A7D6E"/>
                </a:solidFill>
                <a:latin typeface="Arial"/>
              </a:rPr>
              <a:t>24</a:t>
            </a:r>
          </a:p>
        </p:txBody>
      </p:sp>
      <p:cxnSp>
        <p:nvCxnSpPr>
          <p:cNvPr id="3771" name="Connector 3770"/>
          <p:cNvCxnSpPr/>
          <p:nvPr/>
        </p:nvCxnSpPr>
        <p:spPr>
          <a:xfrm flipV="1">
            <a:off x="9566910" y="5785801"/>
            <a:ext cx="0" cy="221698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2" name="Connector 3771"/>
          <p:cNvCxnSpPr/>
          <p:nvPr/>
        </p:nvCxnSpPr>
        <p:spPr>
          <a:xfrm>
            <a:off x="9522333" y="6007499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3" name="Connector 3772"/>
          <p:cNvCxnSpPr/>
          <p:nvPr/>
        </p:nvCxnSpPr>
        <p:spPr>
          <a:xfrm>
            <a:off x="9522333" y="5785801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74" name="Rectangle 3773"/>
          <p:cNvSpPr/>
          <p:nvPr/>
        </p:nvSpPr>
        <p:spPr>
          <a:xfrm>
            <a:off x="9477756" y="5985670"/>
            <a:ext cx="178308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75" name="Connector 3774"/>
          <p:cNvCxnSpPr/>
          <p:nvPr/>
        </p:nvCxnSpPr>
        <p:spPr>
          <a:xfrm>
            <a:off x="9477756" y="5971955"/>
            <a:ext cx="178308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76" name="Oval 3775"/>
          <p:cNvSpPr/>
          <p:nvPr/>
        </p:nvSpPr>
        <p:spPr>
          <a:xfrm>
            <a:off x="9533328" y="576751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7" name="Oval 3776"/>
          <p:cNvSpPr/>
          <p:nvPr/>
        </p:nvSpPr>
        <p:spPr>
          <a:xfrm>
            <a:off x="9539279" y="578135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8" name="Oval 3777"/>
          <p:cNvSpPr/>
          <p:nvPr/>
        </p:nvSpPr>
        <p:spPr>
          <a:xfrm>
            <a:off x="9547181" y="579520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9" name="Oval 3778"/>
          <p:cNvSpPr/>
          <p:nvPr/>
        </p:nvSpPr>
        <p:spPr>
          <a:xfrm>
            <a:off x="9509092" y="580212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0" name="Oval 3779"/>
          <p:cNvSpPr/>
          <p:nvPr/>
        </p:nvSpPr>
        <p:spPr>
          <a:xfrm>
            <a:off x="9504049" y="580905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1" name="Oval 3780"/>
          <p:cNvSpPr/>
          <p:nvPr/>
        </p:nvSpPr>
        <p:spPr>
          <a:xfrm>
            <a:off x="9519584" y="580905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2" name="Oval 3781"/>
          <p:cNvSpPr/>
          <p:nvPr/>
        </p:nvSpPr>
        <p:spPr>
          <a:xfrm>
            <a:off x="9554178" y="580905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3" name="Oval 3782"/>
          <p:cNvSpPr/>
          <p:nvPr/>
        </p:nvSpPr>
        <p:spPr>
          <a:xfrm>
            <a:off x="9543188" y="581597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4" name="Oval 3783"/>
          <p:cNvSpPr/>
          <p:nvPr/>
        </p:nvSpPr>
        <p:spPr>
          <a:xfrm>
            <a:off x="9568116" y="581597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5" name="Oval 3784"/>
          <p:cNvSpPr/>
          <p:nvPr/>
        </p:nvSpPr>
        <p:spPr>
          <a:xfrm>
            <a:off x="9505665" y="583674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6" name="Oval 3785"/>
          <p:cNvSpPr/>
          <p:nvPr/>
        </p:nvSpPr>
        <p:spPr>
          <a:xfrm>
            <a:off x="9504439" y="58505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7" name="Oval 3786"/>
          <p:cNvSpPr/>
          <p:nvPr/>
        </p:nvSpPr>
        <p:spPr>
          <a:xfrm>
            <a:off x="9589064" y="58575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8" name="Oval 3787"/>
          <p:cNvSpPr/>
          <p:nvPr/>
        </p:nvSpPr>
        <p:spPr>
          <a:xfrm>
            <a:off x="9517562" y="58575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9" name="Oval 3788"/>
          <p:cNvSpPr/>
          <p:nvPr/>
        </p:nvSpPr>
        <p:spPr>
          <a:xfrm>
            <a:off x="9514757" y="586443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0" name="Oval 3789"/>
          <p:cNvSpPr/>
          <p:nvPr/>
        </p:nvSpPr>
        <p:spPr>
          <a:xfrm>
            <a:off x="9566053" y="586443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1" name="Oval 3790"/>
          <p:cNvSpPr/>
          <p:nvPr/>
        </p:nvSpPr>
        <p:spPr>
          <a:xfrm>
            <a:off x="9589916" y="58782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2" name="Oval 3791"/>
          <p:cNvSpPr/>
          <p:nvPr/>
        </p:nvSpPr>
        <p:spPr>
          <a:xfrm>
            <a:off x="9518671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3" name="Oval 3792"/>
          <p:cNvSpPr/>
          <p:nvPr/>
        </p:nvSpPr>
        <p:spPr>
          <a:xfrm>
            <a:off x="9517720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4" name="Oval 3793"/>
          <p:cNvSpPr/>
          <p:nvPr/>
        </p:nvSpPr>
        <p:spPr>
          <a:xfrm>
            <a:off x="9573531" y="58921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5" name="Oval 3794"/>
          <p:cNvSpPr/>
          <p:nvPr/>
        </p:nvSpPr>
        <p:spPr>
          <a:xfrm>
            <a:off x="9504743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6" name="Oval 3795"/>
          <p:cNvSpPr/>
          <p:nvPr/>
        </p:nvSpPr>
        <p:spPr>
          <a:xfrm>
            <a:off x="9540227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7" name="Oval 3796"/>
          <p:cNvSpPr/>
          <p:nvPr/>
        </p:nvSpPr>
        <p:spPr>
          <a:xfrm>
            <a:off x="9509791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8" name="Oval 3797"/>
          <p:cNvSpPr/>
          <p:nvPr/>
        </p:nvSpPr>
        <p:spPr>
          <a:xfrm>
            <a:off x="9574222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9" name="Oval 3798"/>
          <p:cNvSpPr/>
          <p:nvPr/>
        </p:nvSpPr>
        <p:spPr>
          <a:xfrm>
            <a:off x="9544226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0" name="Oval 3799"/>
          <p:cNvSpPr/>
          <p:nvPr/>
        </p:nvSpPr>
        <p:spPr>
          <a:xfrm>
            <a:off x="9527534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1" name="Oval 3800"/>
          <p:cNvSpPr/>
          <p:nvPr/>
        </p:nvSpPr>
        <p:spPr>
          <a:xfrm>
            <a:off x="9578071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2" name="Oval 3801"/>
          <p:cNvSpPr/>
          <p:nvPr/>
        </p:nvSpPr>
        <p:spPr>
          <a:xfrm>
            <a:off x="9506241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3" name="Oval 3802"/>
          <p:cNvSpPr/>
          <p:nvPr/>
        </p:nvSpPr>
        <p:spPr>
          <a:xfrm>
            <a:off x="9554169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4" name="Oval 3803"/>
          <p:cNvSpPr/>
          <p:nvPr/>
        </p:nvSpPr>
        <p:spPr>
          <a:xfrm>
            <a:off x="9579891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5" name="Oval 3804"/>
          <p:cNvSpPr/>
          <p:nvPr/>
        </p:nvSpPr>
        <p:spPr>
          <a:xfrm>
            <a:off x="9528035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6" name="Oval 3805"/>
          <p:cNvSpPr/>
          <p:nvPr/>
        </p:nvSpPr>
        <p:spPr>
          <a:xfrm>
            <a:off x="9539903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7" name="Oval 3806"/>
          <p:cNvSpPr/>
          <p:nvPr/>
        </p:nvSpPr>
        <p:spPr>
          <a:xfrm>
            <a:off x="9504884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8" name="Oval 3807"/>
          <p:cNvSpPr/>
          <p:nvPr/>
        </p:nvSpPr>
        <p:spPr>
          <a:xfrm>
            <a:off x="9579910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9" name="Oval 3808"/>
          <p:cNvSpPr/>
          <p:nvPr/>
        </p:nvSpPr>
        <p:spPr>
          <a:xfrm>
            <a:off x="9546437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0" name="Oval 3809"/>
          <p:cNvSpPr/>
          <p:nvPr/>
        </p:nvSpPr>
        <p:spPr>
          <a:xfrm>
            <a:off x="9549586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1" name="Oval 3810"/>
          <p:cNvSpPr/>
          <p:nvPr/>
        </p:nvSpPr>
        <p:spPr>
          <a:xfrm>
            <a:off x="9519288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2" name="Oval 3811"/>
          <p:cNvSpPr/>
          <p:nvPr/>
        </p:nvSpPr>
        <p:spPr>
          <a:xfrm>
            <a:off x="9529597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3" name="Oval 3812"/>
          <p:cNvSpPr/>
          <p:nvPr/>
        </p:nvSpPr>
        <p:spPr>
          <a:xfrm>
            <a:off x="9536693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4" name="Oval 3813"/>
          <p:cNvSpPr/>
          <p:nvPr/>
        </p:nvSpPr>
        <p:spPr>
          <a:xfrm>
            <a:off x="9548744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5" name="Oval 3814"/>
          <p:cNvSpPr/>
          <p:nvPr/>
        </p:nvSpPr>
        <p:spPr>
          <a:xfrm>
            <a:off x="9522218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6" name="Oval 3815"/>
          <p:cNvSpPr/>
          <p:nvPr/>
        </p:nvSpPr>
        <p:spPr>
          <a:xfrm>
            <a:off x="9562691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7" name="Oval 3816"/>
          <p:cNvSpPr/>
          <p:nvPr/>
        </p:nvSpPr>
        <p:spPr>
          <a:xfrm>
            <a:off x="9564326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8" name="Oval 3817"/>
          <p:cNvSpPr/>
          <p:nvPr/>
        </p:nvSpPr>
        <p:spPr>
          <a:xfrm>
            <a:off x="9563107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9" name="Oval 3818"/>
          <p:cNvSpPr/>
          <p:nvPr/>
        </p:nvSpPr>
        <p:spPr>
          <a:xfrm>
            <a:off x="9577430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0" name="Oval 3819"/>
          <p:cNvSpPr/>
          <p:nvPr/>
        </p:nvSpPr>
        <p:spPr>
          <a:xfrm>
            <a:off x="9587555" y="594928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1" name="Oval 3820"/>
          <p:cNvSpPr/>
          <p:nvPr/>
        </p:nvSpPr>
        <p:spPr>
          <a:xfrm>
            <a:off x="9555646" y="595023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2" name="Oval 3821"/>
          <p:cNvSpPr/>
          <p:nvPr/>
        </p:nvSpPr>
        <p:spPr>
          <a:xfrm>
            <a:off x="9561752" y="595028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3" name="Oval 3822"/>
          <p:cNvSpPr/>
          <p:nvPr/>
        </p:nvSpPr>
        <p:spPr>
          <a:xfrm>
            <a:off x="9571568" y="595060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4" name="Oval 3823"/>
          <p:cNvSpPr/>
          <p:nvPr/>
        </p:nvSpPr>
        <p:spPr>
          <a:xfrm>
            <a:off x="9523142" y="595226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5" name="Oval 3824"/>
          <p:cNvSpPr/>
          <p:nvPr/>
        </p:nvSpPr>
        <p:spPr>
          <a:xfrm>
            <a:off x="9512359" y="59522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6" name="Oval 3825"/>
          <p:cNvSpPr/>
          <p:nvPr/>
        </p:nvSpPr>
        <p:spPr>
          <a:xfrm>
            <a:off x="9544190" y="595285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7" name="Oval 3826"/>
          <p:cNvSpPr/>
          <p:nvPr/>
        </p:nvSpPr>
        <p:spPr>
          <a:xfrm>
            <a:off x="9581512" y="595314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8" name="Oval 3827"/>
          <p:cNvSpPr/>
          <p:nvPr/>
        </p:nvSpPr>
        <p:spPr>
          <a:xfrm>
            <a:off x="9566615" y="595366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9" name="Oval 3828"/>
          <p:cNvSpPr/>
          <p:nvPr/>
        </p:nvSpPr>
        <p:spPr>
          <a:xfrm>
            <a:off x="9547650" y="595366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0" name="Oval 3829"/>
          <p:cNvSpPr/>
          <p:nvPr/>
        </p:nvSpPr>
        <p:spPr>
          <a:xfrm>
            <a:off x="9544284" y="5953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1" name="Oval 3830"/>
          <p:cNvSpPr/>
          <p:nvPr/>
        </p:nvSpPr>
        <p:spPr>
          <a:xfrm>
            <a:off x="9555615" y="595419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2" name="Oval 3831"/>
          <p:cNvSpPr/>
          <p:nvPr/>
        </p:nvSpPr>
        <p:spPr>
          <a:xfrm>
            <a:off x="9535865" y="595427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3" name="Oval 3832"/>
          <p:cNvSpPr/>
          <p:nvPr/>
        </p:nvSpPr>
        <p:spPr>
          <a:xfrm>
            <a:off x="9562278" y="595447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4" name="Oval 3833"/>
          <p:cNvSpPr/>
          <p:nvPr/>
        </p:nvSpPr>
        <p:spPr>
          <a:xfrm>
            <a:off x="9505526" y="59568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5" name="Oval 3834"/>
          <p:cNvSpPr/>
          <p:nvPr/>
        </p:nvSpPr>
        <p:spPr>
          <a:xfrm>
            <a:off x="9544111" y="595716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6" name="Oval 3835"/>
          <p:cNvSpPr/>
          <p:nvPr/>
        </p:nvSpPr>
        <p:spPr>
          <a:xfrm>
            <a:off x="9517020" y="59573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7" name="Oval 3836"/>
          <p:cNvSpPr/>
          <p:nvPr/>
        </p:nvSpPr>
        <p:spPr>
          <a:xfrm>
            <a:off x="9524090" y="59575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8" name="Oval 3837"/>
          <p:cNvSpPr/>
          <p:nvPr/>
        </p:nvSpPr>
        <p:spPr>
          <a:xfrm>
            <a:off x="9516520" y="595842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9" name="Oval 3838"/>
          <p:cNvSpPr/>
          <p:nvPr/>
        </p:nvSpPr>
        <p:spPr>
          <a:xfrm>
            <a:off x="9565083" y="595858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0" name="Oval 3839"/>
          <p:cNvSpPr/>
          <p:nvPr/>
        </p:nvSpPr>
        <p:spPr>
          <a:xfrm>
            <a:off x="9562247" y="595926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1" name="Oval 3840"/>
          <p:cNvSpPr/>
          <p:nvPr/>
        </p:nvSpPr>
        <p:spPr>
          <a:xfrm>
            <a:off x="9545901" y="596008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2" name="Oval 3841"/>
          <p:cNvSpPr/>
          <p:nvPr/>
        </p:nvSpPr>
        <p:spPr>
          <a:xfrm>
            <a:off x="9522408" y="596122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3" name="Oval 3842"/>
          <p:cNvSpPr/>
          <p:nvPr/>
        </p:nvSpPr>
        <p:spPr>
          <a:xfrm>
            <a:off x="9524714" y="596158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4" name="Oval 3843"/>
          <p:cNvSpPr/>
          <p:nvPr/>
        </p:nvSpPr>
        <p:spPr>
          <a:xfrm>
            <a:off x="9578624" y="596212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5" name="Oval 3844"/>
          <p:cNvSpPr/>
          <p:nvPr/>
        </p:nvSpPr>
        <p:spPr>
          <a:xfrm>
            <a:off x="9526423" y="596292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6" name="Oval 3845"/>
          <p:cNvSpPr/>
          <p:nvPr/>
        </p:nvSpPr>
        <p:spPr>
          <a:xfrm>
            <a:off x="9573572" y="596347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7" name="Oval 3846"/>
          <p:cNvSpPr/>
          <p:nvPr/>
        </p:nvSpPr>
        <p:spPr>
          <a:xfrm>
            <a:off x="9581975" y="596410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8" name="Oval 3847"/>
          <p:cNvSpPr/>
          <p:nvPr/>
        </p:nvSpPr>
        <p:spPr>
          <a:xfrm>
            <a:off x="9584057" y="596460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9" name="Oval 3848"/>
          <p:cNvSpPr/>
          <p:nvPr/>
        </p:nvSpPr>
        <p:spPr>
          <a:xfrm>
            <a:off x="9519941" y="59646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0" name="Oval 3849"/>
          <p:cNvSpPr/>
          <p:nvPr/>
        </p:nvSpPr>
        <p:spPr>
          <a:xfrm>
            <a:off x="9525059" y="596480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1" name="Oval 3850"/>
          <p:cNvSpPr/>
          <p:nvPr/>
        </p:nvSpPr>
        <p:spPr>
          <a:xfrm>
            <a:off x="9585661" y="596643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2" name="Oval 3851"/>
          <p:cNvSpPr/>
          <p:nvPr/>
        </p:nvSpPr>
        <p:spPr>
          <a:xfrm>
            <a:off x="9527236" y="596652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3" name="Oval 3852"/>
          <p:cNvSpPr/>
          <p:nvPr/>
        </p:nvSpPr>
        <p:spPr>
          <a:xfrm>
            <a:off x="9576697" y="596675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4" name="Oval 3853"/>
          <p:cNvSpPr/>
          <p:nvPr/>
        </p:nvSpPr>
        <p:spPr>
          <a:xfrm>
            <a:off x="9589982" y="596734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5" name="Oval 3854"/>
          <p:cNvSpPr/>
          <p:nvPr/>
        </p:nvSpPr>
        <p:spPr>
          <a:xfrm>
            <a:off x="9568467" y="59673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6" name="Oval 3855"/>
          <p:cNvSpPr/>
          <p:nvPr/>
        </p:nvSpPr>
        <p:spPr>
          <a:xfrm>
            <a:off x="9566742" y="596871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7" name="Oval 3856"/>
          <p:cNvSpPr/>
          <p:nvPr/>
        </p:nvSpPr>
        <p:spPr>
          <a:xfrm>
            <a:off x="9524401" y="59687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8" name="Oval 3857"/>
          <p:cNvSpPr/>
          <p:nvPr/>
        </p:nvSpPr>
        <p:spPr>
          <a:xfrm>
            <a:off x="9531521" y="596936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9" name="Oval 3858"/>
          <p:cNvSpPr/>
          <p:nvPr/>
        </p:nvSpPr>
        <p:spPr>
          <a:xfrm>
            <a:off x="9569261" y="596961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0" name="Oval 3859"/>
          <p:cNvSpPr/>
          <p:nvPr/>
        </p:nvSpPr>
        <p:spPr>
          <a:xfrm>
            <a:off x="9533925" y="59701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1" name="Oval 3860"/>
          <p:cNvSpPr/>
          <p:nvPr/>
        </p:nvSpPr>
        <p:spPr>
          <a:xfrm>
            <a:off x="9553158" y="597067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2" name="Oval 3861"/>
          <p:cNvSpPr/>
          <p:nvPr/>
        </p:nvSpPr>
        <p:spPr>
          <a:xfrm>
            <a:off x="9548735" y="59707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3" name="Oval 3862"/>
          <p:cNvSpPr/>
          <p:nvPr/>
        </p:nvSpPr>
        <p:spPr>
          <a:xfrm>
            <a:off x="9553824" y="597151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4" name="Oval 3863"/>
          <p:cNvSpPr/>
          <p:nvPr/>
        </p:nvSpPr>
        <p:spPr>
          <a:xfrm>
            <a:off x="9557397" y="597152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5" name="Oval 3864"/>
          <p:cNvSpPr/>
          <p:nvPr/>
        </p:nvSpPr>
        <p:spPr>
          <a:xfrm>
            <a:off x="9550207" y="597204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6" name="Oval 3865"/>
          <p:cNvSpPr/>
          <p:nvPr/>
        </p:nvSpPr>
        <p:spPr>
          <a:xfrm>
            <a:off x="9507766" y="597223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7" name="Oval 3866"/>
          <p:cNvSpPr/>
          <p:nvPr/>
        </p:nvSpPr>
        <p:spPr>
          <a:xfrm>
            <a:off x="9563011" y="597305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8" name="Oval 3867"/>
          <p:cNvSpPr/>
          <p:nvPr/>
        </p:nvSpPr>
        <p:spPr>
          <a:xfrm>
            <a:off x="9538407" y="597359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9" name="Oval 3868"/>
          <p:cNvSpPr/>
          <p:nvPr/>
        </p:nvSpPr>
        <p:spPr>
          <a:xfrm>
            <a:off x="9542933" y="597458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0" name="Oval 3869"/>
          <p:cNvSpPr/>
          <p:nvPr/>
        </p:nvSpPr>
        <p:spPr>
          <a:xfrm>
            <a:off x="9522366" y="5974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1" name="Oval 3870"/>
          <p:cNvSpPr/>
          <p:nvPr/>
        </p:nvSpPr>
        <p:spPr>
          <a:xfrm>
            <a:off x="9554964" y="597473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2" name="Oval 3871"/>
          <p:cNvSpPr/>
          <p:nvPr/>
        </p:nvSpPr>
        <p:spPr>
          <a:xfrm>
            <a:off x="9555539" y="597488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3" name="Oval 3872"/>
          <p:cNvSpPr/>
          <p:nvPr/>
        </p:nvSpPr>
        <p:spPr>
          <a:xfrm>
            <a:off x="9563009" y="597636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4" name="Oval 3873"/>
          <p:cNvSpPr/>
          <p:nvPr/>
        </p:nvSpPr>
        <p:spPr>
          <a:xfrm>
            <a:off x="9533515" y="597806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5" name="Oval 3874"/>
          <p:cNvSpPr/>
          <p:nvPr/>
        </p:nvSpPr>
        <p:spPr>
          <a:xfrm>
            <a:off x="9542202" y="597906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6" name="Oval 3875"/>
          <p:cNvSpPr/>
          <p:nvPr/>
        </p:nvSpPr>
        <p:spPr>
          <a:xfrm>
            <a:off x="9542642" y="597931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7" name="Oval 3876"/>
          <p:cNvSpPr/>
          <p:nvPr/>
        </p:nvSpPr>
        <p:spPr>
          <a:xfrm>
            <a:off x="9578697" y="598028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8" name="Oval 3877"/>
          <p:cNvSpPr/>
          <p:nvPr/>
        </p:nvSpPr>
        <p:spPr>
          <a:xfrm>
            <a:off x="9551830" y="59825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9" name="Oval 3878"/>
          <p:cNvSpPr/>
          <p:nvPr/>
        </p:nvSpPr>
        <p:spPr>
          <a:xfrm>
            <a:off x="9550993" y="598597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0" name="Oval 3879"/>
          <p:cNvSpPr/>
          <p:nvPr/>
        </p:nvSpPr>
        <p:spPr>
          <a:xfrm>
            <a:off x="9560462" y="598865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1" name="Oval 3880"/>
          <p:cNvSpPr/>
          <p:nvPr/>
        </p:nvSpPr>
        <p:spPr>
          <a:xfrm>
            <a:off x="9549736" y="598921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2" name="TextBox 3881"/>
          <p:cNvSpPr txBox="1"/>
          <p:nvPr/>
        </p:nvSpPr>
        <p:spPr>
          <a:xfrm>
            <a:off x="941832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0A7D6E"/>
                </a:solidFill>
                <a:latin typeface="Arial"/>
              </a:rPr>
              <a:t>25</a:t>
            </a:r>
          </a:p>
        </p:txBody>
      </p:sp>
      <p:cxnSp>
        <p:nvCxnSpPr>
          <p:cNvPr id="3883" name="Connector 3882"/>
          <p:cNvCxnSpPr/>
          <p:nvPr/>
        </p:nvCxnSpPr>
        <p:spPr>
          <a:xfrm flipV="1">
            <a:off x="9864090" y="5578101"/>
            <a:ext cx="0" cy="424884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4" name="Connector 3883"/>
          <p:cNvCxnSpPr/>
          <p:nvPr/>
        </p:nvCxnSpPr>
        <p:spPr>
          <a:xfrm>
            <a:off x="9819513" y="6002985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5" name="Connector 3884"/>
          <p:cNvCxnSpPr/>
          <p:nvPr/>
        </p:nvCxnSpPr>
        <p:spPr>
          <a:xfrm>
            <a:off x="9819513" y="5578101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86" name="Rectangle 3885"/>
          <p:cNvSpPr/>
          <p:nvPr/>
        </p:nvSpPr>
        <p:spPr>
          <a:xfrm>
            <a:off x="9774936" y="5984444"/>
            <a:ext cx="178308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87" name="Connector 3886"/>
          <p:cNvCxnSpPr/>
          <p:nvPr/>
        </p:nvCxnSpPr>
        <p:spPr>
          <a:xfrm>
            <a:off x="9774936" y="5958884"/>
            <a:ext cx="178308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88" name="Oval 3887"/>
          <p:cNvSpPr/>
          <p:nvPr/>
        </p:nvSpPr>
        <p:spPr>
          <a:xfrm>
            <a:off x="9876513" y="555981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9" name="Oval 3888"/>
          <p:cNvSpPr/>
          <p:nvPr/>
        </p:nvSpPr>
        <p:spPr>
          <a:xfrm>
            <a:off x="9874612" y="57328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0" name="Oval 3889"/>
          <p:cNvSpPr/>
          <p:nvPr/>
        </p:nvSpPr>
        <p:spPr>
          <a:xfrm>
            <a:off x="9878063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1" name="Oval 3890"/>
          <p:cNvSpPr/>
          <p:nvPr/>
        </p:nvSpPr>
        <p:spPr>
          <a:xfrm>
            <a:off x="9855187" y="59661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2" name="Oval 3891"/>
          <p:cNvSpPr/>
          <p:nvPr/>
        </p:nvSpPr>
        <p:spPr>
          <a:xfrm>
            <a:off x="9834703" y="598469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3" name="TextBox 3892"/>
          <p:cNvSpPr txBox="1"/>
          <p:nvPr/>
        </p:nvSpPr>
        <p:spPr>
          <a:xfrm>
            <a:off x="971550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0A7D6E"/>
                </a:solidFill>
                <a:latin typeface="Arial"/>
              </a:rPr>
              <a:t>27</a:t>
            </a:r>
          </a:p>
        </p:txBody>
      </p:sp>
      <p:cxnSp>
        <p:nvCxnSpPr>
          <p:cNvPr id="3894" name="Connector 3893"/>
          <p:cNvCxnSpPr/>
          <p:nvPr/>
        </p:nvCxnSpPr>
        <p:spPr>
          <a:xfrm flipV="1">
            <a:off x="10161270" y="5647334"/>
            <a:ext cx="0" cy="362547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5" name="Connector 3894"/>
          <p:cNvCxnSpPr/>
          <p:nvPr/>
        </p:nvCxnSpPr>
        <p:spPr>
          <a:xfrm>
            <a:off x="10116693" y="6009881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6" name="Connector 3895"/>
          <p:cNvCxnSpPr/>
          <p:nvPr/>
        </p:nvCxnSpPr>
        <p:spPr>
          <a:xfrm>
            <a:off x="10116693" y="5647334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97" name="Rectangle 3896"/>
          <p:cNvSpPr/>
          <p:nvPr/>
        </p:nvSpPr>
        <p:spPr>
          <a:xfrm>
            <a:off x="10072116" y="5987248"/>
            <a:ext cx="178308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98" name="Connector 3897"/>
          <p:cNvCxnSpPr/>
          <p:nvPr/>
        </p:nvCxnSpPr>
        <p:spPr>
          <a:xfrm>
            <a:off x="10072116" y="5969365"/>
            <a:ext cx="178308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99" name="Oval 3898"/>
          <p:cNvSpPr/>
          <p:nvPr/>
        </p:nvSpPr>
        <p:spPr>
          <a:xfrm>
            <a:off x="10110150" y="562904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0" name="Oval 3899"/>
          <p:cNvSpPr/>
          <p:nvPr/>
        </p:nvSpPr>
        <p:spPr>
          <a:xfrm>
            <a:off x="10147980" y="566366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1" name="Oval 3900"/>
          <p:cNvSpPr/>
          <p:nvPr/>
        </p:nvSpPr>
        <p:spPr>
          <a:xfrm>
            <a:off x="10136016" y="578828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2" name="Oval 3901"/>
          <p:cNvSpPr/>
          <p:nvPr/>
        </p:nvSpPr>
        <p:spPr>
          <a:xfrm>
            <a:off x="10143715" y="580212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3" name="Oval 3902"/>
          <p:cNvSpPr/>
          <p:nvPr/>
        </p:nvSpPr>
        <p:spPr>
          <a:xfrm>
            <a:off x="10110857" y="581597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4" name="Oval 3903"/>
          <p:cNvSpPr/>
          <p:nvPr/>
        </p:nvSpPr>
        <p:spPr>
          <a:xfrm>
            <a:off x="10183121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5" name="Oval 3904"/>
          <p:cNvSpPr/>
          <p:nvPr/>
        </p:nvSpPr>
        <p:spPr>
          <a:xfrm>
            <a:off x="10159520" y="58921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6" name="Oval 3905"/>
          <p:cNvSpPr/>
          <p:nvPr/>
        </p:nvSpPr>
        <p:spPr>
          <a:xfrm>
            <a:off x="10118330" y="58921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7" name="Oval 3906"/>
          <p:cNvSpPr/>
          <p:nvPr/>
        </p:nvSpPr>
        <p:spPr>
          <a:xfrm>
            <a:off x="10160922" y="58921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8" name="Oval 3907"/>
          <p:cNvSpPr/>
          <p:nvPr/>
        </p:nvSpPr>
        <p:spPr>
          <a:xfrm>
            <a:off x="10150413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9" name="Oval 3908"/>
          <p:cNvSpPr/>
          <p:nvPr/>
        </p:nvSpPr>
        <p:spPr>
          <a:xfrm>
            <a:off x="10122477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0" name="Oval 3909"/>
          <p:cNvSpPr/>
          <p:nvPr/>
        </p:nvSpPr>
        <p:spPr>
          <a:xfrm>
            <a:off x="10122748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1" name="Oval 3910"/>
          <p:cNvSpPr/>
          <p:nvPr/>
        </p:nvSpPr>
        <p:spPr>
          <a:xfrm>
            <a:off x="10178084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2" name="Oval 3911"/>
          <p:cNvSpPr/>
          <p:nvPr/>
        </p:nvSpPr>
        <p:spPr>
          <a:xfrm>
            <a:off x="10124621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3" name="Oval 3912"/>
          <p:cNvSpPr/>
          <p:nvPr/>
        </p:nvSpPr>
        <p:spPr>
          <a:xfrm>
            <a:off x="10139653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4" name="Oval 3913"/>
          <p:cNvSpPr/>
          <p:nvPr/>
        </p:nvSpPr>
        <p:spPr>
          <a:xfrm>
            <a:off x="10167268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5" name="Oval 3914"/>
          <p:cNvSpPr/>
          <p:nvPr/>
        </p:nvSpPr>
        <p:spPr>
          <a:xfrm>
            <a:off x="10152542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6" name="Oval 3915"/>
          <p:cNvSpPr/>
          <p:nvPr/>
        </p:nvSpPr>
        <p:spPr>
          <a:xfrm>
            <a:off x="10120501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7" name="Oval 3916"/>
          <p:cNvSpPr/>
          <p:nvPr/>
        </p:nvSpPr>
        <p:spPr>
          <a:xfrm>
            <a:off x="10107772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8" name="Oval 3917"/>
          <p:cNvSpPr/>
          <p:nvPr/>
        </p:nvSpPr>
        <p:spPr>
          <a:xfrm>
            <a:off x="10154803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9" name="Oval 3918"/>
          <p:cNvSpPr/>
          <p:nvPr/>
        </p:nvSpPr>
        <p:spPr>
          <a:xfrm>
            <a:off x="10117522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0" name="Oval 3919"/>
          <p:cNvSpPr/>
          <p:nvPr/>
        </p:nvSpPr>
        <p:spPr>
          <a:xfrm>
            <a:off x="10160145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1" name="Oval 3920"/>
          <p:cNvSpPr/>
          <p:nvPr/>
        </p:nvSpPr>
        <p:spPr>
          <a:xfrm>
            <a:off x="10134518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2" name="Oval 3921"/>
          <p:cNvSpPr/>
          <p:nvPr/>
        </p:nvSpPr>
        <p:spPr>
          <a:xfrm>
            <a:off x="10161299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3" name="Oval 3922"/>
          <p:cNvSpPr/>
          <p:nvPr/>
        </p:nvSpPr>
        <p:spPr>
          <a:xfrm>
            <a:off x="10183205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4" name="Oval 3923"/>
          <p:cNvSpPr/>
          <p:nvPr/>
        </p:nvSpPr>
        <p:spPr>
          <a:xfrm>
            <a:off x="10099865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5" name="Oval 3924"/>
          <p:cNvSpPr/>
          <p:nvPr/>
        </p:nvSpPr>
        <p:spPr>
          <a:xfrm>
            <a:off x="10176254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6" name="Oval 3925"/>
          <p:cNvSpPr/>
          <p:nvPr/>
        </p:nvSpPr>
        <p:spPr>
          <a:xfrm>
            <a:off x="10158935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7" name="Oval 3926"/>
          <p:cNvSpPr/>
          <p:nvPr/>
        </p:nvSpPr>
        <p:spPr>
          <a:xfrm>
            <a:off x="10162661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8" name="Oval 3927"/>
          <p:cNvSpPr/>
          <p:nvPr/>
        </p:nvSpPr>
        <p:spPr>
          <a:xfrm>
            <a:off x="10136155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9" name="Oval 3928"/>
          <p:cNvSpPr/>
          <p:nvPr/>
        </p:nvSpPr>
        <p:spPr>
          <a:xfrm>
            <a:off x="10106227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0" name="Oval 3929"/>
          <p:cNvSpPr/>
          <p:nvPr/>
        </p:nvSpPr>
        <p:spPr>
          <a:xfrm>
            <a:off x="10144867" y="594887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1" name="Oval 3930"/>
          <p:cNvSpPr/>
          <p:nvPr/>
        </p:nvSpPr>
        <p:spPr>
          <a:xfrm>
            <a:off x="10103279" y="594980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2" name="Oval 3931"/>
          <p:cNvSpPr/>
          <p:nvPr/>
        </p:nvSpPr>
        <p:spPr>
          <a:xfrm>
            <a:off x="10104848" y="595028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3" name="Oval 3932"/>
          <p:cNvSpPr/>
          <p:nvPr/>
        </p:nvSpPr>
        <p:spPr>
          <a:xfrm>
            <a:off x="10130132" y="595107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4" name="Oval 3933"/>
          <p:cNvSpPr/>
          <p:nvPr/>
        </p:nvSpPr>
        <p:spPr>
          <a:xfrm>
            <a:off x="10183348" y="595143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5" name="Oval 3934"/>
          <p:cNvSpPr/>
          <p:nvPr/>
        </p:nvSpPr>
        <p:spPr>
          <a:xfrm>
            <a:off x="10110502" y="595165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6" name="Oval 3935"/>
          <p:cNvSpPr/>
          <p:nvPr/>
        </p:nvSpPr>
        <p:spPr>
          <a:xfrm>
            <a:off x="10104323" y="595173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7" name="Oval 3936"/>
          <p:cNvSpPr/>
          <p:nvPr/>
        </p:nvSpPr>
        <p:spPr>
          <a:xfrm>
            <a:off x="10177053" y="595189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8" name="Oval 3937"/>
          <p:cNvSpPr/>
          <p:nvPr/>
        </p:nvSpPr>
        <p:spPr>
          <a:xfrm>
            <a:off x="10116147" y="595230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9" name="Oval 3938"/>
          <p:cNvSpPr/>
          <p:nvPr/>
        </p:nvSpPr>
        <p:spPr>
          <a:xfrm>
            <a:off x="10105205" y="595386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0" name="Oval 3939"/>
          <p:cNvSpPr/>
          <p:nvPr/>
        </p:nvSpPr>
        <p:spPr>
          <a:xfrm>
            <a:off x="10119306" y="595555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1" name="Oval 3940"/>
          <p:cNvSpPr/>
          <p:nvPr/>
        </p:nvSpPr>
        <p:spPr>
          <a:xfrm>
            <a:off x="10182389" y="595690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2" name="Oval 3941"/>
          <p:cNvSpPr/>
          <p:nvPr/>
        </p:nvSpPr>
        <p:spPr>
          <a:xfrm>
            <a:off x="10145059" y="595874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3" name="Oval 3942"/>
          <p:cNvSpPr/>
          <p:nvPr/>
        </p:nvSpPr>
        <p:spPr>
          <a:xfrm>
            <a:off x="10138128" y="595926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4" name="Oval 3943"/>
          <p:cNvSpPr/>
          <p:nvPr/>
        </p:nvSpPr>
        <p:spPr>
          <a:xfrm>
            <a:off x="10117983" y="595961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5" name="Oval 3944"/>
          <p:cNvSpPr/>
          <p:nvPr/>
        </p:nvSpPr>
        <p:spPr>
          <a:xfrm>
            <a:off x="10135421" y="596014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6" name="Oval 3945"/>
          <p:cNvSpPr/>
          <p:nvPr/>
        </p:nvSpPr>
        <p:spPr>
          <a:xfrm>
            <a:off x="10124110" y="596369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7" name="Oval 3946"/>
          <p:cNvSpPr/>
          <p:nvPr/>
        </p:nvSpPr>
        <p:spPr>
          <a:xfrm>
            <a:off x="10115853" y="596488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8" name="Oval 3947"/>
          <p:cNvSpPr/>
          <p:nvPr/>
        </p:nvSpPr>
        <p:spPr>
          <a:xfrm>
            <a:off x="10124935" y="596605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9" name="Oval 3948"/>
          <p:cNvSpPr/>
          <p:nvPr/>
        </p:nvSpPr>
        <p:spPr>
          <a:xfrm>
            <a:off x="10186105" y="596894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0" name="Oval 3949"/>
          <p:cNvSpPr/>
          <p:nvPr/>
        </p:nvSpPr>
        <p:spPr>
          <a:xfrm>
            <a:off x="10140988" y="596896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1" name="Oval 3950"/>
          <p:cNvSpPr/>
          <p:nvPr/>
        </p:nvSpPr>
        <p:spPr>
          <a:xfrm>
            <a:off x="10104689" y="59692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2" name="Oval 3951"/>
          <p:cNvSpPr/>
          <p:nvPr/>
        </p:nvSpPr>
        <p:spPr>
          <a:xfrm>
            <a:off x="10127986" y="597119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3" name="Oval 3952"/>
          <p:cNvSpPr/>
          <p:nvPr/>
        </p:nvSpPr>
        <p:spPr>
          <a:xfrm>
            <a:off x="10173842" y="597330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4" name="Oval 3953"/>
          <p:cNvSpPr/>
          <p:nvPr/>
        </p:nvSpPr>
        <p:spPr>
          <a:xfrm>
            <a:off x="10098454" y="59773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5" name="Oval 3954"/>
          <p:cNvSpPr/>
          <p:nvPr/>
        </p:nvSpPr>
        <p:spPr>
          <a:xfrm>
            <a:off x="10118958" y="597817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6" name="Oval 3955"/>
          <p:cNvSpPr/>
          <p:nvPr/>
        </p:nvSpPr>
        <p:spPr>
          <a:xfrm>
            <a:off x="10157173" y="59800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7" name="Oval 3956"/>
          <p:cNvSpPr/>
          <p:nvPr/>
        </p:nvSpPr>
        <p:spPr>
          <a:xfrm>
            <a:off x="10121566" y="598423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8" name="Oval 3957"/>
          <p:cNvSpPr/>
          <p:nvPr/>
        </p:nvSpPr>
        <p:spPr>
          <a:xfrm>
            <a:off x="10168425" y="59843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9" name="Oval 3958"/>
          <p:cNvSpPr/>
          <p:nvPr/>
        </p:nvSpPr>
        <p:spPr>
          <a:xfrm>
            <a:off x="10163837" y="598578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0" name="Oval 3959"/>
          <p:cNvSpPr/>
          <p:nvPr/>
        </p:nvSpPr>
        <p:spPr>
          <a:xfrm>
            <a:off x="10105827" y="598675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1" name="Oval 3960"/>
          <p:cNvSpPr/>
          <p:nvPr/>
        </p:nvSpPr>
        <p:spPr>
          <a:xfrm>
            <a:off x="10175983" y="598694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2" name="Oval 3961"/>
          <p:cNvSpPr/>
          <p:nvPr/>
        </p:nvSpPr>
        <p:spPr>
          <a:xfrm>
            <a:off x="10182229" y="598736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3" name="Oval 3962"/>
          <p:cNvSpPr/>
          <p:nvPr/>
        </p:nvSpPr>
        <p:spPr>
          <a:xfrm>
            <a:off x="10107327" y="598827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4" name="Oval 3963"/>
          <p:cNvSpPr/>
          <p:nvPr/>
        </p:nvSpPr>
        <p:spPr>
          <a:xfrm>
            <a:off x="10170022" y="59894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5" name="Oval 3964"/>
          <p:cNvSpPr/>
          <p:nvPr/>
        </p:nvSpPr>
        <p:spPr>
          <a:xfrm>
            <a:off x="10159754" y="59896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6" name="Oval 3965"/>
          <p:cNvSpPr/>
          <p:nvPr/>
        </p:nvSpPr>
        <p:spPr>
          <a:xfrm>
            <a:off x="10183317" y="599050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7" name="Oval 3966"/>
          <p:cNvSpPr/>
          <p:nvPr/>
        </p:nvSpPr>
        <p:spPr>
          <a:xfrm>
            <a:off x="10112405" y="599159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8" name="TextBox 3967"/>
          <p:cNvSpPr txBox="1"/>
          <p:nvPr/>
        </p:nvSpPr>
        <p:spPr>
          <a:xfrm>
            <a:off x="1001268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0A7D6E"/>
                </a:solidFill>
                <a:latin typeface="Arial"/>
              </a:rPr>
              <a:t>30</a:t>
            </a:r>
          </a:p>
        </p:txBody>
      </p:sp>
      <p:cxnSp>
        <p:nvCxnSpPr>
          <p:cNvPr id="3969" name="Connector 3968"/>
          <p:cNvCxnSpPr/>
          <p:nvPr/>
        </p:nvCxnSpPr>
        <p:spPr>
          <a:xfrm flipV="1">
            <a:off x="10458450" y="5778877"/>
            <a:ext cx="0" cy="239554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0" name="Connector 3969"/>
          <p:cNvCxnSpPr/>
          <p:nvPr/>
        </p:nvCxnSpPr>
        <p:spPr>
          <a:xfrm>
            <a:off x="10413873" y="6018431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71" name="Connector 3970"/>
          <p:cNvCxnSpPr/>
          <p:nvPr/>
        </p:nvCxnSpPr>
        <p:spPr>
          <a:xfrm>
            <a:off x="10413873" y="5778877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72" name="Rectangle 3971"/>
          <p:cNvSpPr/>
          <p:nvPr/>
        </p:nvSpPr>
        <p:spPr>
          <a:xfrm>
            <a:off x="10369296" y="5996359"/>
            <a:ext cx="178308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73" name="Connector 3972"/>
          <p:cNvCxnSpPr/>
          <p:nvPr/>
        </p:nvCxnSpPr>
        <p:spPr>
          <a:xfrm>
            <a:off x="10369296" y="5983773"/>
            <a:ext cx="178308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74" name="Oval 3973"/>
          <p:cNvSpPr/>
          <p:nvPr/>
        </p:nvSpPr>
        <p:spPr>
          <a:xfrm>
            <a:off x="10444632" y="576058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5" name="Oval 3974"/>
          <p:cNvSpPr/>
          <p:nvPr/>
        </p:nvSpPr>
        <p:spPr>
          <a:xfrm>
            <a:off x="10397799" y="58921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6" name="Oval 3975"/>
          <p:cNvSpPr/>
          <p:nvPr/>
        </p:nvSpPr>
        <p:spPr>
          <a:xfrm>
            <a:off x="10442809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7" name="Oval 3976"/>
          <p:cNvSpPr/>
          <p:nvPr/>
        </p:nvSpPr>
        <p:spPr>
          <a:xfrm>
            <a:off x="10466855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8" name="Oval 3977"/>
          <p:cNvSpPr/>
          <p:nvPr/>
        </p:nvSpPr>
        <p:spPr>
          <a:xfrm>
            <a:off x="10428595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9" name="Oval 3978"/>
          <p:cNvSpPr/>
          <p:nvPr/>
        </p:nvSpPr>
        <p:spPr>
          <a:xfrm>
            <a:off x="10416251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0" name="Oval 3979"/>
          <p:cNvSpPr/>
          <p:nvPr/>
        </p:nvSpPr>
        <p:spPr>
          <a:xfrm>
            <a:off x="10445918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1" name="Oval 3980"/>
          <p:cNvSpPr/>
          <p:nvPr/>
        </p:nvSpPr>
        <p:spPr>
          <a:xfrm>
            <a:off x="10424836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2" name="Oval 3981"/>
          <p:cNvSpPr/>
          <p:nvPr/>
        </p:nvSpPr>
        <p:spPr>
          <a:xfrm>
            <a:off x="10435914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3" name="Oval 3982"/>
          <p:cNvSpPr/>
          <p:nvPr/>
        </p:nvSpPr>
        <p:spPr>
          <a:xfrm>
            <a:off x="10477142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4" name="Oval 3983"/>
          <p:cNvSpPr/>
          <p:nvPr/>
        </p:nvSpPr>
        <p:spPr>
          <a:xfrm>
            <a:off x="10475185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5" name="Oval 3984"/>
          <p:cNvSpPr/>
          <p:nvPr/>
        </p:nvSpPr>
        <p:spPr>
          <a:xfrm>
            <a:off x="10437371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6" name="Oval 3985"/>
          <p:cNvSpPr/>
          <p:nvPr/>
        </p:nvSpPr>
        <p:spPr>
          <a:xfrm>
            <a:off x="10418946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7" name="Oval 3986"/>
          <p:cNvSpPr/>
          <p:nvPr/>
        </p:nvSpPr>
        <p:spPr>
          <a:xfrm>
            <a:off x="10443359" y="594781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8" name="Oval 3987"/>
          <p:cNvSpPr/>
          <p:nvPr/>
        </p:nvSpPr>
        <p:spPr>
          <a:xfrm>
            <a:off x="10456738" y="595087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9" name="Oval 3988"/>
          <p:cNvSpPr/>
          <p:nvPr/>
        </p:nvSpPr>
        <p:spPr>
          <a:xfrm>
            <a:off x="10451622" y="595185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0" name="Oval 3989"/>
          <p:cNvSpPr/>
          <p:nvPr/>
        </p:nvSpPr>
        <p:spPr>
          <a:xfrm>
            <a:off x="10417321" y="595240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1" name="Oval 3990"/>
          <p:cNvSpPr/>
          <p:nvPr/>
        </p:nvSpPr>
        <p:spPr>
          <a:xfrm>
            <a:off x="10443821" y="595498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2" name="Oval 3991"/>
          <p:cNvSpPr/>
          <p:nvPr/>
        </p:nvSpPr>
        <p:spPr>
          <a:xfrm>
            <a:off x="10417136" y="595531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3" name="Oval 3992"/>
          <p:cNvSpPr/>
          <p:nvPr/>
        </p:nvSpPr>
        <p:spPr>
          <a:xfrm>
            <a:off x="10413598" y="59617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4" name="Oval 3993"/>
          <p:cNvSpPr/>
          <p:nvPr/>
        </p:nvSpPr>
        <p:spPr>
          <a:xfrm>
            <a:off x="10461648" y="59622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5" name="Oval 3994"/>
          <p:cNvSpPr/>
          <p:nvPr/>
        </p:nvSpPr>
        <p:spPr>
          <a:xfrm>
            <a:off x="10460899" y="596473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6" name="Oval 3995"/>
          <p:cNvSpPr/>
          <p:nvPr/>
        </p:nvSpPr>
        <p:spPr>
          <a:xfrm>
            <a:off x="10398216" y="596548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7" name="Oval 3996"/>
          <p:cNvSpPr/>
          <p:nvPr/>
        </p:nvSpPr>
        <p:spPr>
          <a:xfrm>
            <a:off x="10418315" y="596578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8" name="Oval 3997"/>
          <p:cNvSpPr/>
          <p:nvPr/>
        </p:nvSpPr>
        <p:spPr>
          <a:xfrm>
            <a:off x="10480439" y="59660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9" name="Oval 3998"/>
          <p:cNvSpPr/>
          <p:nvPr/>
        </p:nvSpPr>
        <p:spPr>
          <a:xfrm>
            <a:off x="10410318" y="596637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0" name="Oval 3999"/>
          <p:cNvSpPr/>
          <p:nvPr/>
        </p:nvSpPr>
        <p:spPr>
          <a:xfrm>
            <a:off x="10418489" y="596734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1" name="Oval 4000"/>
          <p:cNvSpPr/>
          <p:nvPr/>
        </p:nvSpPr>
        <p:spPr>
          <a:xfrm>
            <a:off x="10467054" y="596773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2" name="Oval 4001"/>
          <p:cNvSpPr/>
          <p:nvPr/>
        </p:nvSpPr>
        <p:spPr>
          <a:xfrm>
            <a:off x="10431912" y="597151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3" name="Oval 4002"/>
          <p:cNvSpPr/>
          <p:nvPr/>
        </p:nvSpPr>
        <p:spPr>
          <a:xfrm>
            <a:off x="10454185" y="597271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4" name="Oval 4003"/>
          <p:cNvSpPr/>
          <p:nvPr/>
        </p:nvSpPr>
        <p:spPr>
          <a:xfrm>
            <a:off x="10395853" y="597329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5" name="Oval 4004"/>
          <p:cNvSpPr/>
          <p:nvPr/>
        </p:nvSpPr>
        <p:spPr>
          <a:xfrm>
            <a:off x="10406003" y="597616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6" name="Oval 4005"/>
          <p:cNvSpPr/>
          <p:nvPr/>
        </p:nvSpPr>
        <p:spPr>
          <a:xfrm>
            <a:off x="10425270" y="597733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7" name="Oval 4006"/>
          <p:cNvSpPr/>
          <p:nvPr/>
        </p:nvSpPr>
        <p:spPr>
          <a:xfrm>
            <a:off x="10479288" y="597807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8" name="Oval 4007"/>
          <p:cNvSpPr/>
          <p:nvPr/>
        </p:nvSpPr>
        <p:spPr>
          <a:xfrm>
            <a:off x="10413432" y="598100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9" name="Oval 4008"/>
          <p:cNvSpPr/>
          <p:nvPr/>
        </p:nvSpPr>
        <p:spPr>
          <a:xfrm>
            <a:off x="10435953" y="598110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0" name="Oval 4009"/>
          <p:cNvSpPr/>
          <p:nvPr/>
        </p:nvSpPr>
        <p:spPr>
          <a:xfrm>
            <a:off x="10480523" y="598372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1" name="Oval 4010"/>
          <p:cNvSpPr/>
          <p:nvPr/>
        </p:nvSpPr>
        <p:spPr>
          <a:xfrm>
            <a:off x="10471818" y="598593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2" name="Oval 4011"/>
          <p:cNvSpPr/>
          <p:nvPr/>
        </p:nvSpPr>
        <p:spPr>
          <a:xfrm>
            <a:off x="10420564" y="598743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3" name="Oval 4012"/>
          <p:cNvSpPr/>
          <p:nvPr/>
        </p:nvSpPr>
        <p:spPr>
          <a:xfrm>
            <a:off x="10474669" y="598870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4" name="Oval 4013"/>
          <p:cNvSpPr/>
          <p:nvPr/>
        </p:nvSpPr>
        <p:spPr>
          <a:xfrm>
            <a:off x="10455813" y="598891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5" name="Oval 4014"/>
          <p:cNvSpPr/>
          <p:nvPr/>
        </p:nvSpPr>
        <p:spPr>
          <a:xfrm>
            <a:off x="10458439" y="59915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6" name="Oval 4015"/>
          <p:cNvSpPr/>
          <p:nvPr/>
        </p:nvSpPr>
        <p:spPr>
          <a:xfrm>
            <a:off x="10456270" y="599245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7" name="Oval 4016"/>
          <p:cNvSpPr/>
          <p:nvPr/>
        </p:nvSpPr>
        <p:spPr>
          <a:xfrm>
            <a:off x="10471494" y="599502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8" name="Oval 4017"/>
          <p:cNvSpPr/>
          <p:nvPr/>
        </p:nvSpPr>
        <p:spPr>
          <a:xfrm>
            <a:off x="10474383" y="600014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9" name="TextBox 4018"/>
          <p:cNvSpPr txBox="1"/>
          <p:nvPr/>
        </p:nvSpPr>
        <p:spPr>
          <a:xfrm>
            <a:off x="1030986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0A7D6E"/>
                </a:solidFill>
                <a:latin typeface="Arial"/>
              </a:rPr>
              <a:t>31</a:t>
            </a:r>
          </a:p>
        </p:txBody>
      </p:sp>
      <p:cxnSp>
        <p:nvCxnSpPr>
          <p:cNvPr id="4020" name="Connector 4019"/>
          <p:cNvCxnSpPr/>
          <p:nvPr/>
        </p:nvCxnSpPr>
        <p:spPr>
          <a:xfrm flipV="1">
            <a:off x="10755630" y="5425788"/>
            <a:ext cx="0" cy="587866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1" name="Connector 4020"/>
          <p:cNvCxnSpPr/>
          <p:nvPr/>
        </p:nvCxnSpPr>
        <p:spPr>
          <a:xfrm>
            <a:off x="10711053" y="6013654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22" name="Connector 4021"/>
          <p:cNvCxnSpPr/>
          <p:nvPr/>
        </p:nvCxnSpPr>
        <p:spPr>
          <a:xfrm>
            <a:off x="10711053" y="5425788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23" name="Rectangle 4022"/>
          <p:cNvSpPr/>
          <p:nvPr/>
        </p:nvSpPr>
        <p:spPr>
          <a:xfrm>
            <a:off x="10666476" y="5980734"/>
            <a:ext cx="178308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24" name="Connector 4023"/>
          <p:cNvCxnSpPr/>
          <p:nvPr/>
        </p:nvCxnSpPr>
        <p:spPr>
          <a:xfrm>
            <a:off x="10666476" y="5965807"/>
            <a:ext cx="178308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25" name="Oval 4024"/>
          <p:cNvSpPr/>
          <p:nvPr/>
        </p:nvSpPr>
        <p:spPr>
          <a:xfrm>
            <a:off x="10730075" y="540750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6" name="Oval 4025"/>
          <p:cNvSpPr/>
          <p:nvPr/>
        </p:nvSpPr>
        <p:spPr>
          <a:xfrm>
            <a:off x="10702029" y="545596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7" name="Oval 4026"/>
          <p:cNvSpPr/>
          <p:nvPr/>
        </p:nvSpPr>
        <p:spPr>
          <a:xfrm>
            <a:off x="10708991" y="561520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8" name="Oval 4027"/>
          <p:cNvSpPr/>
          <p:nvPr/>
        </p:nvSpPr>
        <p:spPr>
          <a:xfrm>
            <a:off x="10719033" y="568443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9" name="Oval 4028"/>
          <p:cNvSpPr/>
          <p:nvPr/>
        </p:nvSpPr>
        <p:spPr>
          <a:xfrm>
            <a:off x="10747589" y="57328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0" name="Oval 4029"/>
          <p:cNvSpPr/>
          <p:nvPr/>
        </p:nvSpPr>
        <p:spPr>
          <a:xfrm>
            <a:off x="10695782" y="57328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1" name="Oval 4030"/>
          <p:cNvSpPr/>
          <p:nvPr/>
        </p:nvSpPr>
        <p:spPr>
          <a:xfrm>
            <a:off x="10714291" y="574674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2" name="Oval 4031"/>
          <p:cNvSpPr/>
          <p:nvPr/>
        </p:nvSpPr>
        <p:spPr>
          <a:xfrm>
            <a:off x="10694680" y="576058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3" name="Oval 4032"/>
          <p:cNvSpPr/>
          <p:nvPr/>
        </p:nvSpPr>
        <p:spPr>
          <a:xfrm>
            <a:off x="10741184" y="581597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4" name="Oval 4033"/>
          <p:cNvSpPr/>
          <p:nvPr/>
        </p:nvSpPr>
        <p:spPr>
          <a:xfrm>
            <a:off x="10727332" y="582289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5" name="Oval 4034"/>
          <p:cNvSpPr/>
          <p:nvPr/>
        </p:nvSpPr>
        <p:spPr>
          <a:xfrm>
            <a:off x="10727627" y="582982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6" name="Oval 4035"/>
          <p:cNvSpPr/>
          <p:nvPr/>
        </p:nvSpPr>
        <p:spPr>
          <a:xfrm>
            <a:off x="10748120" y="583674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7" name="Oval 4036"/>
          <p:cNvSpPr/>
          <p:nvPr/>
        </p:nvSpPr>
        <p:spPr>
          <a:xfrm>
            <a:off x="10769274" y="583674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8" name="Oval 4037"/>
          <p:cNvSpPr/>
          <p:nvPr/>
        </p:nvSpPr>
        <p:spPr>
          <a:xfrm>
            <a:off x="10744159" y="58505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9" name="Oval 4038"/>
          <p:cNvSpPr/>
          <p:nvPr/>
        </p:nvSpPr>
        <p:spPr>
          <a:xfrm>
            <a:off x="10720722" y="58505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0" name="Oval 4039"/>
          <p:cNvSpPr/>
          <p:nvPr/>
        </p:nvSpPr>
        <p:spPr>
          <a:xfrm>
            <a:off x="10717485" y="586443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1" name="Oval 4040"/>
          <p:cNvSpPr/>
          <p:nvPr/>
        </p:nvSpPr>
        <p:spPr>
          <a:xfrm>
            <a:off x="10773037" y="586443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2" name="Oval 4041"/>
          <p:cNvSpPr/>
          <p:nvPr/>
        </p:nvSpPr>
        <p:spPr>
          <a:xfrm>
            <a:off x="10733359" y="58713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3" name="Oval 4042"/>
          <p:cNvSpPr/>
          <p:nvPr/>
        </p:nvSpPr>
        <p:spPr>
          <a:xfrm>
            <a:off x="10706136" y="58782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4" name="Oval 4043"/>
          <p:cNvSpPr/>
          <p:nvPr/>
        </p:nvSpPr>
        <p:spPr>
          <a:xfrm>
            <a:off x="10749867" y="58782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5" name="Oval 4044"/>
          <p:cNvSpPr/>
          <p:nvPr/>
        </p:nvSpPr>
        <p:spPr>
          <a:xfrm>
            <a:off x="10740724" y="58782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6" name="Oval 4045"/>
          <p:cNvSpPr/>
          <p:nvPr/>
        </p:nvSpPr>
        <p:spPr>
          <a:xfrm>
            <a:off x="10760810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7" name="Oval 4046"/>
          <p:cNvSpPr/>
          <p:nvPr/>
        </p:nvSpPr>
        <p:spPr>
          <a:xfrm>
            <a:off x="10780577" y="58921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8" name="Oval 4047"/>
          <p:cNvSpPr/>
          <p:nvPr/>
        </p:nvSpPr>
        <p:spPr>
          <a:xfrm>
            <a:off x="10722681" y="58921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9" name="Oval 4048"/>
          <p:cNvSpPr/>
          <p:nvPr/>
        </p:nvSpPr>
        <p:spPr>
          <a:xfrm>
            <a:off x="10743495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0" name="Oval 4049"/>
          <p:cNvSpPr/>
          <p:nvPr/>
        </p:nvSpPr>
        <p:spPr>
          <a:xfrm>
            <a:off x="10730986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1" name="Oval 4050"/>
          <p:cNvSpPr/>
          <p:nvPr/>
        </p:nvSpPr>
        <p:spPr>
          <a:xfrm>
            <a:off x="10742564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2" name="Oval 4051"/>
          <p:cNvSpPr/>
          <p:nvPr/>
        </p:nvSpPr>
        <p:spPr>
          <a:xfrm>
            <a:off x="10734915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3" name="Oval 4052"/>
          <p:cNvSpPr/>
          <p:nvPr/>
        </p:nvSpPr>
        <p:spPr>
          <a:xfrm>
            <a:off x="10751486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4" name="Oval 4053"/>
          <p:cNvSpPr/>
          <p:nvPr/>
        </p:nvSpPr>
        <p:spPr>
          <a:xfrm>
            <a:off x="10708480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5" name="Oval 4054"/>
          <p:cNvSpPr/>
          <p:nvPr/>
        </p:nvSpPr>
        <p:spPr>
          <a:xfrm>
            <a:off x="10737375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6" name="Oval 4055"/>
          <p:cNvSpPr/>
          <p:nvPr/>
        </p:nvSpPr>
        <p:spPr>
          <a:xfrm>
            <a:off x="10763448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7" name="Oval 4056"/>
          <p:cNvSpPr/>
          <p:nvPr/>
        </p:nvSpPr>
        <p:spPr>
          <a:xfrm>
            <a:off x="10704369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8" name="Oval 4057"/>
          <p:cNvSpPr/>
          <p:nvPr/>
        </p:nvSpPr>
        <p:spPr>
          <a:xfrm>
            <a:off x="10692811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9" name="Oval 4058"/>
          <p:cNvSpPr/>
          <p:nvPr/>
        </p:nvSpPr>
        <p:spPr>
          <a:xfrm>
            <a:off x="10781035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0" name="Oval 4059"/>
          <p:cNvSpPr/>
          <p:nvPr/>
        </p:nvSpPr>
        <p:spPr>
          <a:xfrm>
            <a:off x="10757652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1" name="Oval 4060"/>
          <p:cNvSpPr/>
          <p:nvPr/>
        </p:nvSpPr>
        <p:spPr>
          <a:xfrm>
            <a:off x="10759121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2" name="Oval 4061"/>
          <p:cNvSpPr/>
          <p:nvPr/>
        </p:nvSpPr>
        <p:spPr>
          <a:xfrm>
            <a:off x="10767038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3" name="Oval 4062"/>
          <p:cNvSpPr/>
          <p:nvPr/>
        </p:nvSpPr>
        <p:spPr>
          <a:xfrm>
            <a:off x="10705942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4" name="Oval 4063"/>
          <p:cNvSpPr/>
          <p:nvPr/>
        </p:nvSpPr>
        <p:spPr>
          <a:xfrm>
            <a:off x="10710252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5" name="Oval 4064"/>
          <p:cNvSpPr/>
          <p:nvPr/>
        </p:nvSpPr>
        <p:spPr>
          <a:xfrm>
            <a:off x="10766353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6" name="Oval 4065"/>
          <p:cNvSpPr/>
          <p:nvPr/>
        </p:nvSpPr>
        <p:spPr>
          <a:xfrm>
            <a:off x="10736790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7" name="Oval 4066"/>
          <p:cNvSpPr/>
          <p:nvPr/>
        </p:nvSpPr>
        <p:spPr>
          <a:xfrm>
            <a:off x="10747459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8" name="Oval 4067"/>
          <p:cNvSpPr/>
          <p:nvPr/>
        </p:nvSpPr>
        <p:spPr>
          <a:xfrm>
            <a:off x="10718722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9" name="Oval 4068"/>
          <p:cNvSpPr/>
          <p:nvPr/>
        </p:nvSpPr>
        <p:spPr>
          <a:xfrm>
            <a:off x="10697141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0" name="Oval 4069"/>
          <p:cNvSpPr/>
          <p:nvPr/>
        </p:nvSpPr>
        <p:spPr>
          <a:xfrm>
            <a:off x="10776588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1" name="Oval 4070"/>
          <p:cNvSpPr/>
          <p:nvPr/>
        </p:nvSpPr>
        <p:spPr>
          <a:xfrm>
            <a:off x="10702050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2" name="Oval 4071"/>
          <p:cNvSpPr/>
          <p:nvPr/>
        </p:nvSpPr>
        <p:spPr>
          <a:xfrm>
            <a:off x="10718585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3" name="Oval 4072"/>
          <p:cNvSpPr/>
          <p:nvPr/>
        </p:nvSpPr>
        <p:spPr>
          <a:xfrm>
            <a:off x="10713088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4" name="Oval 4073"/>
          <p:cNvSpPr/>
          <p:nvPr/>
        </p:nvSpPr>
        <p:spPr>
          <a:xfrm>
            <a:off x="10710485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5" name="Oval 4074"/>
          <p:cNvSpPr/>
          <p:nvPr/>
        </p:nvSpPr>
        <p:spPr>
          <a:xfrm>
            <a:off x="10723485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6" name="Oval 4075"/>
          <p:cNvSpPr/>
          <p:nvPr/>
        </p:nvSpPr>
        <p:spPr>
          <a:xfrm>
            <a:off x="10702277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7" name="Oval 4076"/>
          <p:cNvSpPr/>
          <p:nvPr/>
        </p:nvSpPr>
        <p:spPr>
          <a:xfrm>
            <a:off x="10712186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8" name="Oval 4077"/>
          <p:cNvSpPr/>
          <p:nvPr/>
        </p:nvSpPr>
        <p:spPr>
          <a:xfrm>
            <a:off x="10780409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9" name="Oval 4078"/>
          <p:cNvSpPr/>
          <p:nvPr/>
        </p:nvSpPr>
        <p:spPr>
          <a:xfrm>
            <a:off x="10706268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0" name="Oval 4079"/>
          <p:cNvSpPr/>
          <p:nvPr/>
        </p:nvSpPr>
        <p:spPr>
          <a:xfrm>
            <a:off x="10726360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1" name="Oval 4080"/>
          <p:cNvSpPr/>
          <p:nvPr/>
        </p:nvSpPr>
        <p:spPr>
          <a:xfrm>
            <a:off x="10738775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2" name="Oval 4081"/>
          <p:cNvSpPr/>
          <p:nvPr/>
        </p:nvSpPr>
        <p:spPr>
          <a:xfrm>
            <a:off x="10726607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3" name="Oval 4082"/>
          <p:cNvSpPr/>
          <p:nvPr/>
        </p:nvSpPr>
        <p:spPr>
          <a:xfrm>
            <a:off x="10780757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4" name="Oval 4083"/>
          <p:cNvSpPr/>
          <p:nvPr/>
        </p:nvSpPr>
        <p:spPr>
          <a:xfrm>
            <a:off x="10702028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5" name="Oval 4084"/>
          <p:cNvSpPr/>
          <p:nvPr/>
        </p:nvSpPr>
        <p:spPr>
          <a:xfrm>
            <a:off x="10725020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6" name="Oval 4085"/>
          <p:cNvSpPr/>
          <p:nvPr/>
        </p:nvSpPr>
        <p:spPr>
          <a:xfrm>
            <a:off x="10750311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7" name="Oval 4086"/>
          <p:cNvSpPr/>
          <p:nvPr/>
        </p:nvSpPr>
        <p:spPr>
          <a:xfrm>
            <a:off x="10759610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8" name="Oval 4087"/>
          <p:cNvSpPr/>
          <p:nvPr/>
        </p:nvSpPr>
        <p:spPr>
          <a:xfrm>
            <a:off x="10724144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9" name="Oval 4088"/>
          <p:cNvSpPr/>
          <p:nvPr/>
        </p:nvSpPr>
        <p:spPr>
          <a:xfrm>
            <a:off x="10712488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0" name="Oval 4089"/>
          <p:cNvSpPr/>
          <p:nvPr/>
        </p:nvSpPr>
        <p:spPr>
          <a:xfrm>
            <a:off x="10699785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1" name="Oval 4090"/>
          <p:cNvSpPr/>
          <p:nvPr/>
        </p:nvSpPr>
        <p:spPr>
          <a:xfrm>
            <a:off x="10699163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2" name="Oval 4091"/>
          <p:cNvSpPr/>
          <p:nvPr/>
        </p:nvSpPr>
        <p:spPr>
          <a:xfrm>
            <a:off x="10754506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3" name="Oval 4092"/>
          <p:cNvSpPr/>
          <p:nvPr/>
        </p:nvSpPr>
        <p:spPr>
          <a:xfrm>
            <a:off x="10757331" y="594756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4" name="Oval 4093"/>
          <p:cNvSpPr/>
          <p:nvPr/>
        </p:nvSpPr>
        <p:spPr>
          <a:xfrm>
            <a:off x="10767942" y="594756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5" name="Oval 4094"/>
          <p:cNvSpPr/>
          <p:nvPr/>
        </p:nvSpPr>
        <p:spPr>
          <a:xfrm>
            <a:off x="10751007" y="594808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6" name="Oval 4095"/>
          <p:cNvSpPr/>
          <p:nvPr/>
        </p:nvSpPr>
        <p:spPr>
          <a:xfrm>
            <a:off x="10779983" y="594965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7" name="Oval 4096"/>
          <p:cNvSpPr/>
          <p:nvPr/>
        </p:nvSpPr>
        <p:spPr>
          <a:xfrm>
            <a:off x="10734954" y="594982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8" name="Oval 4097"/>
          <p:cNvSpPr/>
          <p:nvPr/>
        </p:nvSpPr>
        <p:spPr>
          <a:xfrm>
            <a:off x="10705849" y="595078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9" name="Oval 4098"/>
          <p:cNvSpPr/>
          <p:nvPr/>
        </p:nvSpPr>
        <p:spPr>
          <a:xfrm>
            <a:off x="10767365" y="595233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0" name="Oval 4099"/>
          <p:cNvSpPr/>
          <p:nvPr/>
        </p:nvSpPr>
        <p:spPr>
          <a:xfrm>
            <a:off x="10766216" y="595269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1" name="Oval 4100"/>
          <p:cNvSpPr/>
          <p:nvPr/>
        </p:nvSpPr>
        <p:spPr>
          <a:xfrm>
            <a:off x="10753761" y="595293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2" name="Oval 4101"/>
          <p:cNvSpPr/>
          <p:nvPr/>
        </p:nvSpPr>
        <p:spPr>
          <a:xfrm>
            <a:off x="10696088" y="595352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3" name="Oval 4102"/>
          <p:cNvSpPr/>
          <p:nvPr/>
        </p:nvSpPr>
        <p:spPr>
          <a:xfrm>
            <a:off x="10722875" y="595373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4" name="Oval 4103"/>
          <p:cNvSpPr/>
          <p:nvPr/>
        </p:nvSpPr>
        <p:spPr>
          <a:xfrm>
            <a:off x="10723718" y="595404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5" name="Oval 4104"/>
          <p:cNvSpPr/>
          <p:nvPr/>
        </p:nvSpPr>
        <p:spPr>
          <a:xfrm>
            <a:off x="10731144" y="595427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6" name="Oval 4105"/>
          <p:cNvSpPr/>
          <p:nvPr/>
        </p:nvSpPr>
        <p:spPr>
          <a:xfrm>
            <a:off x="10715311" y="595433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7" name="Oval 4106"/>
          <p:cNvSpPr/>
          <p:nvPr/>
        </p:nvSpPr>
        <p:spPr>
          <a:xfrm>
            <a:off x="10722801" y="595443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8" name="Oval 4107"/>
          <p:cNvSpPr/>
          <p:nvPr/>
        </p:nvSpPr>
        <p:spPr>
          <a:xfrm>
            <a:off x="10746604" y="595450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9" name="Oval 4108"/>
          <p:cNvSpPr/>
          <p:nvPr/>
        </p:nvSpPr>
        <p:spPr>
          <a:xfrm>
            <a:off x="10756305" y="595512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0" name="Oval 4109"/>
          <p:cNvSpPr/>
          <p:nvPr/>
        </p:nvSpPr>
        <p:spPr>
          <a:xfrm>
            <a:off x="10754415" y="595538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1" name="Oval 4110"/>
          <p:cNvSpPr/>
          <p:nvPr/>
        </p:nvSpPr>
        <p:spPr>
          <a:xfrm>
            <a:off x="10736495" y="595585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2" name="Oval 4111"/>
          <p:cNvSpPr/>
          <p:nvPr/>
        </p:nvSpPr>
        <p:spPr>
          <a:xfrm>
            <a:off x="10776194" y="595659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3" name="Oval 4112"/>
          <p:cNvSpPr/>
          <p:nvPr/>
        </p:nvSpPr>
        <p:spPr>
          <a:xfrm>
            <a:off x="10757818" y="595708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4" name="Oval 4113"/>
          <p:cNvSpPr/>
          <p:nvPr/>
        </p:nvSpPr>
        <p:spPr>
          <a:xfrm>
            <a:off x="10759731" y="595716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5" name="Oval 4114"/>
          <p:cNvSpPr/>
          <p:nvPr/>
        </p:nvSpPr>
        <p:spPr>
          <a:xfrm>
            <a:off x="10776382" y="595900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6" name="Oval 4115"/>
          <p:cNvSpPr/>
          <p:nvPr/>
        </p:nvSpPr>
        <p:spPr>
          <a:xfrm>
            <a:off x="10755077" y="596054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7" name="Oval 4116"/>
          <p:cNvSpPr/>
          <p:nvPr/>
        </p:nvSpPr>
        <p:spPr>
          <a:xfrm>
            <a:off x="10738115" y="59611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8" name="Oval 4117"/>
          <p:cNvSpPr/>
          <p:nvPr/>
        </p:nvSpPr>
        <p:spPr>
          <a:xfrm>
            <a:off x="10779747" y="596244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9" name="Oval 4118"/>
          <p:cNvSpPr/>
          <p:nvPr/>
        </p:nvSpPr>
        <p:spPr>
          <a:xfrm>
            <a:off x="10748161" y="596284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0" name="Oval 4119"/>
          <p:cNvSpPr/>
          <p:nvPr/>
        </p:nvSpPr>
        <p:spPr>
          <a:xfrm>
            <a:off x="10768888" y="596329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1" name="Oval 4120"/>
          <p:cNvSpPr/>
          <p:nvPr/>
        </p:nvSpPr>
        <p:spPr>
          <a:xfrm>
            <a:off x="10769096" y="596348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2" name="Oval 4121"/>
          <p:cNvSpPr/>
          <p:nvPr/>
        </p:nvSpPr>
        <p:spPr>
          <a:xfrm>
            <a:off x="10741997" y="596412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3" name="Oval 4122"/>
          <p:cNvSpPr/>
          <p:nvPr/>
        </p:nvSpPr>
        <p:spPr>
          <a:xfrm>
            <a:off x="10758347" y="59643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4" name="Oval 4123"/>
          <p:cNvSpPr/>
          <p:nvPr/>
        </p:nvSpPr>
        <p:spPr>
          <a:xfrm>
            <a:off x="10723893" y="596443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5" name="Oval 4124"/>
          <p:cNvSpPr/>
          <p:nvPr/>
        </p:nvSpPr>
        <p:spPr>
          <a:xfrm>
            <a:off x="10726592" y="596445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6" name="Oval 4125"/>
          <p:cNvSpPr/>
          <p:nvPr/>
        </p:nvSpPr>
        <p:spPr>
          <a:xfrm>
            <a:off x="10750442" y="596527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7" name="Oval 4126"/>
          <p:cNvSpPr/>
          <p:nvPr/>
        </p:nvSpPr>
        <p:spPr>
          <a:xfrm>
            <a:off x="10775502" y="596583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8" name="Oval 4127"/>
          <p:cNvSpPr/>
          <p:nvPr/>
        </p:nvSpPr>
        <p:spPr>
          <a:xfrm>
            <a:off x="10698523" y="596792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9" name="Oval 4128"/>
          <p:cNvSpPr/>
          <p:nvPr/>
        </p:nvSpPr>
        <p:spPr>
          <a:xfrm>
            <a:off x="10725713" y="596943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0" name="Oval 4129"/>
          <p:cNvSpPr/>
          <p:nvPr/>
        </p:nvSpPr>
        <p:spPr>
          <a:xfrm>
            <a:off x="10766331" y="597034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1" name="Oval 4130"/>
          <p:cNvSpPr/>
          <p:nvPr/>
        </p:nvSpPr>
        <p:spPr>
          <a:xfrm>
            <a:off x="10727899" y="597433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2" name="Oval 4131"/>
          <p:cNvSpPr/>
          <p:nvPr/>
        </p:nvSpPr>
        <p:spPr>
          <a:xfrm>
            <a:off x="10776439" y="597451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3" name="Oval 4132"/>
          <p:cNvSpPr/>
          <p:nvPr/>
        </p:nvSpPr>
        <p:spPr>
          <a:xfrm>
            <a:off x="10746005" y="59746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4" name="Oval 4133"/>
          <p:cNvSpPr/>
          <p:nvPr/>
        </p:nvSpPr>
        <p:spPr>
          <a:xfrm>
            <a:off x="10722808" y="597488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5" name="Oval 4134"/>
          <p:cNvSpPr/>
          <p:nvPr/>
        </p:nvSpPr>
        <p:spPr>
          <a:xfrm>
            <a:off x="10729340" y="597515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6" name="Oval 4135"/>
          <p:cNvSpPr/>
          <p:nvPr/>
        </p:nvSpPr>
        <p:spPr>
          <a:xfrm>
            <a:off x="10731106" y="597519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7" name="Oval 4136"/>
          <p:cNvSpPr/>
          <p:nvPr/>
        </p:nvSpPr>
        <p:spPr>
          <a:xfrm>
            <a:off x="10713311" y="597577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8" name="Oval 4137"/>
          <p:cNvSpPr/>
          <p:nvPr/>
        </p:nvSpPr>
        <p:spPr>
          <a:xfrm>
            <a:off x="10708378" y="597638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9" name="Oval 4138"/>
          <p:cNvSpPr/>
          <p:nvPr/>
        </p:nvSpPr>
        <p:spPr>
          <a:xfrm>
            <a:off x="10700919" y="597683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0" name="Oval 4139"/>
          <p:cNvSpPr/>
          <p:nvPr/>
        </p:nvSpPr>
        <p:spPr>
          <a:xfrm>
            <a:off x="10769324" y="597704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1" name="Oval 4140"/>
          <p:cNvSpPr/>
          <p:nvPr/>
        </p:nvSpPr>
        <p:spPr>
          <a:xfrm>
            <a:off x="10753772" y="597812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2" name="Oval 4141"/>
          <p:cNvSpPr/>
          <p:nvPr/>
        </p:nvSpPr>
        <p:spPr>
          <a:xfrm>
            <a:off x="10698093" y="597970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3" name="Oval 4142"/>
          <p:cNvSpPr/>
          <p:nvPr/>
        </p:nvSpPr>
        <p:spPr>
          <a:xfrm>
            <a:off x="10729256" y="598122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4" name="Oval 4143"/>
          <p:cNvSpPr/>
          <p:nvPr/>
        </p:nvSpPr>
        <p:spPr>
          <a:xfrm>
            <a:off x="10767506" y="598183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5" name="Oval 4144"/>
          <p:cNvSpPr/>
          <p:nvPr/>
        </p:nvSpPr>
        <p:spPr>
          <a:xfrm>
            <a:off x="10745158" y="59818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6" name="Oval 4145"/>
          <p:cNvSpPr/>
          <p:nvPr/>
        </p:nvSpPr>
        <p:spPr>
          <a:xfrm>
            <a:off x="10718895" y="598322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7" name="Oval 4146"/>
          <p:cNvSpPr/>
          <p:nvPr/>
        </p:nvSpPr>
        <p:spPr>
          <a:xfrm>
            <a:off x="10712484" y="59843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8" name="Oval 4147"/>
          <p:cNvSpPr/>
          <p:nvPr/>
        </p:nvSpPr>
        <p:spPr>
          <a:xfrm>
            <a:off x="10769027" y="599348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9" name="Oval 4148"/>
          <p:cNvSpPr/>
          <p:nvPr/>
        </p:nvSpPr>
        <p:spPr>
          <a:xfrm>
            <a:off x="10761449" y="599536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0" name="TextBox 4149"/>
          <p:cNvSpPr txBox="1"/>
          <p:nvPr/>
        </p:nvSpPr>
        <p:spPr>
          <a:xfrm>
            <a:off x="1060704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0A7D6E"/>
                </a:solidFill>
                <a:latin typeface="Arial"/>
              </a:rPr>
              <a:t>6</a:t>
            </a:r>
          </a:p>
        </p:txBody>
      </p:sp>
      <p:cxnSp>
        <p:nvCxnSpPr>
          <p:cNvPr id="4151" name="Connector 4150"/>
          <p:cNvCxnSpPr/>
          <p:nvPr/>
        </p:nvCxnSpPr>
        <p:spPr>
          <a:xfrm flipV="1">
            <a:off x="11052810" y="5702721"/>
            <a:ext cx="0" cy="315315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2" name="Connector 4151"/>
          <p:cNvCxnSpPr/>
          <p:nvPr/>
        </p:nvCxnSpPr>
        <p:spPr>
          <a:xfrm>
            <a:off x="11008233" y="6018036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3" name="Connector 4152"/>
          <p:cNvCxnSpPr/>
          <p:nvPr/>
        </p:nvCxnSpPr>
        <p:spPr>
          <a:xfrm>
            <a:off x="11008233" y="5702721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54" name="Rectangle 4153"/>
          <p:cNvSpPr/>
          <p:nvPr/>
        </p:nvSpPr>
        <p:spPr>
          <a:xfrm>
            <a:off x="10963656" y="5992131"/>
            <a:ext cx="178308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55" name="Connector 4154"/>
          <p:cNvCxnSpPr/>
          <p:nvPr/>
        </p:nvCxnSpPr>
        <p:spPr>
          <a:xfrm>
            <a:off x="10963656" y="5970812"/>
            <a:ext cx="178308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56" name="Oval 4155"/>
          <p:cNvSpPr/>
          <p:nvPr/>
        </p:nvSpPr>
        <p:spPr>
          <a:xfrm>
            <a:off x="11020889" y="568443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7" name="Oval 4156"/>
          <p:cNvSpPr/>
          <p:nvPr/>
        </p:nvSpPr>
        <p:spPr>
          <a:xfrm>
            <a:off x="11005004" y="57190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8" name="Oval 4157"/>
          <p:cNvSpPr/>
          <p:nvPr/>
        </p:nvSpPr>
        <p:spPr>
          <a:xfrm>
            <a:off x="11000630" y="578135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9" name="Oval 4158"/>
          <p:cNvSpPr/>
          <p:nvPr/>
        </p:nvSpPr>
        <p:spPr>
          <a:xfrm>
            <a:off x="11042665" y="578135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0" name="Oval 4159"/>
          <p:cNvSpPr/>
          <p:nvPr/>
        </p:nvSpPr>
        <p:spPr>
          <a:xfrm>
            <a:off x="11073902" y="578828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1" name="Oval 4160"/>
          <p:cNvSpPr/>
          <p:nvPr/>
        </p:nvSpPr>
        <p:spPr>
          <a:xfrm>
            <a:off x="11001392" y="579520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2" name="Oval 4161"/>
          <p:cNvSpPr/>
          <p:nvPr/>
        </p:nvSpPr>
        <p:spPr>
          <a:xfrm>
            <a:off x="11051561" y="579520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3" name="Oval 4162"/>
          <p:cNvSpPr/>
          <p:nvPr/>
        </p:nvSpPr>
        <p:spPr>
          <a:xfrm>
            <a:off x="11073268" y="581597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4" name="Oval 4163"/>
          <p:cNvSpPr/>
          <p:nvPr/>
        </p:nvSpPr>
        <p:spPr>
          <a:xfrm>
            <a:off x="11040883" y="582289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5" name="Oval 4164"/>
          <p:cNvSpPr/>
          <p:nvPr/>
        </p:nvSpPr>
        <p:spPr>
          <a:xfrm>
            <a:off x="11016556" y="583674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6" name="Oval 4165"/>
          <p:cNvSpPr/>
          <p:nvPr/>
        </p:nvSpPr>
        <p:spPr>
          <a:xfrm>
            <a:off x="11035736" y="584366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7" name="Oval 4166"/>
          <p:cNvSpPr/>
          <p:nvPr/>
        </p:nvSpPr>
        <p:spPr>
          <a:xfrm>
            <a:off x="11012422" y="584366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8" name="Oval 4167"/>
          <p:cNvSpPr/>
          <p:nvPr/>
        </p:nvSpPr>
        <p:spPr>
          <a:xfrm>
            <a:off x="11034942" y="58713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9" name="Oval 4168"/>
          <p:cNvSpPr/>
          <p:nvPr/>
        </p:nvSpPr>
        <p:spPr>
          <a:xfrm>
            <a:off x="11002699" y="58782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0" name="Oval 4169"/>
          <p:cNvSpPr/>
          <p:nvPr/>
        </p:nvSpPr>
        <p:spPr>
          <a:xfrm>
            <a:off x="11013845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1" name="Oval 4170"/>
          <p:cNvSpPr/>
          <p:nvPr/>
        </p:nvSpPr>
        <p:spPr>
          <a:xfrm>
            <a:off x="11019261" y="58921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2" name="Oval 4171"/>
          <p:cNvSpPr/>
          <p:nvPr/>
        </p:nvSpPr>
        <p:spPr>
          <a:xfrm>
            <a:off x="11068852" y="58921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3" name="Oval 4172"/>
          <p:cNvSpPr/>
          <p:nvPr/>
        </p:nvSpPr>
        <p:spPr>
          <a:xfrm>
            <a:off x="11025570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4" name="Oval 4173"/>
          <p:cNvSpPr/>
          <p:nvPr/>
        </p:nvSpPr>
        <p:spPr>
          <a:xfrm>
            <a:off x="11070012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5" name="Oval 4174"/>
          <p:cNvSpPr/>
          <p:nvPr/>
        </p:nvSpPr>
        <p:spPr>
          <a:xfrm>
            <a:off x="11015867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6" name="Oval 4175"/>
          <p:cNvSpPr/>
          <p:nvPr/>
        </p:nvSpPr>
        <p:spPr>
          <a:xfrm>
            <a:off x="11012612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7" name="Oval 4176"/>
          <p:cNvSpPr/>
          <p:nvPr/>
        </p:nvSpPr>
        <p:spPr>
          <a:xfrm>
            <a:off x="11064342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8" name="Oval 4177"/>
          <p:cNvSpPr/>
          <p:nvPr/>
        </p:nvSpPr>
        <p:spPr>
          <a:xfrm>
            <a:off x="11076794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9" name="Oval 4178"/>
          <p:cNvSpPr/>
          <p:nvPr/>
        </p:nvSpPr>
        <p:spPr>
          <a:xfrm>
            <a:off x="11002247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0" name="Oval 4179"/>
          <p:cNvSpPr/>
          <p:nvPr/>
        </p:nvSpPr>
        <p:spPr>
          <a:xfrm>
            <a:off x="11013116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1" name="Oval 4180"/>
          <p:cNvSpPr/>
          <p:nvPr/>
        </p:nvSpPr>
        <p:spPr>
          <a:xfrm>
            <a:off x="11061567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2" name="Oval 4181"/>
          <p:cNvSpPr/>
          <p:nvPr/>
        </p:nvSpPr>
        <p:spPr>
          <a:xfrm>
            <a:off x="11006459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3" name="Oval 4182"/>
          <p:cNvSpPr/>
          <p:nvPr/>
        </p:nvSpPr>
        <p:spPr>
          <a:xfrm>
            <a:off x="10994241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4" name="Oval 4183"/>
          <p:cNvSpPr/>
          <p:nvPr/>
        </p:nvSpPr>
        <p:spPr>
          <a:xfrm>
            <a:off x="11008407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5" name="Oval 4184"/>
          <p:cNvSpPr/>
          <p:nvPr/>
        </p:nvSpPr>
        <p:spPr>
          <a:xfrm>
            <a:off x="11030839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6" name="Oval 4185"/>
          <p:cNvSpPr/>
          <p:nvPr/>
        </p:nvSpPr>
        <p:spPr>
          <a:xfrm>
            <a:off x="11054686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7" name="Oval 4186"/>
          <p:cNvSpPr/>
          <p:nvPr/>
        </p:nvSpPr>
        <p:spPr>
          <a:xfrm>
            <a:off x="11046641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8" name="Oval 4187"/>
          <p:cNvSpPr/>
          <p:nvPr/>
        </p:nvSpPr>
        <p:spPr>
          <a:xfrm>
            <a:off x="11046109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9" name="Oval 4188"/>
          <p:cNvSpPr/>
          <p:nvPr/>
        </p:nvSpPr>
        <p:spPr>
          <a:xfrm>
            <a:off x="10997761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0" name="Oval 4189"/>
          <p:cNvSpPr/>
          <p:nvPr/>
        </p:nvSpPr>
        <p:spPr>
          <a:xfrm>
            <a:off x="11005508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1" name="Oval 4190"/>
          <p:cNvSpPr/>
          <p:nvPr/>
        </p:nvSpPr>
        <p:spPr>
          <a:xfrm>
            <a:off x="10992288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2" name="Oval 4191"/>
          <p:cNvSpPr/>
          <p:nvPr/>
        </p:nvSpPr>
        <p:spPr>
          <a:xfrm>
            <a:off x="11027804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3" name="Oval 4192"/>
          <p:cNvSpPr/>
          <p:nvPr/>
        </p:nvSpPr>
        <p:spPr>
          <a:xfrm>
            <a:off x="11014121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4" name="Oval 4193"/>
          <p:cNvSpPr/>
          <p:nvPr/>
        </p:nvSpPr>
        <p:spPr>
          <a:xfrm>
            <a:off x="11058412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5" name="Oval 4194"/>
          <p:cNvSpPr/>
          <p:nvPr/>
        </p:nvSpPr>
        <p:spPr>
          <a:xfrm>
            <a:off x="10991948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6" name="Oval 4195"/>
          <p:cNvSpPr/>
          <p:nvPr/>
        </p:nvSpPr>
        <p:spPr>
          <a:xfrm>
            <a:off x="11052591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7" name="Oval 4196"/>
          <p:cNvSpPr/>
          <p:nvPr/>
        </p:nvSpPr>
        <p:spPr>
          <a:xfrm>
            <a:off x="11004797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8" name="Oval 4197"/>
          <p:cNvSpPr/>
          <p:nvPr/>
        </p:nvSpPr>
        <p:spPr>
          <a:xfrm>
            <a:off x="11004731" y="595028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9" name="Oval 4198"/>
          <p:cNvSpPr/>
          <p:nvPr/>
        </p:nvSpPr>
        <p:spPr>
          <a:xfrm>
            <a:off x="11008817" y="595132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0" name="Oval 4199"/>
          <p:cNvSpPr/>
          <p:nvPr/>
        </p:nvSpPr>
        <p:spPr>
          <a:xfrm>
            <a:off x="11048967" y="595185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1" name="Oval 4200"/>
          <p:cNvSpPr/>
          <p:nvPr/>
        </p:nvSpPr>
        <p:spPr>
          <a:xfrm>
            <a:off x="11025684" y="595230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2" name="Oval 4201"/>
          <p:cNvSpPr/>
          <p:nvPr/>
        </p:nvSpPr>
        <p:spPr>
          <a:xfrm>
            <a:off x="11055336" y="595274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3" name="Oval 4202"/>
          <p:cNvSpPr/>
          <p:nvPr/>
        </p:nvSpPr>
        <p:spPr>
          <a:xfrm>
            <a:off x="11064117" y="595281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4" name="Oval 4203"/>
          <p:cNvSpPr/>
          <p:nvPr/>
        </p:nvSpPr>
        <p:spPr>
          <a:xfrm>
            <a:off x="11052557" y="59539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5" name="Oval 4204"/>
          <p:cNvSpPr/>
          <p:nvPr/>
        </p:nvSpPr>
        <p:spPr>
          <a:xfrm>
            <a:off x="11072303" y="595634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6" name="Oval 4205"/>
          <p:cNvSpPr/>
          <p:nvPr/>
        </p:nvSpPr>
        <p:spPr>
          <a:xfrm>
            <a:off x="11008056" y="595858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7" name="Oval 4206"/>
          <p:cNvSpPr/>
          <p:nvPr/>
        </p:nvSpPr>
        <p:spPr>
          <a:xfrm>
            <a:off x="10997021" y="595877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8" name="Oval 4207"/>
          <p:cNvSpPr/>
          <p:nvPr/>
        </p:nvSpPr>
        <p:spPr>
          <a:xfrm>
            <a:off x="11008701" y="595908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9" name="Oval 4208"/>
          <p:cNvSpPr/>
          <p:nvPr/>
        </p:nvSpPr>
        <p:spPr>
          <a:xfrm>
            <a:off x="11048420" y="59599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0" name="Oval 4209"/>
          <p:cNvSpPr/>
          <p:nvPr/>
        </p:nvSpPr>
        <p:spPr>
          <a:xfrm>
            <a:off x="11005040" y="596158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1" name="Oval 4210"/>
          <p:cNvSpPr/>
          <p:nvPr/>
        </p:nvSpPr>
        <p:spPr>
          <a:xfrm>
            <a:off x="11027676" y="596185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2" name="Oval 4211"/>
          <p:cNvSpPr/>
          <p:nvPr/>
        </p:nvSpPr>
        <p:spPr>
          <a:xfrm>
            <a:off x="11075049" y="596254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3" name="Oval 4212"/>
          <p:cNvSpPr/>
          <p:nvPr/>
        </p:nvSpPr>
        <p:spPr>
          <a:xfrm>
            <a:off x="11027483" y="59646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4" name="Oval 4213"/>
          <p:cNvSpPr/>
          <p:nvPr/>
        </p:nvSpPr>
        <p:spPr>
          <a:xfrm>
            <a:off x="11051534" y="596504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5" name="Oval 4214"/>
          <p:cNvSpPr/>
          <p:nvPr/>
        </p:nvSpPr>
        <p:spPr>
          <a:xfrm>
            <a:off x="11023586" y="596575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6" name="Oval 4215"/>
          <p:cNvSpPr/>
          <p:nvPr/>
        </p:nvSpPr>
        <p:spPr>
          <a:xfrm>
            <a:off x="11051600" y="596603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7" name="Oval 4216"/>
          <p:cNvSpPr/>
          <p:nvPr/>
        </p:nvSpPr>
        <p:spPr>
          <a:xfrm>
            <a:off x="11013382" y="596723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8" name="Oval 4217"/>
          <p:cNvSpPr/>
          <p:nvPr/>
        </p:nvSpPr>
        <p:spPr>
          <a:xfrm>
            <a:off x="11022383" y="59674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9" name="Oval 4218"/>
          <p:cNvSpPr/>
          <p:nvPr/>
        </p:nvSpPr>
        <p:spPr>
          <a:xfrm>
            <a:off x="11023492" y="596863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0" name="Oval 4219"/>
          <p:cNvSpPr/>
          <p:nvPr/>
        </p:nvSpPr>
        <p:spPr>
          <a:xfrm>
            <a:off x="11011927" y="59699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1" name="Oval 4220"/>
          <p:cNvSpPr/>
          <p:nvPr/>
        </p:nvSpPr>
        <p:spPr>
          <a:xfrm>
            <a:off x="11021428" y="597136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2" name="Oval 4221"/>
          <p:cNvSpPr/>
          <p:nvPr/>
        </p:nvSpPr>
        <p:spPr>
          <a:xfrm>
            <a:off x="11002183" y="597212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3" name="Oval 4222"/>
          <p:cNvSpPr/>
          <p:nvPr/>
        </p:nvSpPr>
        <p:spPr>
          <a:xfrm>
            <a:off x="10998480" y="597316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4" name="Oval 4223"/>
          <p:cNvSpPr/>
          <p:nvPr/>
        </p:nvSpPr>
        <p:spPr>
          <a:xfrm>
            <a:off x="11041017" y="597370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5" name="Oval 4224"/>
          <p:cNvSpPr/>
          <p:nvPr/>
        </p:nvSpPr>
        <p:spPr>
          <a:xfrm>
            <a:off x="11039853" y="597426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6" name="Oval 4225"/>
          <p:cNvSpPr/>
          <p:nvPr/>
        </p:nvSpPr>
        <p:spPr>
          <a:xfrm>
            <a:off x="11012829" y="597643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7" name="Oval 4226"/>
          <p:cNvSpPr/>
          <p:nvPr/>
        </p:nvSpPr>
        <p:spPr>
          <a:xfrm>
            <a:off x="11029670" y="597720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8" name="Oval 4227"/>
          <p:cNvSpPr/>
          <p:nvPr/>
        </p:nvSpPr>
        <p:spPr>
          <a:xfrm>
            <a:off x="10992982" y="597815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9" name="Oval 4228"/>
          <p:cNvSpPr/>
          <p:nvPr/>
        </p:nvSpPr>
        <p:spPr>
          <a:xfrm>
            <a:off x="11022177" y="597845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0" name="Oval 4229"/>
          <p:cNvSpPr/>
          <p:nvPr/>
        </p:nvSpPr>
        <p:spPr>
          <a:xfrm>
            <a:off x="11076611" y="597870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1" name="Oval 4230"/>
          <p:cNvSpPr/>
          <p:nvPr/>
        </p:nvSpPr>
        <p:spPr>
          <a:xfrm>
            <a:off x="11038805" y="597964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2" name="Oval 4231"/>
          <p:cNvSpPr/>
          <p:nvPr/>
        </p:nvSpPr>
        <p:spPr>
          <a:xfrm>
            <a:off x="11048534" y="59797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3" name="Oval 4232"/>
          <p:cNvSpPr/>
          <p:nvPr/>
        </p:nvSpPr>
        <p:spPr>
          <a:xfrm>
            <a:off x="11008810" y="598026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4" name="Oval 4233"/>
          <p:cNvSpPr/>
          <p:nvPr/>
        </p:nvSpPr>
        <p:spPr>
          <a:xfrm>
            <a:off x="11056122" y="598073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5" name="Oval 4234"/>
          <p:cNvSpPr/>
          <p:nvPr/>
        </p:nvSpPr>
        <p:spPr>
          <a:xfrm>
            <a:off x="11039227" y="59808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6" name="Oval 4235"/>
          <p:cNvSpPr/>
          <p:nvPr/>
        </p:nvSpPr>
        <p:spPr>
          <a:xfrm>
            <a:off x="10991136" y="598122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7" name="Oval 4236"/>
          <p:cNvSpPr/>
          <p:nvPr/>
        </p:nvSpPr>
        <p:spPr>
          <a:xfrm>
            <a:off x="11041872" y="598194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8" name="Oval 4237"/>
          <p:cNvSpPr/>
          <p:nvPr/>
        </p:nvSpPr>
        <p:spPr>
          <a:xfrm>
            <a:off x="11003678" y="598344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9" name="Oval 4238"/>
          <p:cNvSpPr/>
          <p:nvPr/>
        </p:nvSpPr>
        <p:spPr>
          <a:xfrm>
            <a:off x="11038487" y="598392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0" name="Oval 4239"/>
          <p:cNvSpPr/>
          <p:nvPr/>
        </p:nvSpPr>
        <p:spPr>
          <a:xfrm>
            <a:off x="11067145" y="598415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1" name="Oval 4240"/>
          <p:cNvSpPr/>
          <p:nvPr/>
        </p:nvSpPr>
        <p:spPr>
          <a:xfrm>
            <a:off x="11074513" y="598573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2" name="Oval 4241"/>
          <p:cNvSpPr/>
          <p:nvPr/>
        </p:nvSpPr>
        <p:spPr>
          <a:xfrm>
            <a:off x="11078303" y="59870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3" name="Oval 4242"/>
          <p:cNvSpPr/>
          <p:nvPr/>
        </p:nvSpPr>
        <p:spPr>
          <a:xfrm>
            <a:off x="11030232" y="599091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4" name="Oval 4243"/>
          <p:cNvSpPr/>
          <p:nvPr/>
        </p:nvSpPr>
        <p:spPr>
          <a:xfrm>
            <a:off x="11022635" y="599475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5" name="Oval 4244"/>
          <p:cNvSpPr/>
          <p:nvPr/>
        </p:nvSpPr>
        <p:spPr>
          <a:xfrm>
            <a:off x="11067750" y="599542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6" name="Oval 4245"/>
          <p:cNvSpPr/>
          <p:nvPr/>
        </p:nvSpPr>
        <p:spPr>
          <a:xfrm>
            <a:off x="11014675" y="599866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7" name="Oval 4246"/>
          <p:cNvSpPr/>
          <p:nvPr/>
        </p:nvSpPr>
        <p:spPr>
          <a:xfrm>
            <a:off x="11019427" y="599974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8" name="TextBox 4247"/>
          <p:cNvSpPr txBox="1"/>
          <p:nvPr/>
        </p:nvSpPr>
        <p:spPr>
          <a:xfrm>
            <a:off x="1090422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0A7D6E"/>
                </a:solidFill>
                <a:latin typeface="Arial"/>
              </a:rPr>
              <a:t>28</a:t>
            </a:r>
          </a:p>
        </p:txBody>
      </p:sp>
      <p:cxnSp>
        <p:nvCxnSpPr>
          <p:cNvPr id="4249" name="Connector 4248"/>
          <p:cNvCxnSpPr/>
          <p:nvPr/>
        </p:nvCxnSpPr>
        <p:spPr>
          <a:xfrm flipV="1">
            <a:off x="11349990" y="5460405"/>
            <a:ext cx="0" cy="556184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0" name="Connector 4249"/>
          <p:cNvCxnSpPr/>
          <p:nvPr/>
        </p:nvCxnSpPr>
        <p:spPr>
          <a:xfrm>
            <a:off x="11305413" y="6016589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1" name="Connector 4250"/>
          <p:cNvCxnSpPr/>
          <p:nvPr/>
        </p:nvCxnSpPr>
        <p:spPr>
          <a:xfrm>
            <a:off x="11305413" y="5460405"/>
            <a:ext cx="89154" cy="0"/>
          </a:xfrm>
          <a:prstGeom prst="line">
            <a:avLst/>
          </a:prstGeom>
          <a:ln w="1016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52" name="Rectangle 4251"/>
          <p:cNvSpPr/>
          <p:nvPr/>
        </p:nvSpPr>
        <p:spPr>
          <a:xfrm>
            <a:off x="11260836" y="5984053"/>
            <a:ext cx="178308" cy="1"/>
          </a:xfrm>
          <a:prstGeom prst="rect">
            <a:avLst/>
          </a:prstGeom>
          <a:noFill/>
          <a:ln w="10160">
            <a:solidFill>
              <a:srgbClr val="0A7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53" name="Connector 4252"/>
          <p:cNvCxnSpPr/>
          <p:nvPr/>
        </p:nvCxnSpPr>
        <p:spPr>
          <a:xfrm>
            <a:off x="11260836" y="5958884"/>
            <a:ext cx="178308" cy="0"/>
          </a:xfrm>
          <a:prstGeom prst="line">
            <a:avLst/>
          </a:prstGeom>
          <a:ln w="3175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54" name="Oval 4253"/>
          <p:cNvSpPr/>
          <p:nvPr/>
        </p:nvSpPr>
        <p:spPr>
          <a:xfrm>
            <a:off x="11374056" y="544211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5" name="Oval 4254"/>
          <p:cNvSpPr/>
          <p:nvPr/>
        </p:nvSpPr>
        <p:spPr>
          <a:xfrm>
            <a:off x="11308840" y="552519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6" name="Oval 4255"/>
          <p:cNvSpPr/>
          <p:nvPr/>
        </p:nvSpPr>
        <p:spPr>
          <a:xfrm>
            <a:off x="11340737" y="562904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7" name="Oval 4256"/>
          <p:cNvSpPr/>
          <p:nvPr/>
        </p:nvSpPr>
        <p:spPr>
          <a:xfrm>
            <a:off x="11365636" y="568443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8" name="Oval 4257"/>
          <p:cNvSpPr/>
          <p:nvPr/>
        </p:nvSpPr>
        <p:spPr>
          <a:xfrm>
            <a:off x="11294579" y="574674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9" name="Oval 4258"/>
          <p:cNvSpPr/>
          <p:nvPr/>
        </p:nvSpPr>
        <p:spPr>
          <a:xfrm>
            <a:off x="11298980" y="580212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0" name="Oval 4259"/>
          <p:cNvSpPr/>
          <p:nvPr/>
        </p:nvSpPr>
        <p:spPr>
          <a:xfrm>
            <a:off x="11307562" y="580905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1" name="Oval 4260"/>
          <p:cNvSpPr/>
          <p:nvPr/>
        </p:nvSpPr>
        <p:spPr>
          <a:xfrm>
            <a:off x="11344926" y="580905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2" name="Oval 4261"/>
          <p:cNvSpPr/>
          <p:nvPr/>
        </p:nvSpPr>
        <p:spPr>
          <a:xfrm>
            <a:off x="11325038" y="582289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3" name="Oval 4262"/>
          <p:cNvSpPr/>
          <p:nvPr/>
        </p:nvSpPr>
        <p:spPr>
          <a:xfrm>
            <a:off x="11290954" y="582289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4" name="Oval 4263"/>
          <p:cNvSpPr/>
          <p:nvPr/>
        </p:nvSpPr>
        <p:spPr>
          <a:xfrm>
            <a:off x="11370352" y="582982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5" name="Oval 4264"/>
          <p:cNvSpPr/>
          <p:nvPr/>
        </p:nvSpPr>
        <p:spPr>
          <a:xfrm>
            <a:off x="11349451" y="582982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6" name="Oval 4265"/>
          <p:cNvSpPr/>
          <p:nvPr/>
        </p:nvSpPr>
        <p:spPr>
          <a:xfrm>
            <a:off x="11364852" y="582982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7" name="Oval 4266"/>
          <p:cNvSpPr/>
          <p:nvPr/>
        </p:nvSpPr>
        <p:spPr>
          <a:xfrm>
            <a:off x="11333191" y="58505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8" name="Oval 4267"/>
          <p:cNvSpPr/>
          <p:nvPr/>
        </p:nvSpPr>
        <p:spPr>
          <a:xfrm>
            <a:off x="11315271" y="58505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9" name="Oval 4268"/>
          <p:cNvSpPr/>
          <p:nvPr/>
        </p:nvSpPr>
        <p:spPr>
          <a:xfrm>
            <a:off x="11296884" y="585059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0" name="Oval 4269"/>
          <p:cNvSpPr/>
          <p:nvPr/>
        </p:nvSpPr>
        <p:spPr>
          <a:xfrm>
            <a:off x="11312679" y="58575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1" name="Oval 4270"/>
          <p:cNvSpPr/>
          <p:nvPr/>
        </p:nvSpPr>
        <p:spPr>
          <a:xfrm>
            <a:off x="11314460" y="586443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2" name="Oval 4271"/>
          <p:cNvSpPr/>
          <p:nvPr/>
        </p:nvSpPr>
        <p:spPr>
          <a:xfrm>
            <a:off x="11322679" y="586443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3" name="Oval 4272"/>
          <p:cNvSpPr/>
          <p:nvPr/>
        </p:nvSpPr>
        <p:spPr>
          <a:xfrm>
            <a:off x="11357580" y="586443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4" name="Oval 4273"/>
          <p:cNvSpPr/>
          <p:nvPr/>
        </p:nvSpPr>
        <p:spPr>
          <a:xfrm>
            <a:off x="11351172" y="587136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5" name="Oval 4274"/>
          <p:cNvSpPr/>
          <p:nvPr/>
        </p:nvSpPr>
        <p:spPr>
          <a:xfrm>
            <a:off x="11304202" y="58782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6" name="Oval 4275"/>
          <p:cNvSpPr/>
          <p:nvPr/>
        </p:nvSpPr>
        <p:spPr>
          <a:xfrm>
            <a:off x="11287884" y="587828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7" name="Oval 4276"/>
          <p:cNvSpPr/>
          <p:nvPr/>
        </p:nvSpPr>
        <p:spPr>
          <a:xfrm>
            <a:off x="11316368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8" name="Oval 4277"/>
          <p:cNvSpPr/>
          <p:nvPr/>
        </p:nvSpPr>
        <p:spPr>
          <a:xfrm>
            <a:off x="11344040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9" name="Oval 4278"/>
          <p:cNvSpPr/>
          <p:nvPr/>
        </p:nvSpPr>
        <p:spPr>
          <a:xfrm>
            <a:off x="11362823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0" name="Oval 4279"/>
          <p:cNvSpPr/>
          <p:nvPr/>
        </p:nvSpPr>
        <p:spPr>
          <a:xfrm>
            <a:off x="11313393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1" name="Oval 4280"/>
          <p:cNvSpPr/>
          <p:nvPr/>
        </p:nvSpPr>
        <p:spPr>
          <a:xfrm>
            <a:off x="11325253" y="5885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2" name="Oval 4281"/>
          <p:cNvSpPr/>
          <p:nvPr/>
        </p:nvSpPr>
        <p:spPr>
          <a:xfrm>
            <a:off x="11358996" y="58921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3" name="Oval 4282"/>
          <p:cNvSpPr/>
          <p:nvPr/>
        </p:nvSpPr>
        <p:spPr>
          <a:xfrm>
            <a:off x="11294957" y="58921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4" name="Oval 4283"/>
          <p:cNvSpPr/>
          <p:nvPr/>
        </p:nvSpPr>
        <p:spPr>
          <a:xfrm>
            <a:off x="11337766" y="58921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5" name="Oval 4284"/>
          <p:cNvSpPr/>
          <p:nvPr/>
        </p:nvSpPr>
        <p:spPr>
          <a:xfrm>
            <a:off x="11298900" y="589213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6" name="Oval 4285"/>
          <p:cNvSpPr/>
          <p:nvPr/>
        </p:nvSpPr>
        <p:spPr>
          <a:xfrm>
            <a:off x="11337597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7" name="Oval 4286"/>
          <p:cNvSpPr/>
          <p:nvPr/>
        </p:nvSpPr>
        <p:spPr>
          <a:xfrm>
            <a:off x="11307605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8" name="Oval 4287"/>
          <p:cNvSpPr/>
          <p:nvPr/>
        </p:nvSpPr>
        <p:spPr>
          <a:xfrm>
            <a:off x="11333845" y="589905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9" name="Oval 4288"/>
          <p:cNvSpPr/>
          <p:nvPr/>
        </p:nvSpPr>
        <p:spPr>
          <a:xfrm>
            <a:off x="11346326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0" name="Oval 4289"/>
          <p:cNvSpPr/>
          <p:nvPr/>
        </p:nvSpPr>
        <p:spPr>
          <a:xfrm>
            <a:off x="11327815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1" name="Oval 4290"/>
          <p:cNvSpPr/>
          <p:nvPr/>
        </p:nvSpPr>
        <p:spPr>
          <a:xfrm>
            <a:off x="11325431" y="590597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2" name="Oval 4291"/>
          <p:cNvSpPr/>
          <p:nvPr/>
        </p:nvSpPr>
        <p:spPr>
          <a:xfrm>
            <a:off x="11348562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3" name="Oval 4292"/>
          <p:cNvSpPr/>
          <p:nvPr/>
        </p:nvSpPr>
        <p:spPr>
          <a:xfrm>
            <a:off x="11369943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4" name="Oval 4293"/>
          <p:cNvSpPr/>
          <p:nvPr/>
        </p:nvSpPr>
        <p:spPr>
          <a:xfrm>
            <a:off x="11330247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5" name="Oval 4294"/>
          <p:cNvSpPr/>
          <p:nvPr/>
        </p:nvSpPr>
        <p:spPr>
          <a:xfrm>
            <a:off x="11293364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6" name="Oval 4295"/>
          <p:cNvSpPr/>
          <p:nvPr/>
        </p:nvSpPr>
        <p:spPr>
          <a:xfrm>
            <a:off x="11374933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7" name="Oval 4296"/>
          <p:cNvSpPr/>
          <p:nvPr/>
        </p:nvSpPr>
        <p:spPr>
          <a:xfrm>
            <a:off x="11351218" y="59129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8" name="Oval 4297"/>
          <p:cNvSpPr/>
          <p:nvPr/>
        </p:nvSpPr>
        <p:spPr>
          <a:xfrm>
            <a:off x="11298598" y="591982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9" name="Oval 4298"/>
          <p:cNvSpPr/>
          <p:nvPr/>
        </p:nvSpPr>
        <p:spPr>
          <a:xfrm>
            <a:off x="11376077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0" name="Oval 4299"/>
          <p:cNvSpPr/>
          <p:nvPr/>
        </p:nvSpPr>
        <p:spPr>
          <a:xfrm>
            <a:off x="11316274" y="592674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1" name="Oval 4300"/>
          <p:cNvSpPr/>
          <p:nvPr/>
        </p:nvSpPr>
        <p:spPr>
          <a:xfrm>
            <a:off x="11326451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2" name="Oval 4301"/>
          <p:cNvSpPr/>
          <p:nvPr/>
        </p:nvSpPr>
        <p:spPr>
          <a:xfrm>
            <a:off x="11325847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3" name="Oval 4302"/>
          <p:cNvSpPr/>
          <p:nvPr/>
        </p:nvSpPr>
        <p:spPr>
          <a:xfrm>
            <a:off x="11304670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4" name="Oval 4303"/>
          <p:cNvSpPr/>
          <p:nvPr/>
        </p:nvSpPr>
        <p:spPr>
          <a:xfrm>
            <a:off x="11345413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5" name="Oval 4304"/>
          <p:cNvSpPr/>
          <p:nvPr/>
        </p:nvSpPr>
        <p:spPr>
          <a:xfrm>
            <a:off x="11363103" y="59336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6" name="Oval 4305"/>
          <p:cNvSpPr/>
          <p:nvPr/>
        </p:nvSpPr>
        <p:spPr>
          <a:xfrm>
            <a:off x="11353327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7" name="Oval 4306"/>
          <p:cNvSpPr/>
          <p:nvPr/>
        </p:nvSpPr>
        <p:spPr>
          <a:xfrm>
            <a:off x="11364187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8" name="Oval 4307"/>
          <p:cNvSpPr/>
          <p:nvPr/>
        </p:nvSpPr>
        <p:spPr>
          <a:xfrm>
            <a:off x="11331818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9" name="Oval 4308"/>
          <p:cNvSpPr/>
          <p:nvPr/>
        </p:nvSpPr>
        <p:spPr>
          <a:xfrm>
            <a:off x="11329958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0" name="Oval 4309"/>
          <p:cNvSpPr/>
          <p:nvPr/>
        </p:nvSpPr>
        <p:spPr>
          <a:xfrm>
            <a:off x="11313178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1" name="Oval 4310"/>
          <p:cNvSpPr/>
          <p:nvPr/>
        </p:nvSpPr>
        <p:spPr>
          <a:xfrm>
            <a:off x="11315981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2" name="Oval 4311"/>
          <p:cNvSpPr/>
          <p:nvPr/>
        </p:nvSpPr>
        <p:spPr>
          <a:xfrm>
            <a:off x="11292041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3" name="Oval 4312"/>
          <p:cNvSpPr/>
          <p:nvPr/>
        </p:nvSpPr>
        <p:spPr>
          <a:xfrm>
            <a:off x="11308139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4" name="Oval 4313"/>
          <p:cNvSpPr/>
          <p:nvPr/>
        </p:nvSpPr>
        <p:spPr>
          <a:xfrm>
            <a:off x="11366214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5" name="Oval 4314"/>
          <p:cNvSpPr/>
          <p:nvPr/>
        </p:nvSpPr>
        <p:spPr>
          <a:xfrm>
            <a:off x="11342150" y="59405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6" name="Oval 4315"/>
          <p:cNvSpPr/>
          <p:nvPr/>
        </p:nvSpPr>
        <p:spPr>
          <a:xfrm>
            <a:off x="11317209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7" name="Oval 4316"/>
          <p:cNvSpPr/>
          <p:nvPr/>
        </p:nvSpPr>
        <p:spPr>
          <a:xfrm>
            <a:off x="11320383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8" name="Oval 4317"/>
          <p:cNvSpPr/>
          <p:nvPr/>
        </p:nvSpPr>
        <p:spPr>
          <a:xfrm>
            <a:off x="11294449" y="594751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9" name="Oval 4318"/>
          <p:cNvSpPr/>
          <p:nvPr/>
        </p:nvSpPr>
        <p:spPr>
          <a:xfrm>
            <a:off x="11313785" y="594817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0" name="Oval 4319"/>
          <p:cNvSpPr/>
          <p:nvPr/>
        </p:nvSpPr>
        <p:spPr>
          <a:xfrm>
            <a:off x="11369735" y="594941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1" name="Oval 4320"/>
          <p:cNvSpPr/>
          <p:nvPr/>
        </p:nvSpPr>
        <p:spPr>
          <a:xfrm>
            <a:off x="11318034" y="595006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2" name="Oval 4321"/>
          <p:cNvSpPr/>
          <p:nvPr/>
        </p:nvSpPr>
        <p:spPr>
          <a:xfrm>
            <a:off x="11307717" y="595044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3" name="Oval 4322"/>
          <p:cNvSpPr/>
          <p:nvPr/>
        </p:nvSpPr>
        <p:spPr>
          <a:xfrm>
            <a:off x="11307546" y="595373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4" name="Oval 4323"/>
          <p:cNvSpPr/>
          <p:nvPr/>
        </p:nvSpPr>
        <p:spPr>
          <a:xfrm>
            <a:off x="11330688" y="595469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5" name="Oval 4324"/>
          <p:cNvSpPr/>
          <p:nvPr/>
        </p:nvSpPr>
        <p:spPr>
          <a:xfrm>
            <a:off x="11340818" y="595478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6" name="Oval 4325"/>
          <p:cNvSpPr/>
          <p:nvPr/>
        </p:nvSpPr>
        <p:spPr>
          <a:xfrm>
            <a:off x="11343131" y="595503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7" name="Oval 4326"/>
          <p:cNvSpPr/>
          <p:nvPr/>
        </p:nvSpPr>
        <p:spPr>
          <a:xfrm>
            <a:off x="11324835" y="595516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8" name="Oval 4327"/>
          <p:cNvSpPr/>
          <p:nvPr/>
        </p:nvSpPr>
        <p:spPr>
          <a:xfrm>
            <a:off x="11307778" y="595687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9" name="Oval 4328"/>
          <p:cNvSpPr/>
          <p:nvPr/>
        </p:nvSpPr>
        <p:spPr>
          <a:xfrm>
            <a:off x="11354595" y="595690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0" name="Oval 4329"/>
          <p:cNvSpPr/>
          <p:nvPr/>
        </p:nvSpPr>
        <p:spPr>
          <a:xfrm>
            <a:off x="11322525" y="595847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1" name="Oval 4330"/>
          <p:cNvSpPr/>
          <p:nvPr/>
        </p:nvSpPr>
        <p:spPr>
          <a:xfrm>
            <a:off x="11305086" y="595865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2" name="Oval 4331"/>
          <p:cNvSpPr/>
          <p:nvPr/>
        </p:nvSpPr>
        <p:spPr>
          <a:xfrm>
            <a:off x="11317170" y="595889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3" name="Oval 4332"/>
          <p:cNvSpPr/>
          <p:nvPr/>
        </p:nvSpPr>
        <p:spPr>
          <a:xfrm>
            <a:off x="11340922" y="596158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4" name="Oval 4333"/>
          <p:cNvSpPr/>
          <p:nvPr/>
        </p:nvSpPr>
        <p:spPr>
          <a:xfrm>
            <a:off x="11291166" y="596163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5" name="Oval 4334"/>
          <p:cNvSpPr/>
          <p:nvPr/>
        </p:nvSpPr>
        <p:spPr>
          <a:xfrm>
            <a:off x="11365160" y="596319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6" name="Oval 4335"/>
          <p:cNvSpPr/>
          <p:nvPr/>
        </p:nvSpPr>
        <p:spPr>
          <a:xfrm>
            <a:off x="11313309" y="596322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7" name="Oval 4336"/>
          <p:cNvSpPr/>
          <p:nvPr/>
        </p:nvSpPr>
        <p:spPr>
          <a:xfrm>
            <a:off x="11309026" y="596342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8" name="Oval 4337"/>
          <p:cNvSpPr/>
          <p:nvPr/>
        </p:nvSpPr>
        <p:spPr>
          <a:xfrm>
            <a:off x="11338510" y="5964502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9" name="Oval 4338"/>
          <p:cNvSpPr/>
          <p:nvPr/>
        </p:nvSpPr>
        <p:spPr>
          <a:xfrm>
            <a:off x="11342842" y="596499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0" name="Oval 4339"/>
          <p:cNvSpPr/>
          <p:nvPr/>
        </p:nvSpPr>
        <p:spPr>
          <a:xfrm>
            <a:off x="11316989" y="596653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1" name="Oval 4340"/>
          <p:cNvSpPr/>
          <p:nvPr/>
        </p:nvSpPr>
        <p:spPr>
          <a:xfrm>
            <a:off x="11341114" y="596700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2" name="Oval 4341"/>
          <p:cNvSpPr/>
          <p:nvPr/>
        </p:nvSpPr>
        <p:spPr>
          <a:xfrm>
            <a:off x="11334504" y="596718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3" name="Oval 4342"/>
          <p:cNvSpPr/>
          <p:nvPr/>
        </p:nvSpPr>
        <p:spPr>
          <a:xfrm>
            <a:off x="11338838" y="5967209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4" name="Oval 4343"/>
          <p:cNvSpPr/>
          <p:nvPr/>
        </p:nvSpPr>
        <p:spPr>
          <a:xfrm>
            <a:off x="11373990" y="596727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5" name="Oval 4344"/>
          <p:cNvSpPr/>
          <p:nvPr/>
        </p:nvSpPr>
        <p:spPr>
          <a:xfrm>
            <a:off x="11338691" y="596803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6" name="Oval 4345"/>
          <p:cNvSpPr/>
          <p:nvPr/>
        </p:nvSpPr>
        <p:spPr>
          <a:xfrm>
            <a:off x="11343398" y="596940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7" name="Oval 4346"/>
          <p:cNvSpPr/>
          <p:nvPr/>
        </p:nvSpPr>
        <p:spPr>
          <a:xfrm>
            <a:off x="11360921" y="596948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8" name="Oval 4347"/>
          <p:cNvSpPr/>
          <p:nvPr/>
        </p:nvSpPr>
        <p:spPr>
          <a:xfrm>
            <a:off x="11360478" y="597011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9" name="Oval 4348"/>
          <p:cNvSpPr/>
          <p:nvPr/>
        </p:nvSpPr>
        <p:spPr>
          <a:xfrm>
            <a:off x="11316707" y="597060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0" name="Oval 4349"/>
          <p:cNvSpPr/>
          <p:nvPr/>
        </p:nvSpPr>
        <p:spPr>
          <a:xfrm>
            <a:off x="11288472" y="5971730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1" name="Oval 4350"/>
          <p:cNvSpPr/>
          <p:nvPr/>
        </p:nvSpPr>
        <p:spPr>
          <a:xfrm>
            <a:off x="11291222" y="597177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2" name="Oval 4351"/>
          <p:cNvSpPr/>
          <p:nvPr/>
        </p:nvSpPr>
        <p:spPr>
          <a:xfrm>
            <a:off x="11339508" y="597195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3" name="Oval 4352"/>
          <p:cNvSpPr/>
          <p:nvPr/>
        </p:nvSpPr>
        <p:spPr>
          <a:xfrm>
            <a:off x="11298208" y="597444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4" name="Oval 4353"/>
          <p:cNvSpPr/>
          <p:nvPr/>
        </p:nvSpPr>
        <p:spPr>
          <a:xfrm>
            <a:off x="11340216" y="5978494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5" name="Oval 4354"/>
          <p:cNvSpPr/>
          <p:nvPr/>
        </p:nvSpPr>
        <p:spPr>
          <a:xfrm>
            <a:off x="11348687" y="597933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6" name="Oval 4355"/>
          <p:cNvSpPr/>
          <p:nvPr/>
        </p:nvSpPr>
        <p:spPr>
          <a:xfrm>
            <a:off x="11318442" y="5981395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7" name="Oval 4356"/>
          <p:cNvSpPr/>
          <p:nvPr/>
        </p:nvSpPr>
        <p:spPr>
          <a:xfrm>
            <a:off x="11325899" y="5981768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8" name="Oval 4357"/>
          <p:cNvSpPr/>
          <p:nvPr/>
        </p:nvSpPr>
        <p:spPr>
          <a:xfrm>
            <a:off x="11290339" y="598244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9" name="Oval 4358"/>
          <p:cNvSpPr/>
          <p:nvPr/>
        </p:nvSpPr>
        <p:spPr>
          <a:xfrm>
            <a:off x="11318065" y="598261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0" name="Oval 4359"/>
          <p:cNvSpPr/>
          <p:nvPr/>
        </p:nvSpPr>
        <p:spPr>
          <a:xfrm>
            <a:off x="11316099" y="598300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1" name="Oval 4360"/>
          <p:cNvSpPr/>
          <p:nvPr/>
        </p:nvSpPr>
        <p:spPr>
          <a:xfrm>
            <a:off x="11373161" y="598532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2" name="Oval 4361"/>
          <p:cNvSpPr/>
          <p:nvPr/>
        </p:nvSpPr>
        <p:spPr>
          <a:xfrm>
            <a:off x="11345152" y="5986096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3" name="Oval 4362"/>
          <p:cNvSpPr/>
          <p:nvPr/>
        </p:nvSpPr>
        <p:spPr>
          <a:xfrm>
            <a:off x="11334883" y="598696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4" name="Oval 4363"/>
          <p:cNvSpPr/>
          <p:nvPr/>
        </p:nvSpPr>
        <p:spPr>
          <a:xfrm>
            <a:off x="11292229" y="598871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5" name="Oval 4364"/>
          <p:cNvSpPr/>
          <p:nvPr/>
        </p:nvSpPr>
        <p:spPr>
          <a:xfrm>
            <a:off x="11299564" y="5989183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6" name="Oval 4365"/>
          <p:cNvSpPr/>
          <p:nvPr/>
        </p:nvSpPr>
        <p:spPr>
          <a:xfrm>
            <a:off x="11321416" y="599124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7" name="Oval 4366"/>
          <p:cNvSpPr/>
          <p:nvPr/>
        </p:nvSpPr>
        <p:spPr>
          <a:xfrm>
            <a:off x="11345681" y="5996017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8" name="Oval 4367"/>
          <p:cNvSpPr/>
          <p:nvPr/>
        </p:nvSpPr>
        <p:spPr>
          <a:xfrm>
            <a:off x="11295949" y="5998301"/>
            <a:ext cx="36576" cy="36576"/>
          </a:xfrm>
          <a:prstGeom prst="ellips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9" name="TextBox 4368"/>
          <p:cNvSpPr txBox="1"/>
          <p:nvPr/>
        </p:nvSpPr>
        <p:spPr>
          <a:xfrm>
            <a:off x="11201400" y="6071616"/>
            <a:ext cx="29718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00" b="1" i="0">
                <a:solidFill>
                  <a:srgbClr val="0A7D6E"/>
                </a:solidFill>
                <a:latin typeface="Arial"/>
              </a:rPr>
              <a:t>29</a:t>
            </a:r>
          </a:p>
        </p:txBody>
      </p:sp>
      <p:cxnSp>
        <p:nvCxnSpPr>
          <p:cNvPr id="4370" name="Connector 4369"/>
          <p:cNvCxnSpPr/>
          <p:nvPr/>
        </p:nvCxnSpPr>
        <p:spPr>
          <a:xfrm>
            <a:off x="6446520" y="1188720"/>
            <a:ext cx="0" cy="5029200"/>
          </a:xfrm>
          <a:prstGeom prst="line">
            <a:avLst/>
          </a:prstGeom>
          <a:ln w="19050">
            <a:solidFill>
              <a:srgbClr val="2222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71" name="TextBox 4370"/>
          <p:cNvSpPr txBox="1"/>
          <p:nvPr/>
        </p:nvSpPr>
        <p:spPr>
          <a:xfrm>
            <a:off x="1097280" y="6263640"/>
            <a:ext cx="10515600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 i="1">
                <a:solidFill>
                  <a:srgbClr val="222222"/>
                </a:solidFill>
                <a:latin typeface="Arial"/>
              </a:rPr>
              <a:t>Left block = good responders (by subject_id ascending); right block = bad. Pre-CRT median VAF across all variants ≈ 0.03 (TMB-low, MSS).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