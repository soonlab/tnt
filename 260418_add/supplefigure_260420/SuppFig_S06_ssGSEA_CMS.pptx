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CMScaller classification by response — with Guinney 2015 reference composition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5760720"/>
            <a:ext cx="77724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118872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0" y="118872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86000" y="1188720"/>
            <a:ext cx="77724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21992" y="576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3080" y="567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21992" y="4617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83080" y="4535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21992" y="3474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83080" y="3392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21992" y="2331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83080" y="2249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219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830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4688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n samples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9702" y="5552902"/>
            <a:ext cx="1097280" cy="207818"/>
          </a:xfrm>
          <a:prstGeom prst="rect">
            <a:avLst/>
          </a:prstGeom>
          <a:solidFill>
            <a:srgbClr val="E4944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9702" y="5565371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09702" y="4305993"/>
            <a:ext cx="1097280" cy="1246909"/>
          </a:xfrm>
          <a:prstGeom prst="rect">
            <a:avLst/>
          </a:prstGeom>
          <a:solidFill>
            <a:srgbClr val="5A83B3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9702" y="4838007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9702" y="3474720"/>
            <a:ext cx="1097280" cy="831273"/>
          </a:xfrm>
          <a:prstGeom prst="rect">
            <a:avLst/>
          </a:prstGeom>
          <a:solidFill>
            <a:srgbClr val="C564A1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9702" y="3798916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09702" y="2851265"/>
            <a:ext cx="1097280" cy="623455"/>
          </a:xfrm>
          <a:prstGeom prst="rect">
            <a:avLst/>
          </a:prstGeom>
          <a:solidFill>
            <a:srgbClr val="4EA77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09702" y="3071553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9702" y="5833872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A7D6E"/>
                </a:solidFill>
                <a:latin typeface="Arial"/>
              </a:rPr>
              <a:t>good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4975" y="5345084"/>
            <a:ext cx="1097280" cy="415636"/>
          </a:xfrm>
          <a:prstGeom prst="rect">
            <a:avLst/>
          </a:prstGeom>
          <a:solidFill>
            <a:srgbClr val="E4944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4975" y="5461462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4975" y="4305993"/>
            <a:ext cx="1097280" cy="1039091"/>
          </a:xfrm>
          <a:prstGeom prst="rect">
            <a:avLst/>
          </a:prstGeom>
          <a:solidFill>
            <a:srgbClr val="5A83B3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4975" y="4734098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4975" y="3266902"/>
            <a:ext cx="1097280" cy="1039091"/>
          </a:xfrm>
          <a:prstGeom prst="rect">
            <a:avLst/>
          </a:prstGeom>
          <a:solidFill>
            <a:srgbClr val="C564A1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4975" y="3695007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64975" y="2435629"/>
            <a:ext cx="1097280" cy="831273"/>
          </a:xfrm>
          <a:prstGeom prst="rect">
            <a:avLst/>
          </a:prstGeom>
          <a:solidFill>
            <a:srgbClr val="4EA772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4975" y="2759825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4975" y="5833872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53E1F"/>
                </a:solidFill>
                <a:latin typeface="Arial"/>
              </a:rPr>
              <a:t>bad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20247" y="4887884"/>
            <a:ext cx="1097280" cy="872836"/>
          </a:xfrm>
          <a:prstGeom prst="rect">
            <a:avLst/>
          </a:prstGeom>
          <a:solidFill>
            <a:srgbClr val="E49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7520247" y="4887884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20247" y="4979324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20247" y="5070764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20247" y="5162204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20247" y="5253644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20247" y="5345084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520247" y="5436524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520247" y="5527964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520247" y="5619404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520247" y="5710844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520247" y="2581102"/>
            <a:ext cx="1097280" cy="2306782"/>
          </a:xfrm>
          <a:prstGeom prst="rect">
            <a:avLst/>
          </a:prstGeom>
          <a:solidFill>
            <a:srgbClr val="5A8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7520247" y="258110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20247" y="267254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520247" y="276398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520247" y="285542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20247" y="294686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20247" y="303830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520247" y="312974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20247" y="322118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520247" y="331262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520247" y="340406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20247" y="349550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520247" y="358694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520247" y="367838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520247" y="376982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520247" y="386126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520247" y="395270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520247" y="404414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520247" y="413558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520247" y="422702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520247" y="431846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520247" y="440990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520247" y="450134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520247" y="459278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520247" y="468422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520247" y="477566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520247" y="4867102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520247" y="1770611"/>
            <a:ext cx="1097280" cy="810491"/>
          </a:xfrm>
          <a:prstGeom prst="rect">
            <a:avLst/>
          </a:prstGeom>
          <a:solidFill>
            <a:srgbClr val="C564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7520247" y="1770611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520247" y="1862051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0247" y="1953491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20247" y="2044931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20247" y="2136371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20247" y="2227811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520247" y="2319251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520247" y="2410691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520247" y="2502131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7520247" y="336665"/>
            <a:ext cx="1097280" cy="1433945"/>
          </a:xfrm>
          <a:prstGeom prst="rect">
            <a:avLst/>
          </a:prstGeom>
          <a:solidFill>
            <a:srgbClr val="4EA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7520247" y="33666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520247" y="42810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520247" y="51954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520247" y="61098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520247" y="70242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520247" y="79386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520247" y="88530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520247" y="97674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520247" y="106818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520247" y="115962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520247" y="125106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520247" y="134250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520247" y="143394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520247" y="152538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520247" y="161682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520247" y="1708265"/>
            <a:ext cx="1097280" cy="0"/>
          </a:xfrm>
          <a:prstGeom prst="line">
            <a:avLst/>
          </a:prstGeom>
          <a:ln w="50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7520247" y="5833872"/>
            <a:ext cx="1097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BBBBB"/>
                </a:solidFill>
                <a:latin typeface="Arial"/>
              </a:rPr>
              <a:t>Guinney 2015
reference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41280" y="1097280"/>
            <a:ext cx="1645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Arial"/>
              </a:rPr>
              <a:t>CMS subtype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241280" y="1371600"/>
            <a:ext cx="201168" cy="164592"/>
          </a:xfrm>
          <a:prstGeom prst="rect">
            <a:avLst/>
          </a:prstGeom>
          <a:solidFill>
            <a:srgbClr val="E49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497312" y="135331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CMS1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241280" y="1645920"/>
            <a:ext cx="201168" cy="164592"/>
          </a:xfrm>
          <a:prstGeom prst="rect">
            <a:avLst/>
          </a:prstGeom>
          <a:solidFill>
            <a:srgbClr val="5A8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97312" y="162763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CMS2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241280" y="1920240"/>
            <a:ext cx="201168" cy="164592"/>
          </a:xfrm>
          <a:prstGeom prst="rect">
            <a:avLst/>
          </a:prstGeom>
          <a:solidFill>
            <a:srgbClr val="C564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497312" y="1901952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CMS3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241280" y="2194559"/>
            <a:ext cx="201168" cy="164592"/>
          </a:xfrm>
          <a:prstGeom prst="rect">
            <a:avLst/>
          </a:prstGeom>
          <a:solidFill>
            <a:srgbClr val="4EA7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497312" y="2176271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CMS4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286000" y="822960"/>
            <a:ext cx="7772400" cy="274320"/>
          </a:xfrm>
          <a:prstGeom prst="rect">
            <a:avLst/>
          </a:prstGeom>
          <a:solidFill>
            <a:srgbClr val="F0F0F0"/>
          </a:solidFill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286000" y="822960"/>
            <a:ext cx="77724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CMS4 (mesenchymal): 3/18 good vs 4/17 bad (Fisher P = 1.0). EMT argument rests on GSEA/ssGSEA, not CMS classifier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