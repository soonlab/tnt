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TRUST4 repertoire diversity — 6 chains × Shannon entropy by response (pre-CRT)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645920" y="5760720"/>
            <a:ext cx="96012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645920" y="1188720"/>
            <a:ext cx="0" cy="457200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247120" y="1188720"/>
            <a:ext cx="0" cy="457200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645920" y="1188720"/>
            <a:ext cx="960120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581912" y="5760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43000" y="5678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581912" y="4617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43000" y="4535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2.2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81912" y="3474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43000" y="3392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4.4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581912" y="2331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43000" y="2249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6.6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81912" y="1188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43000" y="1106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8.8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46888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Shannon entropy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815584"/>
            <a:ext cx="109728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TRA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103120" y="3554804"/>
            <a:ext cx="0" cy="1874279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16252" y="5429083"/>
            <a:ext cx="173736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016252" y="3554804"/>
            <a:ext cx="173736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1929384" y="4369532"/>
            <a:ext cx="347472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929384" y="4123587"/>
            <a:ext cx="347472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2119152" y="3522800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13011" y="3652698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16855" y="371791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84504" y="3772621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2479" y="3851200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47201" y="3887084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998801" y="3906753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150357" y="4048133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90484" y="4091583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140898" y="4096923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77526" y="4106047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019212" y="416874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010935" y="4337528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068133" y="438032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010951" y="458391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058035" y="4818040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057963" y="5397079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2560320" y="3724477"/>
            <a:ext cx="0" cy="1228751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473452" y="4953228"/>
            <a:ext cx="173736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473452" y="3724477"/>
            <a:ext cx="173736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2386584" y="4312007"/>
            <a:ext cx="347472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2386584" y="4177608"/>
            <a:ext cx="347472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2582394" y="3692473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590884" y="371122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604219" y="3788598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452334" y="394336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510187" y="4008340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594516" y="4077409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493441" y="4107718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2518591" y="4143522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495449" y="414768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2489906" y="4196072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2534540" y="4270001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583242" y="4275665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515957" y="4293017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489687" y="432596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590599" y="455900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535501" y="4921224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154680" y="5815584"/>
            <a:ext cx="109728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TRB</a:t>
            </a:r>
          </a:p>
        </p:txBody>
      </p:sp>
      <p:cxnSp>
        <p:nvCxnSpPr>
          <p:cNvPr id="64" name="Connector 63"/>
          <p:cNvCxnSpPr/>
          <p:nvPr/>
        </p:nvCxnSpPr>
        <p:spPr>
          <a:xfrm flipV="1">
            <a:off x="3474720" y="3548634"/>
            <a:ext cx="0" cy="89744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387852" y="4446074"/>
            <a:ext cx="173736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387852" y="3548634"/>
            <a:ext cx="173736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3300984" y="3994612"/>
            <a:ext cx="347472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3300984" y="3902660"/>
            <a:ext cx="347472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3528369" y="3516630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490767" y="3656984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380128" y="3751898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485312" y="3753314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407846" y="3788531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504783" y="3814273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436850" y="3830519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476403" y="385207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435775" y="387065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479921" y="3896527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514700" y="3909242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427182" y="3932258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484010" y="3962608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514018" y="4157865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526855" y="4270001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358121" y="4300560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356781" y="4414070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3931920" y="3596422"/>
            <a:ext cx="0" cy="1207537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845052" y="4803959"/>
            <a:ext cx="173736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3845052" y="3596422"/>
            <a:ext cx="173736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/>
          <p:cNvSpPr/>
          <p:nvPr/>
        </p:nvSpPr>
        <p:spPr>
          <a:xfrm>
            <a:off x="3758184" y="4056748"/>
            <a:ext cx="347472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3758184" y="3942390"/>
            <a:ext cx="347472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3871084" y="3564418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899535" y="3720014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873066" y="3720775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961037" y="3747107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828171" y="3865539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959453" y="3893284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972338" y="3894107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828051" y="389887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3867173" y="392189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932865" y="3956602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3854302" y="3961365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931094" y="4005457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874535" y="4082602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3853572" y="4154595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840026" y="457272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3909758" y="4771955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526280" y="5815584"/>
            <a:ext cx="109728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TRG</a:t>
            </a:r>
          </a:p>
        </p:txBody>
      </p:sp>
      <p:cxnSp>
        <p:nvCxnSpPr>
          <p:cNvPr id="108" name="Connector 107"/>
          <p:cNvCxnSpPr/>
          <p:nvPr/>
        </p:nvCxnSpPr>
        <p:spPr>
          <a:xfrm flipV="1">
            <a:off x="4846320" y="4521830"/>
            <a:ext cx="0" cy="123889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4759452" y="5760720"/>
            <a:ext cx="173736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759452" y="4521830"/>
            <a:ext cx="173736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/>
          <p:cNvSpPr/>
          <p:nvPr/>
        </p:nvSpPr>
        <p:spPr>
          <a:xfrm>
            <a:off x="4672584" y="5066627"/>
            <a:ext cx="347472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>
            <a:off x="4672584" y="4947557"/>
            <a:ext cx="347472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4892360" y="448982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4787586" y="4616433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746313" y="4635471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760103" y="4673479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775437" y="4734981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838653" y="4817890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889644" y="4890165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4853965" y="4890165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4781212" y="4915553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4801547" y="5006428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4855931" y="5006428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4827274" y="5006428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4825696" y="5034623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4787361" y="5367572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4748606" y="5367572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4762510" y="5435728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818016" y="572871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 flipV="1">
            <a:off x="5303520" y="4823585"/>
            <a:ext cx="0" cy="937135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5216652" y="5760720"/>
            <a:ext cx="173736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5216652" y="4823585"/>
            <a:ext cx="173736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132"/>
          <p:cNvSpPr/>
          <p:nvPr/>
        </p:nvSpPr>
        <p:spPr>
          <a:xfrm>
            <a:off x="5129784" y="5258173"/>
            <a:ext cx="347472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4" name="Connector 133"/>
          <p:cNvCxnSpPr/>
          <p:nvPr/>
        </p:nvCxnSpPr>
        <p:spPr>
          <a:xfrm>
            <a:off x="5129784" y="5158751"/>
            <a:ext cx="347472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Oval 134"/>
          <p:cNvSpPr/>
          <p:nvPr/>
        </p:nvSpPr>
        <p:spPr>
          <a:xfrm>
            <a:off x="5328319" y="4791581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5319399" y="4818040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5257671" y="4836809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5280174" y="5096714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5209284" y="5096714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5301718" y="5125901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5265239" y="5127592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5327976" y="515631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5222292" y="515631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268604" y="5435728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259562" y="572871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336012" y="572871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897880" y="5815584"/>
            <a:ext cx="109728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TRD</a:t>
            </a:r>
          </a:p>
        </p:txBody>
      </p:sp>
      <p:cxnSp>
        <p:nvCxnSpPr>
          <p:cNvPr id="148" name="Connector 147"/>
          <p:cNvCxnSpPr/>
          <p:nvPr/>
        </p:nvCxnSpPr>
        <p:spPr>
          <a:xfrm flipV="1">
            <a:off x="6217920" y="4888990"/>
            <a:ext cx="0" cy="87173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6131052" y="5760720"/>
            <a:ext cx="173736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6131052" y="4888990"/>
            <a:ext cx="173736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ectangle 150"/>
          <p:cNvSpPr/>
          <p:nvPr/>
        </p:nvSpPr>
        <p:spPr>
          <a:xfrm>
            <a:off x="6044184" y="5760720"/>
            <a:ext cx="347472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2" name="Connector 151"/>
          <p:cNvCxnSpPr/>
          <p:nvPr/>
        </p:nvCxnSpPr>
        <p:spPr>
          <a:xfrm>
            <a:off x="6044184" y="5760720"/>
            <a:ext cx="347472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Oval 152"/>
          <p:cNvSpPr/>
          <p:nvPr/>
        </p:nvSpPr>
        <p:spPr>
          <a:xfrm>
            <a:off x="6108730" y="485698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6252706" y="5034623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6102707" y="5089147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6268024" y="5143070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6207695" y="515631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6234576" y="515631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6171604" y="572871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6174228" y="572871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6200527" y="572871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6106440" y="572871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6125361" y="572871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6175603" y="572871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6104589" y="572871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6" name="Connector 165"/>
          <p:cNvCxnSpPr/>
          <p:nvPr/>
        </p:nvCxnSpPr>
        <p:spPr>
          <a:xfrm flipV="1">
            <a:off x="6675120" y="4668476"/>
            <a:ext cx="0" cy="1092244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6588252" y="5760720"/>
            <a:ext cx="173736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6588252" y="4668476"/>
            <a:ext cx="173736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Rectangle 168"/>
          <p:cNvSpPr/>
          <p:nvPr/>
        </p:nvSpPr>
        <p:spPr>
          <a:xfrm>
            <a:off x="6501384" y="5760720"/>
            <a:ext cx="347472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0" name="Connector 169"/>
          <p:cNvCxnSpPr/>
          <p:nvPr/>
        </p:nvCxnSpPr>
        <p:spPr>
          <a:xfrm>
            <a:off x="6501384" y="5429083"/>
            <a:ext cx="347472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Oval 170"/>
          <p:cNvSpPr/>
          <p:nvPr/>
        </p:nvSpPr>
        <p:spPr>
          <a:xfrm>
            <a:off x="6623521" y="4636472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6647885" y="5006428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6675492" y="5034623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6628207" y="516137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6644740" y="5187000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6653523" y="5397079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6580971" y="572871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6618503" y="572871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6669472" y="572871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6601531" y="572871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6708879" y="572871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7269480" y="5815584"/>
            <a:ext cx="109728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IGH</a:t>
            </a:r>
          </a:p>
        </p:txBody>
      </p:sp>
      <p:cxnSp>
        <p:nvCxnSpPr>
          <p:cNvPr id="183" name="Connector 182"/>
          <p:cNvCxnSpPr/>
          <p:nvPr/>
        </p:nvCxnSpPr>
        <p:spPr>
          <a:xfrm flipV="1">
            <a:off x="7589520" y="1809614"/>
            <a:ext cx="0" cy="130463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7502652" y="3114246"/>
            <a:ext cx="173736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7502652" y="1809614"/>
            <a:ext cx="173736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ectangle 185"/>
          <p:cNvSpPr/>
          <p:nvPr/>
        </p:nvSpPr>
        <p:spPr>
          <a:xfrm>
            <a:off x="7415784" y="2747944"/>
            <a:ext cx="347472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7" name="Connector 186"/>
          <p:cNvCxnSpPr/>
          <p:nvPr/>
        </p:nvCxnSpPr>
        <p:spPr>
          <a:xfrm>
            <a:off x="7415784" y="2512875"/>
            <a:ext cx="347472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Oval 187"/>
          <p:cNvSpPr/>
          <p:nvPr/>
        </p:nvSpPr>
        <p:spPr>
          <a:xfrm>
            <a:off x="7479424" y="1777610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7619006" y="1909625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7488257" y="2104513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7501428" y="2183141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7503387" y="2226357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7525952" y="2254929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7544895" y="2322934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7471514" y="2326677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7523787" y="2480871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7473269" y="250438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7572252" y="2584152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7555764" y="2589173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7635587" y="2715940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7521138" y="2864400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7615759" y="2947804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7472558" y="3036633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7545378" y="3082242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5" name="Connector 204"/>
          <p:cNvCxnSpPr/>
          <p:nvPr/>
        </p:nvCxnSpPr>
        <p:spPr>
          <a:xfrm flipV="1">
            <a:off x="8046720" y="1836977"/>
            <a:ext cx="0" cy="1900578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7959852" y="3737555"/>
            <a:ext cx="173736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7959852" y="1836977"/>
            <a:ext cx="173736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Rectangle 207"/>
          <p:cNvSpPr/>
          <p:nvPr/>
        </p:nvSpPr>
        <p:spPr>
          <a:xfrm>
            <a:off x="7872984" y="3058141"/>
            <a:ext cx="347472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9" name="Connector 208"/>
          <p:cNvCxnSpPr/>
          <p:nvPr/>
        </p:nvCxnSpPr>
        <p:spPr>
          <a:xfrm>
            <a:off x="7872984" y="2603689"/>
            <a:ext cx="347472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Oval 209"/>
          <p:cNvSpPr/>
          <p:nvPr/>
        </p:nvSpPr>
        <p:spPr>
          <a:xfrm>
            <a:off x="7948957" y="1804973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8021608" y="196453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7974636" y="2031283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8094886" y="2092960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8008087" y="2258505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8040213" y="2370392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7968147" y="2430504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8083733" y="2500478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7998782" y="2642893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7969790" y="2696198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7956037" y="2843869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8048119" y="2982337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8091522" y="3157537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7991885" y="3554929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7973379" y="3647934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8079231" y="3705551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8641080" y="5815584"/>
            <a:ext cx="109728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IGK</a:t>
            </a:r>
          </a:p>
        </p:txBody>
      </p:sp>
      <p:cxnSp>
        <p:nvCxnSpPr>
          <p:cNvPr id="227" name="Connector 226"/>
          <p:cNvCxnSpPr/>
          <p:nvPr/>
        </p:nvCxnSpPr>
        <p:spPr>
          <a:xfrm flipV="1">
            <a:off x="8961120" y="1761060"/>
            <a:ext cx="0" cy="1569015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8874252" y="3330075"/>
            <a:ext cx="173736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8874252" y="1761060"/>
            <a:ext cx="173736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Rectangle 229"/>
          <p:cNvSpPr/>
          <p:nvPr/>
        </p:nvSpPr>
        <p:spPr>
          <a:xfrm>
            <a:off x="8787384" y="2764219"/>
            <a:ext cx="347472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1" name="Connector 230"/>
          <p:cNvCxnSpPr/>
          <p:nvPr/>
        </p:nvCxnSpPr>
        <p:spPr>
          <a:xfrm>
            <a:off x="8787384" y="2305517"/>
            <a:ext cx="347472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2" name="Oval 231"/>
          <p:cNvSpPr/>
          <p:nvPr/>
        </p:nvSpPr>
        <p:spPr>
          <a:xfrm>
            <a:off x="9010284" y="172905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8901262" y="1752613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8886666" y="1877997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8912339" y="1975234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8963696" y="2005802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9006980" y="2110564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9001319" y="2195235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8930238" y="2218463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8904107" y="2273513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8894548" y="2297860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8922572" y="2536872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8850947" y="2609815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8953748" y="2732215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8889604" y="2754552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9000870" y="2826149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8918797" y="3048007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8847842" y="3298071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9" name="Connector 248"/>
          <p:cNvCxnSpPr/>
          <p:nvPr/>
        </p:nvCxnSpPr>
        <p:spPr>
          <a:xfrm flipV="1">
            <a:off x="9418320" y="1604356"/>
            <a:ext cx="0" cy="233929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9331452" y="3943646"/>
            <a:ext cx="173736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9331452" y="1604356"/>
            <a:ext cx="173736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2" name="Rectangle 251"/>
          <p:cNvSpPr/>
          <p:nvPr/>
        </p:nvSpPr>
        <p:spPr>
          <a:xfrm>
            <a:off x="9244584" y="3189693"/>
            <a:ext cx="347472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3" name="Connector 252"/>
          <p:cNvCxnSpPr/>
          <p:nvPr/>
        </p:nvCxnSpPr>
        <p:spPr>
          <a:xfrm>
            <a:off x="9244584" y="2643005"/>
            <a:ext cx="347472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Oval 253"/>
          <p:cNvSpPr/>
          <p:nvPr/>
        </p:nvSpPr>
        <p:spPr>
          <a:xfrm>
            <a:off x="9305507" y="1572352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9458637" y="1730891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9365840" y="1749145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9386686" y="1840854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9444652" y="1871627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9311446" y="2361993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9372745" y="2479319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9468587" y="2555369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9332028" y="2666633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9387224" y="2742794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9362961" y="2954238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9400395" y="3145422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9332377" y="3194490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9416287" y="3267452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9300877" y="3631215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9443722" y="3911642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0012680" y="5815584"/>
            <a:ext cx="109728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22222"/>
                </a:solidFill>
                <a:latin typeface="Arial"/>
              </a:rPr>
              <a:t>IGL</a:t>
            </a:r>
          </a:p>
        </p:txBody>
      </p:sp>
      <p:cxnSp>
        <p:nvCxnSpPr>
          <p:cNvPr id="271" name="Connector 270"/>
          <p:cNvCxnSpPr/>
          <p:nvPr/>
        </p:nvCxnSpPr>
        <p:spPr>
          <a:xfrm flipV="1">
            <a:off x="10332720" y="1929624"/>
            <a:ext cx="0" cy="1300132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10245852" y="3229756"/>
            <a:ext cx="173736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10245852" y="1929624"/>
            <a:ext cx="173736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Rectangle 273"/>
          <p:cNvSpPr/>
          <p:nvPr/>
        </p:nvSpPr>
        <p:spPr>
          <a:xfrm>
            <a:off x="10158984" y="2926543"/>
            <a:ext cx="347472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5" name="Connector 274"/>
          <p:cNvCxnSpPr/>
          <p:nvPr/>
        </p:nvCxnSpPr>
        <p:spPr>
          <a:xfrm>
            <a:off x="10158984" y="2498296"/>
            <a:ext cx="347472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6" name="Oval 275"/>
          <p:cNvSpPr/>
          <p:nvPr/>
        </p:nvSpPr>
        <p:spPr>
          <a:xfrm>
            <a:off x="10326515" y="1897620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0234136" y="1899022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0359104" y="2039677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0380930" y="2281466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0218385" y="2331223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0229904" y="2373582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0256288" y="2374824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0306070" y="2407852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0302963" y="2466292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0259974" y="2497222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0363332" y="2823943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0321702" y="2842188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0360372" y="2894539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0222625" y="2916760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10358263" y="2927429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10284940" y="3027758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10262251" y="3197752"/>
            <a:ext cx="64008" cy="64008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3" name="Connector 292"/>
          <p:cNvCxnSpPr/>
          <p:nvPr/>
        </p:nvCxnSpPr>
        <p:spPr>
          <a:xfrm flipV="1">
            <a:off x="10789920" y="2038444"/>
            <a:ext cx="0" cy="2150656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10703052" y="4189100"/>
            <a:ext cx="173736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10703052" y="2038444"/>
            <a:ext cx="173736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616184" y="3359586"/>
            <a:ext cx="347472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7" name="Connector 296"/>
          <p:cNvCxnSpPr/>
          <p:nvPr/>
        </p:nvCxnSpPr>
        <p:spPr>
          <a:xfrm>
            <a:off x="10616184" y="2914620"/>
            <a:ext cx="347472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Oval 297"/>
          <p:cNvSpPr/>
          <p:nvPr/>
        </p:nvSpPr>
        <p:spPr>
          <a:xfrm>
            <a:off x="10806358" y="2006440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10700974" y="2019935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10795021" y="2057772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10801408" y="2186282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10700776" y="2264218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10827745" y="2473651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10695681" y="2577298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10777240" y="2846110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10829312" y="2919121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10704192" y="3019590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10767888" y="3189904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10777385" y="328309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10760162" y="3461040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10781942" y="3576697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10754870" y="3821001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10721224" y="4157096"/>
            <a:ext cx="64008" cy="64008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