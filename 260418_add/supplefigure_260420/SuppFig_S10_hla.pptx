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/ neoantigen detail (supporting)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OptiType call confidence score distribution per sample.
All 28 matched tumor–normal pairs passed QC thresholds.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/ neoantigen detail (supporting)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Per-patient HLA class-I allele list (A / B / C heterozygosity matrix).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