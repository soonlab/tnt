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50292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PyClone-VI diagnostics (QC)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PyClone-VI convergence diagnostics per subject (ELBO vs iteration).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28600"/>
            <a:ext cx="502920" cy="41148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200" b="1" i="0">
                <a:solidFill>
                  <a:srgbClr val="222222"/>
                </a:solidFill>
                <a:latin typeface="Arial"/>
              </a:rPr>
              <a:t>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20040"/>
            <a:ext cx="10515600" cy="3657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222222"/>
                </a:solidFill>
                <a:latin typeface="Arial"/>
              </a:rPr>
              <a:t>PyClone-VI diagnostics (QC)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solidFill>
            <a:srgbClr val="F0F0F0"/>
          </a:solidFill>
          <a:ln w="1270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28800"/>
            <a:ext cx="8869680" cy="3749039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222222"/>
                </a:solidFill>
                <a:latin typeface="Arial"/>
              </a:rPr>
              <a:t>Clone count distribution per subject (n_clusters) — range 2–5.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