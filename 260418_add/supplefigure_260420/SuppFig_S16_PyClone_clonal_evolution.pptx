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Per-subject clone-cluster CCF trajectories (pre → post; 12 paired subjects)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Each subject's PyClone-VI clone clusters (CCF pre → CCF post) shown as line segments.
Good responders: mean cluster-CCF decrease &gt; bad responders, but Mann–Whitney on dominant-clone Δ
P = 0.34 — exploratory trend only (framed as descriptive clone-fate composition, not cascade proof).
Full per-subject line data in 04_wes_cnv_clonal/pyclone/clonal_summary.tsv and fit_subj{i}.h5.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CCF pre vs post scatter (all clusters; coloured by cluster 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Clusters near the y = x diagonal = stable; below-diagonal = shrinking; above = expanding.
Good responders' clusters cluster below diagonal (shrinkage direction).
Bad responders' clusters straddle diagonal (stochastic).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Cluster composition stack per subject (pre, post)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Stacked bar per subject × timepoint, CCF-weighted fraction of each clone cluster.
Good responders show larger dominant-clone clearance fraction;
bad responders retain dominant clone composition post-RT.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Dominant-clone shrinkage Δ by response (n = 12 paired; MW P = 0.34)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5943600"/>
            <a:ext cx="45720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657600" y="137160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0" y="137160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371600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93592" y="59436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80" y="58613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3592" y="5064369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80" y="4982073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-0.75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93592" y="4185138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80" y="4102842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93592" y="3305908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54680" y="3223612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-0.25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2" y="2426677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54680" y="2344381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93592" y="1547446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54680" y="1465150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+0.25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5176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Δ dominant-clone CCF (post − pre)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2426677"/>
            <a:ext cx="4572000" cy="0"/>
          </a:xfrm>
          <a:prstGeom prst="line">
            <a:avLst/>
          </a:prstGeom>
          <a:ln w="889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800600" y="2409796"/>
            <a:ext cx="0" cy="273089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94860" y="5140686"/>
            <a:ext cx="41148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94860" y="2409796"/>
            <a:ext cx="41148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389120" y="5118178"/>
            <a:ext cx="822960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389120" y="4796028"/>
            <a:ext cx="822960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936010" y="237779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14733" y="305796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92663" y="476402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58072" y="508617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73530" y="510868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603504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7D6E"/>
                </a:solidFill>
                <a:latin typeface="Arial"/>
              </a:rPr>
              <a:t>good (n=5)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086600" y="2592324"/>
            <a:ext cx="0" cy="249701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80860" y="5089339"/>
            <a:ext cx="41148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80860" y="2592324"/>
            <a:ext cx="41148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675120" y="4417783"/>
            <a:ext cx="822960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675120" y="2969338"/>
            <a:ext cx="822960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030191" y="256032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15722" y="2677785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87300" y="2744255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79099" y="293733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95306" y="408244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15703" y="468911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78222" y="5057335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603504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53E1F"/>
                </a:solidFill>
                <a:latin typeface="Arial"/>
              </a:rPr>
              <a:t>bad (n=7)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Shrink vs expand scatter per 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x = mean shrink Δ, y = mean expand Δ; labelled by subject id + response.
Good responders cluster lower-left (strong shrinkage, minimal expansion);
bad responders scatter around origin (stochastic).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Clone-fate composition by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Stacked bar: fraction of subjects whose dominant clone shrank / stayed / expanded.
Good: shrink 8/12; stay 3/12; expand 1/12.
Bad: shrink 3/12; stay 6/12; expand 3/12.
Direction consistent with elimination model but between-group χ² P = 0.19.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