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Target-engagement member-level sign counts (composite + 17 member signatures × 12 paired) — EMT 6/6 gold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2750" y="1097280"/>
            <a:ext cx="647700" cy="502920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200400" y="612648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0" y="1097280"/>
            <a:ext cx="0" cy="5029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0" y="1097280"/>
            <a:ext cx="0" cy="50292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109728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346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435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777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208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297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639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070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47395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sign-count (good ← 0 → bad) — gray band = |count| &lt; 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1097280"/>
            <a:ext cx="0" cy="502920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086600" y="1156447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52532" y="1153758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8100" y="1156447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3780" y="1153758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162902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[DSB_HDR_re] DNA Double-Strand Break Repair R-HSA-569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452282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2532" y="1449593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8100" y="1452282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3780" y="1449593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1458737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[DSB_HDR_re] HDR Thru Homologous Recombination (HRR)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1748118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2532" y="1745428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8100" y="1748118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3780" y="1745428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1754572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[DSB_HDR_re] Homology Directed Repair R-HSA-5693538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2043953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04832" y="2041264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8100" y="2043953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3780" y="2041264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2050408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[DSB_HDR_re] Processing Of DNA Double-Strand Break 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2339788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52532" y="2337099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8100" y="2339788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73780" y="2337099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346243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[DSB_HDR_re] composite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2635624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04832" y="2632934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8100" y="2635624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3780" y="2632934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2642078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[E2F_MYC_ce] E2F Targets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2931459"/>
            <a:ext cx="38862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00232" y="2928769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8100" y="2931459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73780" y="2928769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" y="2937913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[E2F_MYC_ce] Myc Targets V1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3227294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52532" y="3224605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8100" y="3227294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73780" y="3224605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3233749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[E2F_MYC_ce] Myc Targets V2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3523129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52532" y="3520440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48100" y="3523129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73780" y="3520440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3529584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[E2F_MYC_ce] composite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3759798"/>
            <a:ext cx="7772400" cy="295835"/>
          </a:xfrm>
          <a:prstGeom prst="rect">
            <a:avLst/>
          </a:prstGeom>
          <a:solidFill>
            <a:srgbClr val="FA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86600" y="3818965"/>
            <a:ext cx="3886200" cy="177501"/>
          </a:xfrm>
          <a:prstGeom prst="rect">
            <a:avLst/>
          </a:prstGeom>
          <a:solidFill>
            <a:srgbClr val="D4A300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00232" y="3816275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8100" y="3818965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73780" y="3816275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2880" y="3825419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★ [EMT] Epithelial Mesenchymal Transition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4055633"/>
            <a:ext cx="7772400" cy="295835"/>
          </a:xfrm>
          <a:prstGeom prst="rect">
            <a:avLst/>
          </a:prstGeom>
          <a:solidFill>
            <a:srgbClr val="FA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86600" y="4114800"/>
            <a:ext cx="3886200" cy="177501"/>
          </a:xfrm>
          <a:prstGeom prst="rect">
            <a:avLst/>
          </a:prstGeom>
          <a:solidFill>
            <a:srgbClr val="D4A300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00232" y="4112111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8100" y="4114800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73780" y="4112111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4121255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★ [EMT] composite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86600" y="4410635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04832" y="4407946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8100" y="4410635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73780" y="4407946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441709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Cell Cycle Checkpoints R-HSA-69620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86600" y="4706471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04832" y="4703781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8100" y="4706471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73780" y="4703781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4712925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G2-M Checkpoint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002306"/>
            <a:ext cx="32385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352532" y="4999616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8100" y="5002306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73780" y="4999616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" y="5008760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M Phase R-HSA-68886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86600" y="5298141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04832" y="5295452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8100" y="5298141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73780" y="5295452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2880" y="5304596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Mitotic G2-G2/M Phases R-HSA-453274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6600" y="5593976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04832" y="5591287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8100" y="5593976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573780" y="5591287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2880" y="5600431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S Phase R-HSA-69242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86600" y="5889812"/>
            <a:ext cx="2590800" cy="177501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04832" y="5887122"/>
            <a:ext cx="365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848100" y="5889812"/>
            <a:ext cx="3238500" cy="177501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3780" y="5887122"/>
            <a:ext cx="2377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2880" y="5896266"/>
            <a:ext cx="29260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  [Tumor_cell] composite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01200" y="731520"/>
            <a:ext cx="182880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829800" y="713232"/>
            <a:ext cx="1371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good concordant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01200" y="914400"/>
            <a:ext cx="182880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29800" y="896112"/>
            <a:ext cx="1371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bad concordant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601200" y="1143000"/>
            <a:ext cx="2011680" cy="274320"/>
          </a:xfrm>
          <a:prstGeom prst="rect">
            <a:avLst/>
          </a:prstGeom>
          <a:solidFill>
            <a:srgbClr val="D4A30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01200" y="1143000"/>
            <a:ext cx="2011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★ EMT 6/6 unanimous good (P=0.016)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pre→post ssGSEA scores for 4 composite signatures (Riaz Cell 2017-style connector)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47472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1097280"/>
            <a:ext cx="0" cy="23774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1097280"/>
            <a:ext cx="0" cy="23774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" y="10972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-2.2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" y="26822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25999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-0.9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" y="18897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" y="18074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10972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" y="10149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45720" y="12801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DSB HDR repair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930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930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1931380"/>
            <a:ext cx="3017520" cy="751329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792224" y="1894804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9744" y="2646133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828800" y="1457708"/>
            <a:ext cx="3017520" cy="1163812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792224" y="1421132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09744" y="2584944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828800" y="1533757"/>
            <a:ext cx="3017520" cy="69609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792224" y="149718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9744" y="219327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828800" y="1632720"/>
            <a:ext cx="3017520" cy="488195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792224" y="1596144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09744" y="208433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828800" y="1192567"/>
            <a:ext cx="3017520" cy="1587913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792224" y="115599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09744" y="2743904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828800" y="2085272"/>
            <a:ext cx="3017520" cy="60332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792224" y="204869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9744" y="2652024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828800" y="1816714"/>
            <a:ext cx="3017520" cy="540972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792224" y="232111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09744" y="1780138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828800" y="1503091"/>
            <a:ext cx="3017520" cy="1850785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792224" y="1466515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09744" y="331730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828800" y="1685078"/>
            <a:ext cx="3017520" cy="1428344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792224" y="1648502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09744" y="307684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828800" y="1801077"/>
            <a:ext cx="3017520" cy="101034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792224" y="1764501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09744" y="2774841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1828800" y="2495014"/>
            <a:ext cx="3017520" cy="318797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792224" y="2777235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09744" y="2458438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828800" y="1608979"/>
            <a:ext cx="3017520" cy="821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792224" y="157240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09744" y="158062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828800" y="1518424"/>
            <a:ext cx="3017520" cy="90726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828800" y="1866229"/>
            <a:ext cx="3017520" cy="819426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00800" y="347472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00800" y="1097280"/>
            <a:ext cx="0" cy="23774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430000" y="1097280"/>
            <a:ext cx="0" cy="23774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400800" y="10972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3679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9788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-2.8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336792" y="26822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97880" y="25999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-1.4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336792" y="18897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97880" y="18074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336792" y="10972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97880" y="10149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32120" y="12801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E2F MYC cellcycle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34930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9840" y="34930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406640" y="1514460"/>
            <a:ext cx="3017520" cy="501285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370064" y="1477884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387584" y="197916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7406640" y="1173146"/>
            <a:ext cx="3017520" cy="1056483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7370064" y="113657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87584" y="219305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7406640" y="1257306"/>
            <a:ext cx="3017520" cy="630007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370064" y="122073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87584" y="185073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7406640" y="1421033"/>
            <a:ext cx="3017520" cy="49824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370064" y="1384457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387584" y="1882705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7406640" y="1241156"/>
            <a:ext cx="3017520" cy="1270207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370064" y="120458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387584" y="247478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7406640" y="1841545"/>
            <a:ext cx="3017520" cy="29297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370064" y="180496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387584" y="2097947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7406640" y="2036144"/>
            <a:ext cx="3017520" cy="25072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7370064" y="1999568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387584" y="202464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7406640" y="1374479"/>
            <a:ext cx="3017520" cy="1230913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370064" y="133790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387584" y="2568816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7406640" y="1421295"/>
            <a:ext cx="3017520" cy="191316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7370064" y="138471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387584" y="329787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7406640" y="1535835"/>
            <a:ext cx="3017520" cy="120954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370064" y="149925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387584" y="270879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7406640" y="2041326"/>
            <a:ext cx="3017520" cy="568096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7370064" y="257284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387584" y="2004750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7406640" y="1504843"/>
            <a:ext cx="3017520" cy="24561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7370064" y="1492828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387584" y="146826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7406640" y="1315892"/>
            <a:ext cx="3017520" cy="82953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406640" y="1525147"/>
            <a:ext cx="3017520" cy="562778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22960" y="621792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22960" y="3840480"/>
            <a:ext cx="0" cy="23774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852160" y="3840480"/>
            <a:ext cx="0" cy="23774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22960" y="38404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8952" y="6217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20040" y="6135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-2.2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58952" y="54254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320040" y="53431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-0.9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58952" y="46329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320040" y="45506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0.3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58952" y="38404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20040" y="37581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45720" y="40233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Tumor cellcycle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54480" y="62362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0" y="62362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828800" y="4430888"/>
            <a:ext cx="3017520" cy="1092297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1792224" y="4394312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809744" y="548660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1828800" y="4006681"/>
            <a:ext cx="3017520" cy="1066972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1792224" y="3970105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809744" y="503707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828800" y="3952663"/>
            <a:ext cx="3017520" cy="859704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1792224" y="391608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809744" y="477579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1828800" y="4126331"/>
            <a:ext cx="3017520" cy="71828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792224" y="4089755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809744" y="4808043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828800" y="3931528"/>
            <a:ext cx="3017520" cy="166199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792224" y="3894952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809744" y="555695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1828800" y="4652508"/>
            <a:ext cx="3017520" cy="510801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1792224" y="4615932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809744" y="5126733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 flipV="1">
            <a:off x="1828800" y="4710806"/>
            <a:ext cx="3017520" cy="308031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1792224" y="498226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809744" y="467423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1828800" y="4238641"/>
            <a:ext cx="3017520" cy="1723176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1792224" y="4202065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809744" y="592524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1828800" y="4311372"/>
            <a:ext cx="3017520" cy="1781465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1792224" y="427479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809744" y="6056261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1828800" y="4404205"/>
            <a:ext cx="3017520" cy="1246849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1792224" y="436762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809744" y="5614478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V="1">
            <a:off x="1828800" y="5038608"/>
            <a:ext cx="3017520" cy="496897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1792224" y="549892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809744" y="5002032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 flipV="1">
            <a:off x="1828800" y="4362793"/>
            <a:ext cx="3017520" cy="43951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1792224" y="4370168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809744" y="432621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1828800" y="4122661"/>
            <a:ext cx="3017520" cy="820349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828800" y="4417547"/>
            <a:ext cx="3017520" cy="92570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400800" y="621792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400800" y="3840480"/>
            <a:ext cx="0" cy="23774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1430000" y="3840480"/>
            <a:ext cx="0" cy="237744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400800" y="38404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336792" y="6217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5897880" y="6135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-2.1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6336792" y="54254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5897880" y="53431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-0.6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6336792" y="46329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97880" y="45506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6336792" y="38404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5897880" y="37581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2.5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532120" y="40233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EMT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132320" y="62362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149840" y="623620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78" name="Connector 177"/>
          <p:cNvCxnSpPr/>
          <p:nvPr/>
        </p:nvCxnSpPr>
        <p:spPr>
          <a:xfrm flipV="1">
            <a:off x="7406640" y="5321484"/>
            <a:ext cx="3017520" cy="422544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7370064" y="5707452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387584" y="5284908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7406640" y="4200517"/>
            <a:ext cx="3017520" cy="94815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7370064" y="511209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387584" y="416394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V="1">
            <a:off x="7406640" y="5207729"/>
            <a:ext cx="3017520" cy="318124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7370064" y="548927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387584" y="517115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406640" y="4936302"/>
            <a:ext cx="3017520" cy="387123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370064" y="528684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387584" y="489972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7406640" y="5292337"/>
            <a:ext cx="3017520" cy="282959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7370064" y="553872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387584" y="5255761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7406640" y="4032292"/>
            <a:ext cx="3017520" cy="1049469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7370064" y="5045185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387584" y="3995716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 flipV="1">
            <a:off x="7406640" y="4187136"/>
            <a:ext cx="3017520" cy="193272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7370064" y="6083288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387584" y="4150560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7406640" y="3958555"/>
            <a:ext cx="3017520" cy="1307048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7370064" y="5229027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387584" y="3921979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7406640" y="4897846"/>
            <a:ext cx="3017520" cy="606168"/>
          </a:xfrm>
          <a:prstGeom prst="line">
            <a:avLst/>
          </a:prstGeom>
          <a:ln w="12700">
            <a:solidFill>
              <a:srgbClr val="D0D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7370064" y="4861270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387584" y="5467438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V="1">
            <a:off x="7406640" y="4968125"/>
            <a:ext cx="3017520" cy="348728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7370064" y="5280277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387584" y="4931549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7406640" y="3992351"/>
            <a:ext cx="3017520" cy="1414129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7370064" y="5369904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387584" y="3955775"/>
            <a:ext cx="73152" cy="73152"/>
          </a:xfrm>
          <a:prstGeom prst="ellipse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 flipV="1">
            <a:off x="7406640" y="5018289"/>
            <a:ext cx="3017520" cy="44485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Oval 211"/>
          <p:cNvSpPr/>
          <p:nvPr/>
        </p:nvSpPr>
        <p:spPr>
          <a:xfrm>
            <a:off x="7370064" y="542656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387584" y="4981713"/>
            <a:ext cx="73152" cy="73152"/>
          </a:xfrm>
          <a:prstGeom prst="ellipse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 flipV="1">
            <a:off x="7406640" y="4609403"/>
            <a:ext cx="3017520" cy="885093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406640" y="4952214"/>
            <a:ext cx="3017520" cy="367925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