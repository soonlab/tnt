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Target-engagement member-level sign counts (4 composites + 17 member signatures × 12 paired subjects)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0" y="6035040"/>
            <a:ext cx="77724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00400" y="1188720"/>
            <a:ext cx="0" cy="484632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972800" y="1188720"/>
            <a:ext cx="0" cy="484632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0" y="1188720"/>
            <a:ext cx="77724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004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8346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435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7777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208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297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639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+3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0" y="603504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607040" y="608990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+6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382512"/>
            <a:ext cx="77724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signed concordance count (good ← 0 → bad)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86600" y="1188720"/>
            <a:ext cx="0" cy="4846320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086600" y="1245736"/>
            <a:ext cx="32385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61676" y="1239819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8100" y="1245736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73780" y="1239819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1248963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[DSB_HDR_repa] DNA Double-Strand Break Repair R-HSA-5693532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1530813"/>
            <a:ext cx="32385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61676" y="1524896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8100" y="1530813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73780" y="1524896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1534040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[DSB_HDR_repa] HDR Thru Homologous Recombination (HRR) R-HSA-5685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1815891"/>
            <a:ext cx="32385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61676" y="1809974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8100" y="1815891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73780" y="1809974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1819118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[DSB_HDR_repa] Homology Directed Repair R-HSA-5693538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2100968"/>
            <a:ext cx="25908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13976" y="2095052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8100" y="2100968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73780" y="2095052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2104196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[DSB_HDR_repa] Processing Of DNA Double-Strand Break Ends R-HSA-5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86600" y="2386046"/>
            <a:ext cx="32385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1676" y="2380129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8100" y="2386046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73780" y="2380129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389273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[DSB_HDR_repa] composite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86600" y="2671124"/>
            <a:ext cx="25908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13976" y="2665207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8100" y="2671124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73780" y="2665207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2674351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[E2F_MYC_cell] E2F Targets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86600" y="2956201"/>
            <a:ext cx="38862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009376" y="2950285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8100" y="2956201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73780" y="2950285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2959429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[E2F_MYC_cell] Myc Targets V1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3241279"/>
            <a:ext cx="32385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361676" y="3235362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8100" y="3241279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73780" y="3235362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3244506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[E2F_MYC_cell] Myc Targets V2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86600" y="3526357"/>
            <a:ext cx="32385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361676" y="3520440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48100" y="3526357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73780" y="3520440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29584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[E2F_MYC_cell] composite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86600" y="3811434"/>
            <a:ext cx="38862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009376" y="3805518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8100" y="3811434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573780" y="3805518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3814662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[EMT] Epithelial Mesenchymal Transition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086600" y="4096512"/>
            <a:ext cx="38862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009376" y="4090595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48100" y="4096512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573780" y="4090595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4099739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[EMT] composite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86600" y="4381590"/>
            <a:ext cx="25908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13976" y="4375673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848100" y="4381590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573780" y="4375673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5760" y="4384817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[Tumor_cellcy] Cell Cycle Checkpoints R-HSA-69620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86600" y="4666667"/>
            <a:ext cx="25908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713976" y="4660751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848100" y="4666667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573780" y="4660751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4669895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[Tumor_cellcy] G2-M Checkpoint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086600" y="4951745"/>
            <a:ext cx="32385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361676" y="4945828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48100" y="4951745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73780" y="4945828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5760" y="4954972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[Tumor_cellcy] M Phase R-HSA-68886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86600" y="5236823"/>
            <a:ext cx="25908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713976" y="5230906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848100" y="5236823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573780" y="5230906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5760" y="5240050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[Tumor_cellcy] Mitotic G2-G2/M Phases R-HSA-453274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086600" y="5521900"/>
            <a:ext cx="25908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713976" y="5515984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848100" y="5521900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573780" y="5515984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" y="5525128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[Tumor_cellcy] S Phase R-HSA-69242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086600" y="5806978"/>
            <a:ext cx="2590800" cy="171047"/>
          </a:xfrm>
          <a:prstGeom prst="rect">
            <a:avLst/>
          </a:prstGeom>
          <a:solidFill>
            <a:srgbClr val="0A7D6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713976" y="5801061"/>
            <a:ext cx="365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848100" y="5806978"/>
            <a:ext cx="3238500" cy="171047"/>
          </a:xfrm>
          <a:prstGeom prst="rect">
            <a:avLst/>
          </a:prstGeom>
          <a:solidFill>
            <a:srgbClr val="C53E1F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73780" y="5801061"/>
            <a:ext cx="237744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65760" y="5810205"/>
            <a:ext cx="2743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[Tumor_cellcy] composite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601200" y="731520"/>
            <a:ext cx="182880" cy="12801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829800" y="713232"/>
            <a:ext cx="13716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good n concordant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601200" y="914400"/>
            <a:ext cx="182880" cy="128016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829800" y="896112"/>
            <a:ext cx="13716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bad n concordant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Per-subject oriented Δ heatmap (signatures × 12 paired subjects; teal = predicted direction)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0" y="1188720"/>
            <a:ext cx="731520" cy="295835"/>
          </a:xfrm>
          <a:prstGeom prst="rect">
            <a:avLst/>
          </a:prstGeom>
          <a:solidFill>
            <a:srgbClr val="8CC2B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1840" y="1188720"/>
            <a:ext cx="731520" cy="295835"/>
          </a:xfrm>
          <a:prstGeom prst="rect">
            <a:avLst/>
          </a:prstGeom>
          <a:solidFill>
            <a:srgbClr val="ACD3C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23360" y="1188720"/>
            <a:ext cx="731520" cy="295835"/>
          </a:xfrm>
          <a:prstGeom prst="rect">
            <a:avLst/>
          </a:prstGeom>
          <a:solidFill>
            <a:srgbClr val="5FAAA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0" y="1188720"/>
            <a:ext cx="731520" cy="295835"/>
          </a:xfrm>
          <a:prstGeom prst="rect">
            <a:avLst/>
          </a:prstGeom>
          <a:solidFill>
            <a:srgbClr val="F3D7D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1188720"/>
            <a:ext cx="731520" cy="295835"/>
          </a:xfrm>
          <a:prstGeom prst="rect">
            <a:avLst/>
          </a:prstGeom>
          <a:solidFill>
            <a:srgbClr val="3C978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731520" cy="295835"/>
          </a:xfrm>
          <a:prstGeom prst="rect">
            <a:avLst/>
          </a:prstGeom>
          <a:solidFill>
            <a:srgbClr val="FCFDF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49440" y="1188720"/>
            <a:ext cx="731520" cy="295835"/>
          </a:xfrm>
          <a:prstGeom prst="rect">
            <a:avLst/>
          </a:prstGeom>
          <a:solidFill>
            <a:srgbClr val="C0DDD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80960" y="1188720"/>
            <a:ext cx="731520" cy="295835"/>
          </a:xfrm>
          <a:prstGeom prst="rect">
            <a:avLst/>
          </a:prstGeom>
          <a:solidFill>
            <a:srgbClr val="CBE3E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1188720"/>
            <a:ext cx="731520" cy="295835"/>
          </a:xfrm>
          <a:prstGeom prst="rect">
            <a:avLst/>
          </a:prstGeom>
          <a:solidFill>
            <a:srgbClr val="C6E1D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0" y="1188720"/>
            <a:ext cx="731520" cy="295835"/>
          </a:xfrm>
          <a:prstGeom prst="rect">
            <a:avLst/>
          </a:prstGeom>
          <a:solidFill>
            <a:srgbClr val="6EB2A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1188720"/>
            <a:ext cx="731520" cy="295835"/>
          </a:xfrm>
          <a:prstGeom prst="rect">
            <a:avLst/>
          </a:prstGeom>
          <a:solidFill>
            <a:srgbClr val="95C7C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0" y="1188720"/>
            <a:ext cx="731520" cy="295835"/>
          </a:xfrm>
          <a:prstGeom prst="rect">
            <a:avLst/>
          </a:prstGeom>
          <a:solidFill>
            <a:srgbClr val="F8E8E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207008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[DSB_HDR_] DNA Double-Strand Break Repair R-HS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1484555"/>
            <a:ext cx="731520" cy="295835"/>
          </a:xfrm>
          <a:prstGeom prst="rect">
            <a:avLst/>
          </a:prstGeom>
          <a:solidFill>
            <a:srgbClr val="66ADA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1484555"/>
            <a:ext cx="731520" cy="295835"/>
          </a:xfrm>
          <a:prstGeom prst="rect">
            <a:avLst/>
          </a:prstGeom>
          <a:solidFill>
            <a:srgbClr val="9DCBC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0" y="1484555"/>
            <a:ext cx="731520" cy="295835"/>
          </a:xfrm>
          <a:prstGeom prst="rect">
            <a:avLst/>
          </a:prstGeom>
          <a:solidFill>
            <a:srgbClr val="62ABA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0" y="1484555"/>
            <a:ext cx="731520" cy="295835"/>
          </a:xfrm>
          <a:prstGeom prst="rect">
            <a:avLst/>
          </a:prstGeom>
          <a:solidFill>
            <a:srgbClr val="FCF7F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0" y="1484555"/>
            <a:ext cx="731520" cy="295835"/>
          </a:xfrm>
          <a:prstGeom prst="rect">
            <a:avLst/>
          </a:prstGeom>
          <a:solidFill>
            <a:srgbClr val="50A29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484555"/>
            <a:ext cx="731520" cy="295835"/>
          </a:xfrm>
          <a:prstGeom prst="rect">
            <a:avLst/>
          </a:prstGeom>
          <a:solidFill>
            <a:srgbClr val="F9FCF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49440" y="1484555"/>
            <a:ext cx="731520" cy="295835"/>
          </a:xfrm>
          <a:prstGeom prst="rect">
            <a:avLst/>
          </a:prstGeom>
          <a:solidFill>
            <a:srgbClr val="99C9C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80960" y="1484555"/>
            <a:ext cx="731520" cy="295835"/>
          </a:xfrm>
          <a:prstGeom prst="rect">
            <a:avLst/>
          </a:prstGeom>
          <a:solidFill>
            <a:srgbClr val="C9E2D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0" y="1484555"/>
            <a:ext cx="731520" cy="295835"/>
          </a:xfrm>
          <a:prstGeom prst="rect">
            <a:avLst/>
          </a:prstGeom>
          <a:solidFill>
            <a:srgbClr val="ACD3C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0" y="1484555"/>
            <a:ext cx="731520" cy="295835"/>
          </a:xfrm>
          <a:prstGeom prst="rect">
            <a:avLst/>
          </a:prstGeom>
          <a:solidFill>
            <a:srgbClr val="53A39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75520" y="1484555"/>
            <a:ext cx="731520" cy="295835"/>
          </a:xfrm>
          <a:prstGeom prst="rect">
            <a:avLst/>
          </a:prstGeom>
          <a:solidFill>
            <a:srgbClr val="84BDB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607040" y="1484555"/>
            <a:ext cx="731520" cy="295835"/>
          </a:xfrm>
          <a:prstGeom prst="rect">
            <a:avLst/>
          </a:prstGeom>
          <a:solidFill>
            <a:srgbClr val="F9EBE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1502843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[DSB_HDR_] HDR Thru Homologous Recombination (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1780391"/>
            <a:ext cx="731520" cy="295835"/>
          </a:xfrm>
          <a:prstGeom prst="rect">
            <a:avLst/>
          </a:prstGeom>
          <a:solidFill>
            <a:srgbClr val="7FBBB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91840" y="1780391"/>
            <a:ext cx="731520" cy="295835"/>
          </a:xfrm>
          <a:prstGeom prst="rect">
            <a:avLst/>
          </a:prstGeom>
          <a:solidFill>
            <a:srgbClr val="BBDBD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23360" y="1780391"/>
            <a:ext cx="731520" cy="295835"/>
          </a:xfrm>
          <a:prstGeom prst="rect">
            <a:avLst/>
          </a:prstGeom>
          <a:solidFill>
            <a:srgbClr val="4EA19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54880" y="1780391"/>
            <a:ext cx="731520" cy="295835"/>
          </a:xfrm>
          <a:prstGeom prst="rect">
            <a:avLst/>
          </a:prstGeom>
          <a:solidFill>
            <a:srgbClr val="EFCCC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0" y="1780391"/>
            <a:ext cx="731520" cy="295835"/>
          </a:xfrm>
          <a:prstGeom prst="rect">
            <a:avLst/>
          </a:prstGeom>
          <a:solidFill>
            <a:srgbClr val="36948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1780391"/>
            <a:ext cx="731520" cy="295835"/>
          </a:xfrm>
          <a:prstGeom prst="rect">
            <a:avLst/>
          </a:prstGeom>
          <a:solidFill>
            <a:srgbClr val="FAFCF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49440" y="1780391"/>
            <a:ext cx="731520" cy="295835"/>
          </a:xfrm>
          <a:prstGeom prst="rect">
            <a:avLst/>
          </a:prstGeom>
          <a:solidFill>
            <a:srgbClr val="ACD3C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80960" y="1780391"/>
            <a:ext cx="731520" cy="295835"/>
          </a:xfrm>
          <a:prstGeom prst="rect">
            <a:avLst/>
          </a:prstGeom>
          <a:solidFill>
            <a:srgbClr val="C7E1D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412480" y="1780391"/>
            <a:ext cx="731520" cy="295835"/>
          </a:xfrm>
          <a:prstGeom prst="rect">
            <a:avLst/>
          </a:prstGeom>
          <a:solidFill>
            <a:srgbClr val="BCDBD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0" y="1780391"/>
            <a:ext cx="731520" cy="295835"/>
          </a:xfrm>
          <a:prstGeom prst="rect">
            <a:avLst/>
          </a:prstGeom>
          <a:solidFill>
            <a:srgbClr val="62ABA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75520" y="1780391"/>
            <a:ext cx="731520" cy="295835"/>
          </a:xfrm>
          <a:prstGeom prst="rect">
            <a:avLst/>
          </a:prstGeom>
          <a:solidFill>
            <a:srgbClr val="8DC2B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07040" y="1780391"/>
            <a:ext cx="731520" cy="295835"/>
          </a:xfrm>
          <a:prstGeom prst="rect">
            <a:avLst/>
          </a:prstGeom>
          <a:solidFill>
            <a:srgbClr val="F7E5E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1798679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[DSB_HDR_] Homology Directed Repair R-HSA-5693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0" y="2076226"/>
            <a:ext cx="731520" cy="295835"/>
          </a:xfrm>
          <a:prstGeom prst="rect">
            <a:avLst/>
          </a:prstGeom>
          <a:solidFill>
            <a:srgbClr val="98C8C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91840" y="2076226"/>
            <a:ext cx="731520" cy="295835"/>
          </a:xfrm>
          <a:prstGeom prst="rect">
            <a:avLst/>
          </a:prstGeom>
          <a:solidFill>
            <a:srgbClr val="CDE4E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23360" y="2076226"/>
            <a:ext cx="731520" cy="295835"/>
          </a:xfrm>
          <a:prstGeom prst="rect">
            <a:avLst/>
          </a:prstGeom>
          <a:solidFill>
            <a:srgbClr val="459C9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754880" y="2076226"/>
            <a:ext cx="731520" cy="295835"/>
          </a:xfrm>
          <a:prstGeom prst="rect">
            <a:avLst/>
          </a:prstGeom>
          <a:solidFill>
            <a:srgbClr val="E5AA9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86400" y="2076226"/>
            <a:ext cx="731520" cy="295835"/>
          </a:xfrm>
          <a:prstGeom prst="rect">
            <a:avLst/>
          </a:prstGeom>
          <a:solidFill>
            <a:srgbClr val="22897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2076226"/>
            <a:ext cx="731520" cy="295835"/>
          </a:xfrm>
          <a:prstGeom prst="rect">
            <a:avLst/>
          </a:prstGeom>
          <a:solidFill>
            <a:srgbClr val="FCF8F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49440" y="2076226"/>
            <a:ext cx="731520" cy="295835"/>
          </a:xfrm>
          <a:prstGeom prst="rect">
            <a:avLst/>
          </a:prstGeom>
          <a:solidFill>
            <a:srgbClr val="B4D7D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2076226"/>
            <a:ext cx="731520" cy="295835"/>
          </a:xfrm>
          <a:prstGeom prst="rect">
            <a:avLst/>
          </a:prstGeom>
          <a:solidFill>
            <a:srgbClr val="D0E6E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412480" y="2076226"/>
            <a:ext cx="731520" cy="295835"/>
          </a:xfrm>
          <a:prstGeom prst="rect">
            <a:avLst/>
          </a:prstGeom>
          <a:solidFill>
            <a:srgbClr val="CAE3E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144000" y="2076226"/>
            <a:ext cx="731520" cy="295835"/>
          </a:xfrm>
          <a:prstGeom prst="rect">
            <a:avLst/>
          </a:prstGeom>
          <a:solidFill>
            <a:srgbClr val="76B6A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875520" y="2076226"/>
            <a:ext cx="731520" cy="295835"/>
          </a:xfrm>
          <a:prstGeom prst="rect">
            <a:avLst/>
          </a:prstGeom>
          <a:solidFill>
            <a:srgbClr val="A5CFC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607040" y="2076226"/>
            <a:ext cx="731520" cy="295835"/>
          </a:xfrm>
          <a:prstGeom prst="rect">
            <a:avLst/>
          </a:prstGeom>
          <a:solidFill>
            <a:srgbClr val="F3D8D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2094514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[DSB_HDR_] Processing Of DNA Double-Strand Bre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560320" y="2372061"/>
            <a:ext cx="731520" cy="295835"/>
          </a:xfrm>
          <a:prstGeom prst="rect">
            <a:avLst/>
          </a:prstGeom>
          <a:solidFill>
            <a:srgbClr val="82BDB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91840" y="2372061"/>
            <a:ext cx="731520" cy="295835"/>
          </a:xfrm>
          <a:prstGeom prst="rect">
            <a:avLst/>
          </a:prstGeom>
          <a:solidFill>
            <a:srgbClr val="B4D7D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023360" y="2372061"/>
            <a:ext cx="731520" cy="295835"/>
          </a:xfrm>
          <a:prstGeom prst="rect">
            <a:avLst/>
          </a:prstGeom>
          <a:solidFill>
            <a:srgbClr val="55A59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54880" y="2372061"/>
            <a:ext cx="731520" cy="295835"/>
          </a:xfrm>
          <a:prstGeom prst="rect">
            <a:avLst/>
          </a:prstGeom>
          <a:solidFill>
            <a:srgbClr val="F1D1C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486400" y="2372061"/>
            <a:ext cx="731520" cy="295835"/>
          </a:xfrm>
          <a:prstGeom prst="rect">
            <a:avLst/>
          </a:prstGeom>
          <a:solidFill>
            <a:srgbClr val="39968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17920" y="2372061"/>
            <a:ext cx="731520" cy="295835"/>
          </a:xfrm>
          <a:prstGeom prst="rect">
            <a:avLst/>
          </a:prstGeom>
          <a:solidFill>
            <a:srgbClr val="FEFEF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949440" y="2372061"/>
            <a:ext cx="731520" cy="295835"/>
          </a:xfrm>
          <a:prstGeom prst="rect">
            <a:avLst/>
          </a:prstGeom>
          <a:solidFill>
            <a:srgbClr val="AED4C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680960" y="2372061"/>
            <a:ext cx="731520" cy="295835"/>
          </a:xfrm>
          <a:prstGeom prst="rect">
            <a:avLst/>
          </a:prstGeom>
          <a:solidFill>
            <a:srgbClr val="CAE3E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12480" y="2372061"/>
            <a:ext cx="731520" cy="295835"/>
          </a:xfrm>
          <a:prstGeom prst="rect">
            <a:avLst/>
          </a:prstGeom>
          <a:solidFill>
            <a:srgbClr val="BEDCD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44000" y="2372061"/>
            <a:ext cx="731520" cy="295835"/>
          </a:xfrm>
          <a:prstGeom prst="rect">
            <a:avLst/>
          </a:prstGeom>
          <a:solidFill>
            <a:srgbClr val="66AEA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875520" y="2372061"/>
            <a:ext cx="731520" cy="295835"/>
          </a:xfrm>
          <a:prstGeom prst="rect">
            <a:avLst/>
          </a:prstGeom>
          <a:solidFill>
            <a:srgbClr val="93C5B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607040" y="2372061"/>
            <a:ext cx="731520" cy="295835"/>
          </a:xfrm>
          <a:prstGeom prst="rect">
            <a:avLst/>
          </a:prstGeom>
          <a:solidFill>
            <a:srgbClr val="F6E4D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2390349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[DSB_HDR_] composite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560320" y="2667896"/>
            <a:ext cx="731520" cy="295835"/>
          </a:xfrm>
          <a:prstGeom prst="rect">
            <a:avLst/>
          </a:prstGeom>
          <a:solidFill>
            <a:srgbClr val="87BFB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91840" y="2667896"/>
            <a:ext cx="731520" cy="295835"/>
          </a:xfrm>
          <a:prstGeom prst="rect">
            <a:avLst/>
          </a:prstGeom>
          <a:solidFill>
            <a:srgbClr val="A4CEC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023360" y="2667896"/>
            <a:ext cx="731520" cy="295835"/>
          </a:xfrm>
          <a:prstGeom prst="rect">
            <a:avLst/>
          </a:prstGeom>
          <a:solidFill>
            <a:srgbClr val="56A59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54880" y="2667896"/>
            <a:ext cx="731520" cy="295835"/>
          </a:xfrm>
          <a:prstGeom prst="rect">
            <a:avLst/>
          </a:prstGeom>
          <a:solidFill>
            <a:srgbClr val="F8E7E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486400" y="2667896"/>
            <a:ext cx="731520" cy="295835"/>
          </a:xfrm>
          <a:prstGeom prst="rect">
            <a:avLst/>
          </a:prstGeom>
          <a:solidFill>
            <a:srgbClr val="55A49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17920" y="2667896"/>
            <a:ext cx="731520" cy="295835"/>
          </a:xfrm>
          <a:prstGeom prst="rect">
            <a:avLst/>
          </a:prstGeom>
          <a:solidFill>
            <a:srgbClr val="FEFDF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949440" y="2667896"/>
            <a:ext cx="731520" cy="295835"/>
          </a:xfrm>
          <a:prstGeom prst="rect">
            <a:avLst/>
          </a:prstGeom>
          <a:solidFill>
            <a:srgbClr val="86BEB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0" y="2667896"/>
            <a:ext cx="731520" cy="295835"/>
          </a:xfrm>
          <a:prstGeom prst="rect">
            <a:avLst/>
          </a:prstGeom>
          <a:solidFill>
            <a:srgbClr val="C5E0D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412480" y="2667896"/>
            <a:ext cx="731520" cy="295835"/>
          </a:xfrm>
          <a:prstGeom prst="rect">
            <a:avLst/>
          </a:prstGeom>
          <a:solidFill>
            <a:srgbClr val="C8E2D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144000" y="2667896"/>
            <a:ext cx="731520" cy="295835"/>
          </a:xfrm>
          <a:prstGeom prst="rect">
            <a:avLst/>
          </a:prstGeom>
          <a:solidFill>
            <a:srgbClr val="34938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875520" y="2667896"/>
            <a:ext cx="731520" cy="295835"/>
          </a:xfrm>
          <a:prstGeom prst="rect">
            <a:avLst/>
          </a:prstGeom>
          <a:solidFill>
            <a:srgbClr val="6EB2A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607040" y="2667896"/>
            <a:ext cx="731520" cy="295835"/>
          </a:xfrm>
          <a:prstGeom prst="rect">
            <a:avLst/>
          </a:prstGeom>
          <a:solidFill>
            <a:srgbClr val="F2D4C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2686184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[E2F_MYC_] E2F Targets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560320" y="2963732"/>
            <a:ext cx="731520" cy="295835"/>
          </a:xfrm>
          <a:prstGeom prst="rect">
            <a:avLst/>
          </a:prstGeom>
          <a:solidFill>
            <a:srgbClr val="8AC1B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291840" y="2963732"/>
            <a:ext cx="731520" cy="295835"/>
          </a:xfrm>
          <a:prstGeom prst="rect">
            <a:avLst/>
          </a:prstGeom>
          <a:solidFill>
            <a:srgbClr val="ADD3C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23360" y="2963732"/>
            <a:ext cx="731520" cy="295835"/>
          </a:xfrm>
          <a:prstGeom prst="rect">
            <a:avLst/>
          </a:prstGeom>
          <a:solidFill>
            <a:srgbClr val="68AFA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754880" y="2963732"/>
            <a:ext cx="731520" cy="295835"/>
          </a:xfrm>
          <a:prstGeom prst="rect">
            <a:avLst/>
          </a:prstGeom>
          <a:solidFill>
            <a:srgbClr val="F5FAF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486400" y="2963732"/>
            <a:ext cx="731520" cy="295835"/>
          </a:xfrm>
          <a:prstGeom prst="rect">
            <a:avLst/>
          </a:prstGeom>
          <a:solidFill>
            <a:srgbClr val="7CB9B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217920" y="2963732"/>
            <a:ext cx="731520" cy="295835"/>
          </a:xfrm>
          <a:prstGeom prst="rect">
            <a:avLst/>
          </a:prstGeom>
          <a:solidFill>
            <a:srgbClr val="FDFEF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949440" y="2963732"/>
            <a:ext cx="731520" cy="295835"/>
          </a:xfrm>
          <a:prstGeom prst="rect">
            <a:avLst/>
          </a:prstGeom>
          <a:solidFill>
            <a:srgbClr val="CBE3E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80960" y="2963732"/>
            <a:ext cx="731520" cy="295835"/>
          </a:xfrm>
          <a:prstGeom prst="rect">
            <a:avLst/>
          </a:prstGeom>
          <a:solidFill>
            <a:srgbClr val="C5E0D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412480" y="2963732"/>
            <a:ext cx="731520" cy="295835"/>
          </a:xfrm>
          <a:prstGeom prst="rect">
            <a:avLst/>
          </a:prstGeom>
          <a:solidFill>
            <a:srgbClr val="E3F0E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0" y="2963732"/>
            <a:ext cx="731520" cy="295835"/>
          </a:xfrm>
          <a:prstGeom prst="rect">
            <a:avLst/>
          </a:prstGeom>
          <a:solidFill>
            <a:srgbClr val="0F7F7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875520" y="2963732"/>
            <a:ext cx="731520" cy="295835"/>
          </a:xfrm>
          <a:prstGeom prst="rect">
            <a:avLst/>
          </a:prstGeom>
          <a:solidFill>
            <a:srgbClr val="6BB0A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607040" y="2963732"/>
            <a:ext cx="731520" cy="295835"/>
          </a:xfrm>
          <a:prstGeom prst="rect">
            <a:avLst/>
          </a:prstGeom>
          <a:solidFill>
            <a:srgbClr val="EFCBC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2982020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[E2F_MYC_] Myc Targets V1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560320" y="3259567"/>
            <a:ext cx="731520" cy="295835"/>
          </a:xfrm>
          <a:prstGeom prst="rect">
            <a:avLst/>
          </a:prstGeom>
          <a:solidFill>
            <a:srgbClr val="77B6A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291840" y="3259567"/>
            <a:ext cx="731520" cy="295835"/>
          </a:xfrm>
          <a:prstGeom prst="rect">
            <a:avLst/>
          </a:prstGeom>
          <a:solidFill>
            <a:srgbClr val="CDE4E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023360" y="3259567"/>
            <a:ext cx="731520" cy="295835"/>
          </a:xfrm>
          <a:prstGeom prst="rect">
            <a:avLst/>
          </a:prstGeom>
          <a:solidFill>
            <a:srgbClr val="7FBBB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754880" y="3259567"/>
            <a:ext cx="731520" cy="295835"/>
          </a:xfrm>
          <a:prstGeom prst="rect">
            <a:avLst/>
          </a:prstGeom>
          <a:solidFill>
            <a:srgbClr val="E2EFE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486400" y="3259567"/>
            <a:ext cx="731520" cy="295835"/>
          </a:xfrm>
          <a:prstGeom prst="rect">
            <a:avLst/>
          </a:prstGeom>
          <a:solidFill>
            <a:srgbClr val="7AB8B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3259567"/>
            <a:ext cx="731520" cy="295835"/>
          </a:xfrm>
          <a:prstGeom prst="rect">
            <a:avLst/>
          </a:prstGeom>
          <a:solidFill>
            <a:srgbClr val="FDF9F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949440" y="3259567"/>
            <a:ext cx="731520" cy="295835"/>
          </a:xfrm>
          <a:prstGeom prst="rect">
            <a:avLst/>
          </a:prstGeom>
          <a:solidFill>
            <a:srgbClr val="FBFCF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680960" y="3259567"/>
            <a:ext cx="731520" cy="295835"/>
          </a:xfrm>
          <a:prstGeom prst="rect">
            <a:avLst/>
          </a:prstGeom>
          <a:solidFill>
            <a:srgbClr val="C2DED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412480" y="3259567"/>
            <a:ext cx="731520" cy="295835"/>
          </a:xfrm>
          <a:prstGeom prst="rect">
            <a:avLst/>
          </a:prstGeom>
          <a:solidFill>
            <a:srgbClr val="EAF3F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00" y="3259567"/>
            <a:ext cx="731520" cy="295835"/>
          </a:xfrm>
          <a:prstGeom prst="rect">
            <a:avLst/>
          </a:prstGeom>
          <a:solidFill>
            <a:srgbClr val="18847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875520" y="3259567"/>
            <a:ext cx="731520" cy="295835"/>
          </a:xfrm>
          <a:prstGeom prst="rect">
            <a:avLst/>
          </a:prstGeom>
          <a:solidFill>
            <a:srgbClr val="78B7A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607040" y="3259567"/>
            <a:ext cx="731520" cy="295835"/>
          </a:xfrm>
          <a:prstGeom prst="rect">
            <a:avLst/>
          </a:prstGeom>
          <a:solidFill>
            <a:srgbClr val="EBBFB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65760" y="3277855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[E2F_MYC_] Myc Targets V2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560320" y="3555402"/>
            <a:ext cx="731520" cy="295835"/>
          </a:xfrm>
          <a:prstGeom prst="rect">
            <a:avLst/>
          </a:prstGeom>
          <a:solidFill>
            <a:srgbClr val="83BDB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291840" y="3555402"/>
            <a:ext cx="731520" cy="295835"/>
          </a:xfrm>
          <a:prstGeom prst="rect">
            <a:avLst/>
          </a:prstGeom>
          <a:solidFill>
            <a:srgbClr val="B5D7D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023360" y="3555402"/>
            <a:ext cx="731520" cy="295835"/>
          </a:xfrm>
          <a:prstGeom prst="rect">
            <a:avLst/>
          </a:prstGeom>
          <a:solidFill>
            <a:srgbClr val="6AAFA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754880" y="3555402"/>
            <a:ext cx="731520" cy="295835"/>
          </a:xfrm>
          <a:prstGeom prst="rect">
            <a:avLst/>
          </a:prstGeom>
          <a:solidFill>
            <a:srgbClr val="FCFDF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486400" y="3555402"/>
            <a:ext cx="731520" cy="295835"/>
          </a:xfrm>
          <a:prstGeom prst="rect">
            <a:avLst/>
          </a:prstGeom>
          <a:solidFill>
            <a:srgbClr val="6EB2A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217920" y="3555402"/>
            <a:ext cx="731520" cy="295835"/>
          </a:xfrm>
          <a:prstGeom prst="rect">
            <a:avLst/>
          </a:prstGeom>
          <a:solidFill>
            <a:srgbClr val="FEFCF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6949440" y="3555402"/>
            <a:ext cx="731520" cy="295835"/>
          </a:xfrm>
          <a:prstGeom prst="rect">
            <a:avLst/>
          </a:prstGeom>
          <a:solidFill>
            <a:srgbClr val="C4DFD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680960" y="3555402"/>
            <a:ext cx="731520" cy="295835"/>
          </a:xfrm>
          <a:prstGeom prst="rect">
            <a:avLst/>
          </a:prstGeom>
          <a:solidFill>
            <a:srgbClr val="C4DFD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412480" y="3555402"/>
            <a:ext cx="731520" cy="295835"/>
          </a:xfrm>
          <a:prstGeom prst="rect">
            <a:avLst/>
          </a:prstGeom>
          <a:solidFill>
            <a:srgbClr val="DCECE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144000" y="3555402"/>
            <a:ext cx="731520" cy="295835"/>
          </a:xfrm>
          <a:prstGeom prst="rect">
            <a:avLst/>
          </a:prstGeom>
          <a:solidFill>
            <a:srgbClr val="1E877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875520" y="3555402"/>
            <a:ext cx="731520" cy="295835"/>
          </a:xfrm>
          <a:prstGeom prst="rect">
            <a:avLst/>
          </a:prstGeom>
          <a:solidFill>
            <a:srgbClr val="71B3A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607040" y="3555402"/>
            <a:ext cx="731520" cy="295835"/>
          </a:xfrm>
          <a:prstGeom prst="rect">
            <a:avLst/>
          </a:prstGeom>
          <a:solidFill>
            <a:srgbClr val="EFCAC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5760" y="3573690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[E2F_MYC_] composite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560320" y="3851238"/>
            <a:ext cx="731520" cy="295835"/>
          </a:xfrm>
          <a:prstGeom prst="rect">
            <a:avLst/>
          </a:prstGeom>
          <a:solidFill>
            <a:srgbClr val="86BFB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291840" y="3851238"/>
            <a:ext cx="731520" cy="295835"/>
          </a:xfrm>
          <a:prstGeom prst="rect">
            <a:avLst/>
          </a:prstGeom>
          <a:solidFill>
            <a:srgbClr val="D6E9E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023360" y="3851238"/>
            <a:ext cx="731520" cy="295835"/>
          </a:xfrm>
          <a:prstGeom prst="rect">
            <a:avLst/>
          </a:prstGeom>
          <a:solidFill>
            <a:srgbClr val="DBEBE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754880" y="3851238"/>
            <a:ext cx="731520" cy="295835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486400" y="3851238"/>
            <a:ext cx="731520" cy="295835"/>
          </a:xfrm>
          <a:prstGeom prst="rect">
            <a:avLst/>
          </a:prstGeom>
          <a:solidFill>
            <a:srgbClr val="59A79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217920" y="3851238"/>
            <a:ext cx="731520" cy="295835"/>
          </a:xfrm>
          <a:prstGeom prst="rect">
            <a:avLst/>
          </a:prstGeom>
          <a:solidFill>
            <a:srgbClr val="C6E1D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949440" y="3851238"/>
            <a:ext cx="731520" cy="295835"/>
          </a:xfrm>
          <a:prstGeom prst="rect">
            <a:avLst/>
          </a:prstGeom>
          <a:solidFill>
            <a:srgbClr val="C9E2D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680960" y="3851238"/>
            <a:ext cx="731520" cy="295835"/>
          </a:xfrm>
          <a:prstGeom prst="rect">
            <a:avLst/>
          </a:prstGeom>
          <a:solidFill>
            <a:srgbClr val="CDE4E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8412480" y="3851238"/>
            <a:ext cx="731520" cy="295835"/>
          </a:xfrm>
          <a:prstGeom prst="rect">
            <a:avLst/>
          </a:prstGeom>
          <a:solidFill>
            <a:srgbClr val="79B8B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144000" y="3851238"/>
            <a:ext cx="731520" cy="295835"/>
          </a:xfrm>
          <a:prstGeom prst="rect">
            <a:avLst/>
          </a:prstGeom>
          <a:solidFill>
            <a:srgbClr val="ECC2B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9875520" y="3851238"/>
            <a:ext cx="731520" cy="295835"/>
          </a:xfrm>
          <a:prstGeom prst="rect">
            <a:avLst/>
          </a:prstGeom>
          <a:solidFill>
            <a:srgbClr val="D2E7E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0607040" y="3851238"/>
            <a:ext cx="731520" cy="295835"/>
          </a:xfrm>
          <a:prstGeom prst="rect">
            <a:avLst/>
          </a:prstGeom>
          <a:solidFill>
            <a:srgbClr val="4B9F9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65760" y="3869526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[EMT] Epithelial Mesenchymal Transition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560320" y="4147073"/>
            <a:ext cx="731520" cy="295835"/>
          </a:xfrm>
          <a:prstGeom prst="rect">
            <a:avLst/>
          </a:prstGeom>
          <a:solidFill>
            <a:srgbClr val="86BFB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291840" y="4147073"/>
            <a:ext cx="731520" cy="295835"/>
          </a:xfrm>
          <a:prstGeom prst="rect">
            <a:avLst/>
          </a:prstGeom>
          <a:solidFill>
            <a:srgbClr val="D6E9E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023360" y="4147073"/>
            <a:ext cx="731520" cy="295835"/>
          </a:xfrm>
          <a:prstGeom prst="rect">
            <a:avLst/>
          </a:prstGeom>
          <a:solidFill>
            <a:srgbClr val="DBEBE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54880" y="4147073"/>
            <a:ext cx="731520" cy="295835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486400" y="4147073"/>
            <a:ext cx="731520" cy="295835"/>
          </a:xfrm>
          <a:prstGeom prst="rect">
            <a:avLst/>
          </a:prstGeom>
          <a:solidFill>
            <a:srgbClr val="59A79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217920" y="4147073"/>
            <a:ext cx="731520" cy="295835"/>
          </a:xfrm>
          <a:prstGeom prst="rect">
            <a:avLst/>
          </a:prstGeom>
          <a:solidFill>
            <a:srgbClr val="C6E1D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949440" y="4147073"/>
            <a:ext cx="731520" cy="295835"/>
          </a:xfrm>
          <a:prstGeom prst="rect">
            <a:avLst/>
          </a:prstGeom>
          <a:solidFill>
            <a:srgbClr val="C9E2D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680960" y="4147073"/>
            <a:ext cx="731520" cy="295835"/>
          </a:xfrm>
          <a:prstGeom prst="rect">
            <a:avLst/>
          </a:prstGeom>
          <a:solidFill>
            <a:srgbClr val="CDE4E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412480" y="4147073"/>
            <a:ext cx="731520" cy="295835"/>
          </a:xfrm>
          <a:prstGeom prst="rect">
            <a:avLst/>
          </a:prstGeom>
          <a:solidFill>
            <a:srgbClr val="79B8B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144000" y="4147073"/>
            <a:ext cx="731520" cy="295835"/>
          </a:xfrm>
          <a:prstGeom prst="rect">
            <a:avLst/>
          </a:prstGeom>
          <a:solidFill>
            <a:srgbClr val="ECC2B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9875520" y="4147073"/>
            <a:ext cx="731520" cy="295835"/>
          </a:xfrm>
          <a:prstGeom prst="rect">
            <a:avLst/>
          </a:prstGeom>
          <a:solidFill>
            <a:srgbClr val="D2E7E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0607040" y="4147073"/>
            <a:ext cx="731520" cy="295835"/>
          </a:xfrm>
          <a:prstGeom prst="rect">
            <a:avLst/>
          </a:prstGeom>
          <a:solidFill>
            <a:srgbClr val="4B9F9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65760" y="4165361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[EMT] composite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2560320" y="4442908"/>
            <a:ext cx="731520" cy="295835"/>
          </a:xfrm>
          <a:prstGeom prst="rect">
            <a:avLst/>
          </a:prstGeom>
          <a:solidFill>
            <a:srgbClr val="94C6C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3291840" y="4442908"/>
            <a:ext cx="731520" cy="295835"/>
          </a:xfrm>
          <a:prstGeom prst="rect">
            <a:avLst/>
          </a:prstGeom>
          <a:solidFill>
            <a:srgbClr val="AED4C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023360" y="4442908"/>
            <a:ext cx="731520" cy="295835"/>
          </a:xfrm>
          <a:prstGeom prst="rect">
            <a:avLst/>
          </a:prstGeom>
          <a:solidFill>
            <a:srgbClr val="5AA79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54880" y="4442908"/>
            <a:ext cx="731520" cy="295835"/>
          </a:xfrm>
          <a:prstGeom prst="rect">
            <a:avLst/>
          </a:prstGeom>
          <a:solidFill>
            <a:srgbClr val="F5DED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486400" y="4442908"/>
            <a:ext cx="731520" cy="295835"/>
          </a:xfrm>
          <a:prstGeom prst="rect">
            <a:avLst/>
          </a:prstGeom>
          <a:solidFill>
            <a:srgbClr val="3B978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6217920" y="4442908"/>
            <a:ext cx="731520" cy="295835"/>
          </a:xfrm>
          <a:prstGeom prst="rect">
            <a:avLst/>
          </a:prstGeom>
          <a:solidFill>
            <a:srgbClr val="FDFAF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949440" y="4442908"/>
            <a:ext cx="731520" cy="295835"/>
          </a:xfrm>
          <a:prstGeom prst="rect">
            <a:avLst/>
          </a:prstGeom>
          <a:solidFill>
            <a:srgbClr val="8DC3B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680960" y="4442908"/>
            <a:ext cx="731520" cy="295835"/>
          </a:xfrm>
          <a:prstGeom prst="rect">
            <a:avLst/>
          </a:prstGeom>
          <a:solidFill>
            <a:srgbClr val="C2DED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8412480" y="4442908"/>
            <a:ext cx="731520" cy="295835"/>
          </a:xfrm>
          <a:prstGeom prst="rect">
            <a:avLst/>
          </a:prstGeom>
          <a:solidFill>
            <a:srgbClr val="CBE3E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9144000" y="4442908"/>
            <a:ext cx="731520" cy="295835"/>
          </a:xfrm>
          <a:prstGeom prst="rect">
            <a:avLst/>
          </a:prstGeom>
          <a:solidFill>
            <a:srgbClr val="489E9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9875520" y="4442908"/>
            <a:ext cx="731520" cy="295835"/>
          </a:xfrm>
          <a:prstGeom prst="rect">
            <a:avLst/>
          </a:prstGeom>
          <a:solidFill>
            <a:srgbClr val="89C0B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607040" y="4442908"/>
            <a:ext cx="731520" cy="295835"/>
          </a:xfrm>
          <a:prstGeom prst="rect">
            <a:avLst/>
          </a:prstGeom>
          <a:solidFill>
            <a:srgbClr val="F2D6D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5760" y="4461196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[Tumor_ce] Cell Cycle Checkpoints R-HSA-69620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2560320" y="4738744"/>
            <a:ext cx="731520" cy="295835"/>
          </a:xfrm>
          <a:prstGeom prst="rect">
            <a:avLst/>
          </a:prstGeom>
          <a:solidFill>
            <a:srgbClr val="92C5B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291840" y="4738744"/>
            <a:ext cx="731520" cy="295835"/>
          </a:xfrm>
          <a:prstGeom prst="rect">
            <a:avLst/>
          </a:prstGeom>
          <a:solidFill>
            <a:srgbClr val="A7D0C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023360" y="4738744"/>
            <a:ext cx="731520" cy="295835"/>
          </a:xfrm>
          <a:prstGeom prst="rect">
            <a:avLst/>
          </a:prstGeom>
          <a:solidFill>
            <a:srgbClr val="59A79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754880" y="4738744"/>
            <a:ext cx="731520" cy="295835"/>
          </a:xfrm>
          <a:prstGeom prst="rect">
            <a:avLst/>
          </a:prstGeom>
          <a:solidFill>
            <a:srgbClr val="F6E3D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486400" y="4738744"/>
            <a:ext cx="731520" cy="295835"/>
          </a:xfrm>
          <a:prstGeom prst="rect">
            <a:avLst/>
          </a:prstGeom>
          <a:solidFill>
            <a:srgbClr val="50A29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217920" y="4738744"/>
            <a:ext cx="731520" cy="295835"/>
          </a:xfrm>
          <a:prstGeom prst="rect">
            <a:avLst/>
          </a:prstGeom>
          <a:solidFill>
            <a:srgbClr val="FDFAF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6949440" y="4738744"/>
            <a:ext cx="731520" cy="295835"/>
          </a:xfrm>
          <a:prstGeom prst="rect">
            <a:avLst/>
          </a:prstGeom>
          <a:solidFill>
            <a:srgbClr val="84BEB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7680960" y="4738744"/>
            <a:ext cx="731520" cy="295835"/>
          </a:xfrm>
          <a:prstGeom prst="rect">
            <a:avLst/>
          </a:prstGeom>
          <a:solidFill>
            <a:srgbClr val="BFDDD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8412480" y="4738744"/>
            <a:ext cx="731520" cy="295835"/>
          </a:xfrm>
          <a:prstGeom prst="rect">
            <a:avLst/>
          </a:prstGeom>
          <a:solidFill>
            <a:srgbClr val="C6E1D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9144000" y="4738744"/>
            <a:ext cx="731520" cy="295835"/>
          </a:xfrm>
          <a:prstGeom prst="rect">
            <a:avLst/>
          </a:prstGeom>
          <a:solidFill>
            <a:srgbClr val="3B978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9875520" y="4738744"/>
            <a:ext cx="731520" cy="295835"/>
          </a:xfrm>
          <a:prstGeom prst="rect">
            <a:avLst/>
          </a:prstGeom>
          <a:solidFill>
            <a:srgbClr val="78B7A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0607040" y="4738744"/>
            <a:ext cx="731520" cy="295835"/>
          </a:xfrm>
          <a:prstGeom prst="rect">
            <a:avLst/>
          </a:prstGeom>
          <a:solidFill>
            <a:srgbClr val="EFCDC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65760" y="4757032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[Tumor_ce] G2-M Checkpoint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2560320" y="5034579"/>
            <a:ext cx="731520" cy="295835"/>
          </a:xfrm>
          <a:prstGeom prst="rect">
            <a:avLst/>
          </a:prstGeom>
          <a:solidFill>
            <a:srgbClr val="95C7C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291840" y="5034579"/>
            <a:ext cx="731520" cy="295835"/>
          </a:xfrm>
          <a:prstGeom prst="rect">
            <a:avLst/>
          </a:prstGeom>
          <a:solidFill>
            <a:srgbClr val="A2CEC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023360" y="5034579"/>
            <a:ext cx="731520" cy="295835"/>
          </a:xfrm>
          <a:prstGeom prst="rect">
            <a:avLst/>
          </a:prstGeom>
          <a:solidFill>
            <a:srgbClr val="57A69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754880" y="5034579"/>
            <a:ext cx="731520" cy="295835"/>
          </a:xfrm>
          <a:prstGeom prst="rect">
            <a:avLst/>
          </a:prstGeom>
          <a:solidFill>
            <a:srgbClr val="F9ECE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5486400" y="5034579"/>
            <a:ext cx="731520" cy="295835"/>
          </a:xfrm>
          <a:prstGeom prst="rect">
            <a:avLst/>
          </a:prstGeom>
          <a:solidFill>
            <a:srgbClr val="459C9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6217920" y="5034579"/>
            <a:ext cx="731520" cy="295835"/>
          </a:xfrm>
          <a:prstGeom prst="rect">
            <a:avLst/>
          </a:prstGeom>
          <a:solidFill>
            <a:srgbClr val="FAFCF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6949440" y="5034579"/>
            <a:ext cx="731520" cy="295835"/>
          </a:xfrm>
          <a:prstGeom prst="rect">
            <a:avLst/>
          </a:prstGeom>
          <a:solidFill>
            <a:srgbClr val="90C4B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680960" y="5034579"/>
            <a:ext cx="731520" cy="295835"/>
          </a:xfrm>
          <a:prstGeom prst="rect">
            <a:avLst/>
          </a:prstGeom>
          <a:solidFill>
            <a:srgbClr val="B3D6D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8412480" y="5034579"/>
            <a:ext cx="731520" cy="295835"/>
          </a:xfrm>
          <a:prstGeom prst="rect">
            <a:avLst/>
          </a:prstGeom>
          <a:solidFill>
            <a:srgbClr val="C1DED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9144000" y="5034579"/>
            <a:ext cx="731520" cy="295835"/>
          </a:xfrm>
          <a:prstGeom prst="rect">
            <a:avLst/>
          </a:prstGeom>
          <a:solidFill>
            <a:srgbClr val="59A79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9875520" y="5034579"/>
            <a:ext cx="731520" cy="295835"/>
          </a:xfrm>
          <a:prstGeom prst="rect">
            <a:avLst/>
          </a:prstGeom>
          <a:solidFill>
            <a:srgbClr val="87BFB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10607040" y="5034579"/>
            <a:ext cx="731520" cy="295835"/>
          </a:xfrm>
          <a:prstGeom prst="rect">
            <a:avLst/>
          </a:prstGeom>
          <a:solidFill>
            <a:srgbClr val="F5DFD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365760" y="5052867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[Tumor_ce] M Phase R-HSA-68886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2560320" y="5330414"/>
            <a:ext cx="731520" cy="295835"/>
          </a:xfrm>
          <a:prstGeom prst="rect">
            <a:avLst/>
          </a:prstGeom>
          <a:solidFill>
            <a:srgbClr val="9FCCC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291840" y="5330414"/>
            <a:ext cx="731520" cy="295835"/>
          </a:xfrm>
          <a:prstGeom prst="rect">
            <a:avLst/>
          </a:prstGeom>
          <a:solidFill>
            <a:srgbClr val="A5CFC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023360" y="5330414"/>
            <a:ext cx="731520" cy="295835"/>
          </a:xfrm>
          <a:prstGeom prst="rect">
            <a:avLst/>
          </a:prstGeom>
          <a:solidFill>
            <a:srgbClr val="54A49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754880" y="5330414"/>
            <a:ext cx="731520" cy="295835"/>
          </a:xfrm>
          <a:prstGeom prst="rect">
            <a:avLst/>
          </a:prstGeom>
          <a:solidFill>
            <a:srgbClr val="F8EAE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486400" y="5330414"/>
            <a:ext cx="731520" cy="295835"/>
          </a:xfrm>
          <a:prstGeom prst="rect">
            <a:avLst/>
          </a:prstGeom>
          <a:solidFill>
            <a:srgbClr val="64ADA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6217920" y="5330414"/>
            <a:ext cx="731520" cy="295835"/>
          </a:xfrm>
          <a:prstGeom prst="rect">
            <a:avLst/>
          </a:prstGeom>
          <a:solidFill>
            <a:srgbClr val="FDFBF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6949440" y="5330414"/>
            <a:ext cx="731520" cy="295835"/>
          </a:xfrm>
          <a:prstGeom prst="rect">
            <a:avLst/>
          </a:prstGeom>
          <a:solidFill>
            <a:srgbClr val="87BFB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7680960" y="5330414"/>
            <a:ext cx="731520" cy="295835"/>
          </a:xfrm>
          <a:prstGeom prst="rect">
            <a:avLst/>
          </a:prstGeom>
          <a:solidFill>
            <a:srgbClr val="A6CFC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8412480" y="5330414"/>
            <a:ext cx="731520" cy="295835"/>
          </a:xfrm>
          <a:prstGeom prst="rect">
            <a:avLst/>
          </a:prstGeom>
          <a:solidFill>
            <a:srgbClr val="D6E9E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144000" y="5330414"/>
            <a:ext cx="731520" cy="295835"/>
          </a:xfrm>
          <a:prstGeom prst="rect">
            <a:avLst/>
          </a:prstGeom>
          <a:solidFill>
            <a:srgbClr val="51A29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9875520" y="5330414"/>
            <a:ext cx="731520" cy="295835"/>
          </a:xfrm>
          <a:prstGeom prst="rect">
            <a:avLst/>
          </a:prstGeom>
          <a:solidFill>
            <a:srgbClr val="80BCB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607040" y="5330414"/>
            <a:ext cx="731520" cy="295835"/>
          </a:xfrm>
          <a:prstGeom prst="rect">
            <a:avLst/>
          </a:prstGeom>
          <a:solidFill>
            <a:srgbClr val="F4DAD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365760" y="5348702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[Tumor_ce] Mitotic G2-G2/M Phases R-HSA-453274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2560320" y="5626249"/>
            <a:ext cx="731520" cy="295835"/>
          </a:xfrm>
          <a:prstGeom prst="rect">
            <a:avLst/>
          </a:prstGeom>
          <a:solidFill>
            <a:srgbClr val="81BCB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291840" y="5626249"/>
            <a:ext cx="731520" cy="295835"/>
          </a:xfrm>
          <a:prstGeom prst="rect">
            <a:avLst/>
          </a:prstGeom>
          <a:solidFill>
            <a:srgbClr val="A8D1C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023360" y="5626249"/>
            <a:ext cx="731520" cy="295835"/>
          </a:xfrm>
          <a:prstGeom prst="rect">
            <a:avLst/>
          </a:prstGeom>
          <a:solidFill>
            <a:srgbClr val="50A29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754880" y="5626249"/>
            <a:ext cx="731520" cy="295835"/>
          </a:xfrm>
          <a:prstGeom prst="rect">
            <a:avLst/>
          </a:prstGeom>
          <a:solidFill>
            <a:srgbClr val="F7E7E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5486400" y="5626249"/>
            <a:ext cx="731520" cy="295835"/>
          </a:xfrm>
          <a:prstGeom prst="rect">
            <a:avLst/>
          </a:prstGeom>
          <a:solidFill>
            <a:srgbClr val="5BA89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6217920" y="5626249"/>
            <a:ext cx="731520" cy="295835"/>
          </a:xfrm>
          <a:prstGeom prst="rect">
            <a:avLst/>
          </a:prstGeom>
          <a:solidFill>
            <a:srgbClr val="FCF6F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949440" y="5626249"/>
            <a:ext cx="731520" cy="295835"/>
          </a:xfrm>
          <a:prstGeom prst="rect">
            <a:avLst/>
          </a:prstGeom>
          <a:solidFill>
            <a:srgbClr val="A7D0C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7680960" y="5626249"/>
            <a:ext cx="731520" cy="295835"/>
          </a:xfrm>
          <a:prstGeom prst="rect">
            <a:avLst/>
          </a:prstGeom>
          <a:solidFill>
            <a:srgbClr val="B4D7D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412480" y="5626249"/>
            <a:ext cx="731520" cy="295835"/>
          </a:xfrm>
          <a:prstGeom prst="rect">
            <a:avLst/>
          </a:prstGeom>
          <a:solidFill>
            <a:srgbClr val="CCE4E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9144000" y="5626249"/>
            <a:ext cx="731520" cy="295835"/>
          </a:xfrm>
          <a:prstGeom prst="rect">
            <a:avLst/>
          </a:prstGeom>
          <a:solidFill>
            <a:srgbClr val="449C9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9875520" y="5626249"/>
            <a:ext cx="731520" cy="295835"/>
          </a:xfrm>
          <a:prstGeom prst="rect">
            <a:avLst/>
          </a:prstGeom>
          <a:solidFill>
            <a:srgbClr val="78B7A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10607040" y="5626249"/>
            <a:ext cx="731520" cy="295835"/>
          </a:xfrm>
          <a:prstGeom prst="rect">
            <a:avLst/>
          </a:prstGeom>
          <a:solidFill>
            <a:srgbClr val="F2D6C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365760" y="5644537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[Tumor_ce] S Phase R-HSA-69242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2560320" y="5922085"/>
            <a:ext cx="731520" cy="295835"/>
          </a:xfrm>
          <a:prstGeom prst="rect">
            <a:avLst/>
          </a:prstGeom>
          <a:solidFill>
            <a:srgbClr val="92C5B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291840" y="5922085"/>
            <a:ext cx="731520" cy="295835"/>
          </a:xfrm>
          <a:prstGeom prst="rect">
            <a:avLst/>
          </a:prstGeom>
          <a:solidFill>
            <a:srgbClr val="A7D0C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023360" y="5922085"/>
            <a:ext cx="731520" cy="295835"/>
          </a:xfrm>
          <a:prstGeom prst="rect">
            <a:avLst/>
          </a:prstGeom>
          <a:solidFill>
            <a:srgbClr val="56A59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754880" y="5922085"/>
            <a:ext cx="731520" cy="295835"/>
          </a:xfrm>
          <a:prstGeom prst="rect">
            <a:avLst/>
          </a:prstGeom>
          <a:solidFill>
            <a:srgbClr val="F7E6E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486400" y="5922085"/>
            <a:ext cx="731520" cy="295835"/>
          </a:xfrm>
          <a:prstGeom prst="rect">
            <a:avLst/>
          </a:prstGeom>
          <a:solidFill>
            <a:srgbClr val="50A29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217920" y="5922085"/>
            <a:ext cx="731520" cy="295835"/>
          </a:xfrm>
          <a:prstGeom prst="rect">
            <a:avLst/>
          </a:prstGeom>
          <a:solidFill>
            <a:srgbClr val="FDFBF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949440" y="5922085"/>
            <a:ext cx="731520" cy="295835"/>
          </a:xfrm>
          <a:prstGeom prst="rect">
            <a:avLst/>
          </a:prstGeom>
          <a:solidFill>
            <a:srgbClr val="90C4B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680960" y="5922085"/>
            <a:ext cx="731520" cy="295835"/>
          </a:xfrm>
          <a:prstGeom prst="rect">
            <a:avLst/>
          </a:prstGeom>
          <a:solidFill>
            <a:srgbClr val="B6D8D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8412480" y="5922085"/>
            <a:ext cx="731520" cy="295835"/>
          </a:xfrm>
          <a:prstGeom prst="rect">
            <a:avLst/>
          </a:prstGeom>
          <a:solidFill>
            <a:srgbClr val="CBE3E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9144000" y="5922085"/>
            <a:ext cx="731520" cy="295835"/>
          </a:xfrm>
          <a:prstGeom prst="rect">
            <a:avLst/>
          </a:prstGeom>
          <a:solidFill>
            <a:srgbClr val="4A9F9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9875520" y="5922085"/>
            <a:ext cx="731520" cy="295835"/>
          </a:xfrm>
          <a:prstGeom prst="rect">
            <a:avLst/>
          </a:prstGeom>
          <a:solidFill>
            <a:srgbClr val="80BBB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10607040" y="5922085"/>
            <a:ext cx="731520" cy="295835"/>
          </a:xfrm>
          <a:prstGeom prst="rect">
            <a:avLst/>
          </a:prstGeom>
          <a:solidFill>
            <a:srgbClr val="F3D7D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365760" y="5940373"/>
            <a:ext cx="2103120" cy="29583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[Tumor_ce] composite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2560320" y="6254496"/>
            <a:ext cx="731520" cy="12801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2560320" y="6419088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2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3291840" y="6254496"/>
            <a:ext cx="731520" cy="12801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3291840" y="6419088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4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4023360" y="6254496"/>
            <a:ext cx="731520" cy="12801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4023360" y="6419088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6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4754880" y="6254496"/>
            <a:ext cx="731520" cy="12801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4754880" y="6419088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8</a:t>
            </a:r>
          </a:p>
        </p:txBody>
      </p:sp>
      <p:sp>
        <p:nvSpPr>
          <p:cNvPr id="233" name="Rectangle 232"/>
          <p:cNvSpPr/>
          <p:nvPr/>
        </p:nvSpPr>
        <p:spPr>
          <a:xfrm>
            <a:off x="5486400" y="6254496"/>
            <a:ext cx="731520" cy="12801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5486400" y="6419088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9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6217920" y="6254496"/>
            <a:ext cx="731520" cy="128016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6217920" y="6419088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14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6949440" y="6254496"/>
            <a:ext cx="731520" cy="128016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6949440" y="6419088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7680960" y="6254496"/>
            <a:ext cx="731520" cy="128016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7680960" y="6419088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5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8412480" y="6254496"/>
            <a:ext cx="731520" cy="128016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8412480" y="6419088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7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9144000" y="6254496"/>
            <a:ext cx="731520" cy="128016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9144000" y="6419088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9875520" y="6254496"/>
            <a:ext cx="731520" cy="128016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9875520" y="6419088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12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10607040" y="6254496"/>
            <a:ext cx="731520" cy="128016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10607040" y="6419088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13</a:t>
            </a:r>
          </a:p>
        </p:txBody>
      </p:sp>
      <p:cxnSp>
        <p:nvCxnSpPr>
          <p:cNvPr id="249" name="Connector 248"/>
          <p:cNvCxnSpPr/>
          <p:nvPr/>
        </p:nvCxnSpPr>
        <p:spPr>
          <a:xfrm>
            <a:off x="6949440" y="1188720"/>
            <a:ext cx="0" cy="5212080"/>
          </a:xfrm>
          <a:prstGeom prst="line">
            <a:avLst/>
          </a:prstGeom>
          <a:ln w="254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0" name="Rectangle 249"/>
          <p:cNvSpPr/>
          <p:nvPr/>
        </p:nvSpPr>
        <p:spPr>
          <a:xfrm>
            <a:off x="11430000" y="3977640"/>
            <a:ext cx="182880" cy="137161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1430000" y="3840480"/>
            <a:ext cx="182880" cy="137161"/>
          </a:xfrm>
          <a:prstGeom prst="rect">
            <a:avLst/>
          </a:prstGeom>
          <a:solidFill>
            <a:srgbClr val="CB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1430000" y="3703320"/>
            <a:ext cx="182880" cy="137161"/>
          </a:xfrm>
          <a:prstGeom prst="rect">
            <a:avLst/>
          </a:prstGeom>
          <a:solidFill>
            <a:srgbClr val="D166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1430000" y="3566160"/>
            <a:ext cx="182880" cy="137161"/>
          </a:xfrm>
          <a:prstGeom prst="rect">
            <a:avLst/>
          </a:prstGeom>
          <a:solidFill>
            <a:srgbClr val="D77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1430000" y="3429000"/>
            <a:ext cx="182880" cy="137161"/>
          </a:xfrm>
          <a:prstGeom prst="rect">
            <a:avLst/>
          </a:prstGeom>
          <a:solidFill>
            <a:srgbClr val="DD8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11430000" y="3291840"/>
            <a:ext cx="182880" cy="137161"/>
          </a:xfrm>
          <a:prstGeom prst="rect">
            <a:avLst/>
          </a:prstGeom>
          <a:solidFill>
            <a:srgbClr val="E3A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1430000" y="3154680"/>
            <a:ext cx="182880" cy="137161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1430000" y="3017520"/>
            <a:ext cx="182880" cy="137161"/>
          </a:xfrm>
          <a:prstGeom prst="rect">
            <a:avLst/>
          </a:prstGeom>
          <a:solidFill>
            <a:srgbClr val="EF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1430000" y="2880360"/>
            <a:ext cx="182880" cy="137161"/>
          </a:xfrm>
          <a:prstGeom prst="rect">
            <a:avLst/>
          </a:prstGeom>
          <a:solidFill>
            <a:srgbClr val="F5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1430000" y="2743200"/>
            <a:ext cx="182880" cy="137161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1430000" y="2606040"/>
            <a:ext cx="182880" cy="137161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1430000" y="2468880"/>
            <a:ext cx="182880" cy="137161"/>
          </a:xfrm>
          <a:prstGeom prst="rect">
            <a:avLst/>
          </a:prstGeom>
          <a:solidFill>
            <a:srgbClr val="D8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1430000" y="2331720"/>
            <a:ext cx="182880" cy="137161"/>
          </a:xfrm>
          <a:prstGeom prst="rect">
            <a:avLst/>
          </a:prstGeom>
          <a:solidFill>
            <a:srgbClr val="BE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11430000" y="2194560"/>
            <a:ext cx="182880" cy="137161"/>
          </a:xfrm>
          <a:prstGeom prst="rect">
            <a:avLst/>
          </a:prstGeom>
          <a:solidFill>
            <a:srgbClr val="A4C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1430000" y="2057400"/>
            <a:ext cx="182880" cy="137161"/>
          </a:xfrm>
          <a:prstGeom prst="rect">
            <a:avLst/>
          </a:prstGeom>
          <a:solidFill>
            <a:srgbClr val="8AC1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1430000" y="1920240"/>
            <a:ext cx="182880" cy="137161"/>
          </a:xfrm>
          <a:prstGeom prst="rect">
            <a:avLst/>
          </a:prstGeom>
          <a:solidFill>
            <a:srgbClr val="7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1430000" y="1783080"/>
            <a:ext cx="182880" cy="137161"/>
          </a:xfrm>
          <a:prstGeom prst="rect">
            <a:avLst/>
          </a:prstGeom>
          <a:solidFill>
            <a:srgbClr val="57A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1430000" y="1645920"/>
            <a:ext cx="182880" cy="137161"/>
          </a:xfrm>
          <a:prstGeom prst="rect">
            <a:avLst/>
          </a:prstGeom>
          <a:solidFill>
            <a:srgbClr val="3D9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1430000" y="1508760"/>
            <a:ext cx="182880" cy="137161"/>
          </a:xfrm>
          <a:prstGeom prst="rect">
            <a:avLst/>
          </a:prstGeom>
          <a:solidFill>
            <a:srgbClr val="238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1430000" y="1371600"/>
            <a:ext cx="182880" cy="137161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1064240" y="1170432"/>
            <a:ext cx="10058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oriented Δ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1658600" y="1280160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+3.8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11658600" y="4023360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−3.8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1658600" y="2651760"/>
            <a:ext cx="640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