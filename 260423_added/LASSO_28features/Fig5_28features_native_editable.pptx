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5943600" cy="4114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rial"/>
              </a:rPr>
              <a:t>A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502920"/>
            <a:ext cx="101237" cy="101237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9917" y="502920"/>
            <a:ext cx="101237" cy="101237"/>
          </a:xfrm>
          <a:prstGeom prst="rect">
            <a:avLst/>
          </a:prstGeom>
          <a:solidFill>
            <a:srgbClr val="F9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1154" y="502920"/>
            <a:ext cx="101237" cy="101237"/>
          </a:xfrm>
          <a:prstGeom prst="rect">
            <a:avLst/>
          </a:prstGeom>
          <a:solidFill>
            <a:srgbClr val="F9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2391" y="502920"/>
            <a:ext cx="101237" cy="101237"/>
          </a:xfrm>
          <a:prstGeom prst="rect">
            <a:avLst/>
          </a:prstGeom>
          <a:solidFill>
            <a:srgbClr val="D5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73628" y="502920"/>
            <a:ext cx="101237" cy="101237"/>
          </a:xfrm>
          <a:prstGeom prst="rect">
            <a:avLst/>
          </a:prstGeom>
          <a:solidFill>
            <a:srgbClr val="FC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4865" y="502920"/>
            <a:ext cx="101237" cy="101237"/>
          </a:xfrm>
          <a:prstGeom prst="rect">
            <a:avLst/>
          </a:prstGeom>
          <a:solidFill>
            <a:srgbClr val="A4C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6102" y="502920"/>
            <a:ext cx="101237" cy="101237"/>
          </a:xfrm>
          <a:prstGeom prst="rect">
            <a:avLst/>
          </a:prstGeom>
          <a:solidFill>
            <a:srgbClr val="F8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77340" y="502920"/>
            <a:ext cx="101237" cy="101237"/>
          </a:xfrm>
          <a:prstGeom prst="rect">
            <a:avLst/>
          </a:prstGeom>
          <a:solidFill>
            <a:srgbClr val="E7B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78577" y="502920"/>
            <a:ext cx="101237" cy="101237"/>
          </a:xfrm>
          <a:prstGeom prst="rect">
            <a:avLst/>
          </a:prstGeom>
          <a:solidFill>
            <a:srgbClr val="F9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9814" y="502920"/>
            <a:ext cx="101237" cy="101237"/>
          </a:xfrm>
          <a:prstGeom prst="rect">
            <a:avLst/>
          </a:prstGeom>
          <a:solidFill>
            <a:srgbClr val="EC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81051" y="502920"/>
            <a:ext cx="101237" cy="101237"/>
          </a:xfrm>
          <a:prstGeom prst="rect">
            <a:avLst/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82288" y="502920"/>
            <a:ext cx="101237" cy="101237"/>
          </a:xfrm>
          <a:prstGeom prst="rect">
            <a:avLst/>
          </a:prstGeom>
          <a:solidFill>
            <a:srgbClr val="FB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83525" y="502920"/>
            <a:ext cx="101237" cy="101237"/>
          </a:xfrm>
          <a:prstGeom prst="rect">
            <a:avLst/>
          </a:prstGeom>
          <a:solidFill>
            <a:srgbClr val="F5D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84762" y="502920"/>
            <a:ext cx="101237" cy="101237"/>
          </a:xfrm>
          <a:prstGeom prst="rect">
            <a:avLst/>
          </a:prstGeom>
          <a:solidFill>
            <a:srgbClr val="F7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0" y="502920"/>
            <a:ext cx="101237" cy="101237"/>
          </a:xfrm>
          <a:prstGeom prst="rect">
            <a:avLst/>
          </a:prstGeom>
          <a:solidFill>
            <a:srgbClr val="F4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87237" y="502920"/>
            <a:ext cx="101237" cy="101237"/>
          </a:xfrm>
          <a:prstGeom prst="rect">
            <a:avLst/>
          </a:prstGeom>
          <a:solidFill>
            <a:srgbClr val="EF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88474" y="502920"/>
            <a:ext cx="101237" cy="101237"/>
          </a:xfrm>
          <a:prstGeom prst="rect">
            <a:avLst/>
          </a:prstGeom>
          <a:solidFill>
            <a:srgbClr val="F5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89711" y="502920"/>
            <a:ext cx="101237" cy="101237"/>
          </a:xfrm>
          <a:prstGeom prst="rect">
            <a:avLst/>
          </a:prstGeom>
          <a:solidFill>
            <a:srgbClr val="E7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90948" y="502920"/>
            <a:ext cx="101237" cy="101237"/>
          </a:xfrm>
          <a:prstGeom prst="rect">
            <a:avLst/>
          </a:prstGeom>
          <a:solidFill>
            <a:srgbClr val="F6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92185" y="502920"/>
            <a:ext cx="101237" cy="101237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93422" y="502920"/>
            <a:ext cx="101237" cy="101237"/>
          </a:xfrm>
          <a:prstGeom prst="rect">
            <a:avLst/>
          </a:prstGeom>
          <a:solidFill>
            <a:srgbClr val="FE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94660" y="502920"/>
            <a:ext cx="101237" cy="101237"/>
          </a:xfrm>
          <a:prstGeom prst="rect">
            <a:avLst/>
          </a:prstGeom>
          <a:solidFill>
            <a:srgbClr val="FE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95897" y="502920"/>
            <a:ext cx="101237" cy="101237"/>
          </a:xfrm>
          <a:prstGeom prst="rect">
            <a:avLst/>
          </a:prstGeom>
          <a:solidFill>
            <a:srgbClr val="FE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97134" y="502920"/>
            <a:ext cx="101237" cy="101237"/>
          </a:xfrm>
          <a:prstGeom prst="rect">
            <a:avLst/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98371" y="502920"/>
            <a:ext cx="101237" cy="101237"/>
          </a:xfrm>
          <a:prstGeom prst="rect">
            <a:avLst/>
          </a:prstGeom>
          <a:solidFill>
            <a:srgbClr val="FB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99608" y="502920"/>
            <a:ext cx="101237" cy="101237"/>
          </a:xfrm>
          <a:prstGeom prst="rect">
            <a:avLst/>
          </a:prstGeom>
          <a:solidFill>
            <a:srgbClr val="F2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0845" y="502920"/>
            <a:ext cx="101237" cy="101237"/>
          </a:xfrm>
          <a:prstGeom prst="rect">
            <a:avLst/>
          </a:prstGeom>
          <a:solidFill>
            <a:srgbClr val="F8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02082" y="502920"/>
            <a:ext cx="101237" cy="101237"/>
          </a:xfrm>
          <a:prstGeom prst="rect">
            <a:avLst/>
          </a:prstGeom>
          <a:solidFill>
            <a:srgbClr val="F9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68680" y="604157"/>
            <a:ext cx="101237" cy="101237"/>
          </a:xfrm>
          <a:prstGeom prst="rect">
            <a:avLst/>
          </a:prstGeom>
          <a:solidFill>
            <a:srgbClr val="F9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9917" y="604157"/>
            <a:ext cx="101237" cy="101237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71154" y="604157"/>
            <a:ext cx="101237" cy="101237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72391" y="604157"/>
            <a:ext cx="101237" cy="101237"/>
          </a:xfrm>
          <a:prstGeom prst="rect">
            <a:avLst/>
          </a:prstGeom>
          <a:solidFill>
            <a:srgbClr val="C6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73628" y="604157"/>
            <a:ext cx="101237" cy="101237"/>
          </a:xfrm>
          <a:prstGeom prst="rect">
            <a:avLst/>
          </a:prstGeom>
          <a:solidFill>
            <a:srgbClr val="E4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374865" y="604157"/>
            <a:ext cx="101237" cy="101237"/>
          </a:xfrm>
          <a:prstGeom prst="rect">
            <a:avLst/>
          </a:prstGeom>
          <a:solidFill>
            <a:srgbClr val="C3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476102" y="604157"/>
            <a:ext cx="101237" cy="101237"/>
          </a:xfrm>
          <a:prstGeom prst="rect">
            <a:avLst/>
          </a:prstGeom>
          <a:solidFill>
            <a:srgbClr val="DF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577340" y="604157"/>
            <a:ext cx="101237" cy="101237"/>
          </a:xfrm>
          <a:prstGeom prst="rect">
            <a:avLst/>
          </a:prstGeom>
          <a:solidFill>
            <a:srgbClr val="FD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78577" y="604157"/>
            <a:ext cx="101237" cy="101237"/>
          </a:xfrm>
          <a:prstGeom prst="rect">
            <a:avLst/>
          </a:prstGeom>
          <a:solidFill>
            <a:srgbClr val="CD5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779814" y="604157"/>
            <a:ext cx="101237" cy="101237"/>
          </a:xfrm>
          <a:prstGeom prst="rect">
            <a:avLst/>
          </a:prstGeom>
          <a:solidFill>
            <a:srgbClr val="F3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881051" y="604157"/>
            <a:ext cx="101237" cy="101237"/>
          </a:xfrm>
          <a:prstGeom prst="rect">
            <a:avLst/>
          </a:prstGeom>
          <a:solidFill>
            <a:srgbClr val="FD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982288" y="604157"/>
            <a:ext cx="101237" cy="101237"/>
          </a:xfrm>
          <a:prstGeom prst="rect">
            <a:avLst/>
          </a:prstGeom>
          <a:solidFill>
            <a:srgbClr val="FB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083525" y="604157"/>
            <a:ext cx="101237" cy="101237"/>
          </a:xfrm>
          <a:prstGeom prst="rect">
            <a:avLst/>
          </a:prstGeom>
          <a:solidFill>
            <a:srgbClr val="FA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184762" y="604157"/>
            <a:ext cx="101237" cy="101237"/>
          </a:xfrm>
          <a:prstGeom prst="rect">
            <a:avLst/>
          </a:prstGeom>
          <a:solidFill>
            <a:srgbClr val="F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286000" y="604157"/>
            <a:ext cx="101237" cy="101237"/>
          </a:xfrm>
          <a:prstGeom prst="rect">
            <a:avLst/>
          </a:prstGeom>
          <a:solidFill>
            <a:srgbClr val="F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387237" y="604157"/>
            <a:ext cx="101237" cy="101237"/>
          </a:xfrm>
          <a:prstGeom prst="rect">
            <a:avLst/>
          </a:prstGeom>
          <a:solidFill>
            <a:srgbClr val="F4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488474" y="604157"/>
            <a:ext cx="101237" cy="101237"/>
          </a:xfrm>
          <a:prstGeom prst="rect">
            <a:avLst/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589711" y="604157"/>
            <a:ext cx="101237" cy="101237"/>
          </a:xfrm>
          <a:prstGeom prst="rect">
            <a:avLst/>
          </a:prstGeom>
          <a:solidFill>
            <a:srgbClr val="E3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690948" y="604157"/>
            <a:ext cx="101237" cy="101237"/>
          </a:xfrm>
          <a:prstGeom prst="rect">
            <a:avLst/>
          </a:prstGeom>
          <a:solidFill>
            <a:srgbClr val="E9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792185" y="604157"/>
            <a:ext cx="101237" cy="101237"/>
          </a:xfrm>
          <a:prstGeom prst="rect">
            <a:avLst/>
          </a:prstGeom>
          <a:solidFill>
            <a:srgbClr val="CC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893422" y="604157"/>
            <a:ext cx="101237" cy="101237"/>
          </a:xfrm>
          <a:prstGeom prst="rect">
            <a:avLst/>
          </a:prstGeom>
          <a:solidFill>
            <a:srgbClr val="CC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994660" y="604157"/>
            <a:ext cx="101237" cy="101237"/>
          </a:xfrm>
          <a:prstGeom prst="rect">
            <a:avLst/>
          </a:prstGeom>
          <a:solidFill>
            <a:srgbClr val="C3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095897" y="604157"/>
            <a:ext cx="101237" cy="101237"/>
          </a:xfrm>
          <a:prstGeom prst="rect">
            <a:avLst/>
          </a:prstGeom>
          <a:solidFill>
            <a:srgbClr val="C0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197134" y="604157"/>
            <a:ext cx="101237" cy="101237"/>
          </a:xfrm>
          <a:prstGeom prst="rect">
            <a:avLst/>
          </a:prstGeom>
          <a:solidFill>
            <a:srgbClr val="BF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298371" y="604157"/>
            <a:ext cx="101237" cy="101237"/>
          </a:xfrm>
          <a:prstGeom prst="rect">
            <a:avLst/>
          </a:prstGeom>
          <a:solidFill>
            <a:srgbClr val="B8D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399608" y="604157"/>
            <a:ext cx="101237" cy="101237"/>
          </a:xfrm>
          <a:prstGeom prst="rect">
            <a:avLst/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500845" y="604157"/>
            <a:ext cx="101237" cy="101237"/>
          </a:xfrm>
          <a:prstGeom prst="rect">
            <a:avLst/>
          </a:prstGeom>
          <a:solidFill>
            <a:srgbClr val="FA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602082" y="604157"/>
            <a:ext cx="101237" cy="101237"/>
          </a:xfrm>
          <a:prstGeom prst="rect">
            <a:avLst/>
          </a:prstGeom>
          <a:solidFill>
            <a:srgbClr val="FC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68680" y="705394"/>
            <a:ext cx="101237" cy="101237"/>
          </a:xfrm>
          <a:prstGeom prst="rect">
            <a:avLst/>
          </a:prstGeom>
          <a:solidFill>
            <a:srgbClr val="F9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69917" y="705394"/>
            <a:ext cx="101237" cy="101237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71154" y="705394"/>
            <a:ext cx="101237" cy="101237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172391" y="705394"/>
            <a:ext cx="101237" cy="101237"/>
          </a:xfrm>
          <a:prstGeom prst="rect">
            <a:avLst/>
          </a:prstGeom>
          <a:solidFill>
            <a:srgbClr val="C6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273628" y="705394"/>
            <a:ext cx="101237" cy="101237"/>
          </a:xfrm>
          <a:prstGeom prst="rect">
            <a:avLst/>
          </a:prstGeom>
          <a:solidFill>
            <a:srgbClr val="E4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374865" y="705394"/>
            <a:ext cx="101237" cy="101237"/>
          </a:xfrm>
          <a:prstGeom prst="rect">
            <a:avLst/>
          </a:prstGeom>
          <a:solidFill>
            <a:srgbClr val="C3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476102" y="705394"/>
            <a:ext cx="101237" cy="101237"/>
          </a:xfrm>
          <a:prstGeom prst="rect">
            <a:avLst/>
          </a:prstGeom>
          <a:solidFill>
            <a:srgbClr val="DF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577340" y="705394"/>
            <a:ext cx="101237" cy="101237"/>
          </a:xfrm>
          <a:prstGeom prst="rect">
            <a:avLst/>
          </a:prstGeom>
          <a:solidFill>
            <a:srgbClr val="FD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678577" y="705394"/>
            <a:ext cx="101237" cy="101237"/>
          </a:xfrm>
          <a:prstGeom prst="rect">
            <a:avLst/>
          </a:prstGeom>
          <a:solidFill>
            <a:srgbClr val="CD5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779814" y="705394"/>
            <a:ext cx="101237" cy="101237"/>
          </a:xfrm>
          <a:prstGeom prst="rect">
            <a:avLst/>
          </a:prstGeom>
          <a:solidFill>
            <a:srgbClr val="F3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881051" y="705394"/>
            <a:ext cx="101237" cy="101237"/>
          </a:xfrm>
          <a:prstGeom prst="rect">
            <a:avLst/>
          </a:prstGeom>
          <a:solidFill>
            <a:srgbClr val="FD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982288" y="705394"/>
            <a:ext cx="101237" cy="101237"/>
          </a:xfrm>
          <a:prstGeom prst="rect">
            <a:avLst/>
          </a:prstGeom>
          <a:solidFill>
            <a:srgbClr val="FB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083525" y="705394"/>
            <a:ext cx="101237" cy="101237"/>
          </a:xfrm>
          <a:prstGeom prst="rect">
            <a:avLst/>
          </a:prstGeom>
          <a:solidFill>
            <a:srgbClr val="FA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184762" y="705394"/>
            <a:ext cx="101237" cy="101237"/>
          </a:xfrm>
          <a:prstGeom prst="rect">
            <a:avLst/>
          </a:prstGeom>
          <a:solidFill>
            <a:srgbClr val="F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286000" y="705394"/>
            <a:ext cx="101237" cy="101237"/>
          </a:xfrm>
          <a:prstGeom prst="rect">
            <a:avLst/>
          </a:prstGeom>
          <a:solidFill>
            <a:srgbClr val="F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387237" y="705394"/>
            <a:ext cx="101237" cy="101237"/>
          </a:xfrm>
          <a:prstGeom prst="rect">
            <a:avLst/>
          </a:prstGeom>
          <a:solidFill>
            <a:srgbClr val="F4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488474" y="705394"/>
            <a:ext cx="101237" cy="101237"/>
          </a:xfrm>
          <a:prstGeom prst="rect">
            <a:avLst/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589711" y="705394"/>
            <a:ext cx="101237" cy="101237"/>
          </a:xfrm>
          <a:prstGeom prst="rect">
            <a:avLst/>
          </a:prstGeom>
          <a:solidFill>
            <a:srgbClr val="E3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690948" y="705394"/>
            <a:ext cx="101237" cy="101237"/>
          </a:xfrm>
          <a:prstGeom prst="rect">
            <a:avLst/>
          </a:prstGeom>
          <a:solidFill>
            <a:srgbClr val="E9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792185" y="705394"/>
            <a:ext cx="101237" cy="101237"/>
          </a:xfrm>
          <a:prstGeom prst="rect">
            <a:avLst/>
          </a:prstGeom>
          <a:solidFill>
            <a:srgbClr val="CC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893422" y="705394"/>
            <a:ext cx="101237" cy="101237"/>
          </a:xfrm>
          <a:prstGeom prst="rect">
            <a:avLst/>
          </a:prstGeom>
          <a:solidFill>
            <a:srgbClr val="CC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994660" y="705394"/>
            <a:ext cx="101237" cy="101237"/>
          </a:xfrm>
          <a:prstGeom prst="rect">
            <a:avLst/>
          </a:prstGeom>
          <a:solidFill>
            <a:srgbClr val="C3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095897" y="705394"/>
            <a:ext cx="101237" cy="101237"/>
          </a:xfrm>
          <a:prstGeom prst="rect">
            <a:avLst/>
          </a:prstGeom>
          <a:solidFill>
            <a:srgbClr val="C0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197134" y="705394"/>
            <a:ext cx="101237" cy="101237"/>
          </a:xfrm>
          <a:prstGeom prst="rect">
            <a:avLst/>
          </a:prstGeom>
          <a:solidFill>
            <a:srgbClr val="BF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298371" y="705394"/>
            <a:ext cx="101237" cy="101237"/>
          </a:xfrm>
          <a:prstGeom prst="rect">
            <a:avLst/>
          </a:prstGeom>
          <a:solidFill>
            <a:srgbClr val="B8D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399608" y="705394"/>
            <a:ext cx="101237" cy="101237"/>
          </a:xfrm>
          <a:prstGeom prst="rect">
            <a:avLst/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500845" y="705394"/>
            <a:ext cx="101237" cy="101237"/>
          </a:xfrm>
          <a:prstGeom prst="rect">
            <a:avLst/>
          </a:prstGeom>
          <a:solidFill>
            <a:srgbClr val="FA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602082" y="705394"/>
            <a:ext cx="101237" cy="101237"/>
          </a:xfrm>
          <a:prstGeom prst="rect">
            <a:avLst/>
          </a:prstGeom>
          <a:solidFill>
            <a:srgbClr val="FC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68680" y="806631"/>
            <a:ext cx="101237" cy="101237"/>
          </a:xfrm>
          <a:prstGeom prst="rect">
            <a:avLst/>
          </a:prstGeom>
          <a:solidFill>
            <a:srgbClr val="D5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69917" y="806631"/>
            <a:ext cx="101237" cy="101237"/>
          </a:xfrm>
          <a:prstGeom prst="rect">
            <a:avLst/>
          </a:prstGeom>
          <a:solidFill>
            <a:srgbClr val="C6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71154" y="806631"/>
            <a:ext cx="101237" cy="101237"/>
          </a:xfrm>
          <a:prstGeom prst="rect">
            <a:avLst/>
          </a:prstGeom>
          <a:solidFill>
            <a:srgbClr val="C6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172391" y="806631"/>
            <a:ext cx="101237" cy="101237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273628" y="806631"/>
            <a:ext cx="101237" cy="101237"/>
          </a:xfrm>
          <a:prstGeom prst="rect">
            <a:avLst/>
          </a:prstGeom>
          <a:solidFill>
            <a:srgbClr val="E9B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374865" y="806631"/>
            <a:ext cx="101237" cy="101237"/>
          </a:xfrm>
          <a:prstGeom prst="rect">
            <a:avLst/>
          </a:prstGeom>
          <a:solidFill>
            <a:srgbClr val="D06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76102" y="806631"/>
            <a:ext cx="101237" cy="101237"/>
          </a:xfrm>
          <a:prstGeom prst="rect">
            <a:avLst/>
          </a:prstGeom>
          <a:solidFill>
            <a:srgbClr val="E1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77340" y="806631"/>
            <a:ext cx="101237" cy="101237"/>
          </a:xfrm>
          <a:prstGeom prst="rect">
            <a:avLst/>
          </a:prstGeom>
          <a:solidFill>
            <a:srgbClr val="FB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678577" y="806631"/>
            <a:ext cx="101237" cy="101237"/>
          </a:xfrm>
          <a:prstGeom prst="rect">
            <a:avLst/>
          </a:prstGeom>
          <a:solidFill>
            <a:srgbClr val="EA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779814" y="806631"/>
            <a:ext cx="101237" cy="101237"/>
          </a:xfrm>
          <a:prstGeom prst="rect">
            <a:avLst/>
          </a:prstGeom>
          <a:solidFill>
            <a:srgbClr val="A4C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881051" y="806631"/>
            <a:ext cx="101237" cy="101237"/>
          </a:xfrm>
          <a:prstGeom prst="rect">
            <a:avLst/>
          </a:prstGeom>
          <a:solidFill>
            <a:srgbClr val="87B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982288" y="806631"/>
            <a:ext cx="101237" cy="101237"/>
          </a:xfrm>
          <a:prstGeom prst="rect">
            <a:avLst/>
          </a:prstGeom>
          <a:solidFill>
            <a:srgbClr val="F7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2083525" y="806631"/>
            <a:ext cx="101237" cy="101237"/>
          </a:xfrm>
          <a:prstGeom prst="rect">
            <a:avLst/>
          </a:prstGeom>
          <a:solidFill>
            <a:srgbClr val="FD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2184762" y="806631"/>
            <a:ext cx="101237" cy="101237"/>
          </a:xfrm>
          <a:prstGeom prst="rect">
            <a:avLst/>
          </a:prstGeom>
          <a:solidFill>
            <a:srgbClr val="74B5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2286000" y="806631"/>
            <a:ext cx="101237" cy="101237"/>
          </a:xfrm>
          <a:prstGeom prst="rect">
            <a:avLst/>
          </a:prstGeom>
          <a:solidFill>
            <a:srgbClr val="C4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2387237" y="806631"/>
            <a:ext cx="101237" cy="101237"/>
          </a:xfrm>
          <a:prstGeom prst="rect">
            <a:avLst/>
          </a:prstGeom>
          <a:solidFill>
            <a:srgbClr val="B3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2488474" y="806631"/>
            <a:ext cx="101237" cy="101237"/>
          </a:xfrm>
          <a:prstGeom prst="rect">
            <a:avLst/>
          </a:prstGeom>
          <a:solidFill>
            <a:srgbClr val="B7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589711" y="806631"/>
            <a:ext cx="101237" cy="101237"/>
          </a:xfrm>
          <a:prstGeom prst="rect">
            <a:avLst/>
          </a:prstGeom>
          <a:solidFill>
            <a:srgbClr val="F0CD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2690948" y="806631"/>
            <a:ext cx="101237" cy="101237"/>
          </a:xfrm>
          <a:prstGeom prst="rect">
            <a:avLst/>
          </a:prstGeom>
          <a:solidFill>
            <a:srgbClr val="F7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2792185" y="806631"/>
            <a:ext cx="101237" cy="101237"/>
          </a:xfrm>
          <a:prstGeom prst="rect">
            <a:avLst/>
          </a:prstGeom>
          <a:solidFill>
            <a:srgbClr val="E29F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2893422" y="806631"/>
            <a:ext cx="101237" cy="101237"/>
          </a:xfrm>
          <a:prstGeom prst="rect">
            <a:avLst/>
          </a:prstGeom>
          <a:solidFill>
            <a:srgbClr val="E4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2994660" y="806631"/>
            <a:ext cx="101237" cy="101237"/>
          </a:xfrm>
          <a:prstGeom prst="rect">
            <a:avLst/>
          </a:prstGeom>
          <a:solidFill>
            <a:srgbClr val="E29F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3095897" y="806631"/>
            <a:ext cx="101237" cy="101237"/>
          </a:xfrm>
          <a:prstGeom prst="rect">
            <a:avLst/>
          </a:prstGeom>
          <a:solidFill>
            <a:srgbClr val="E5AA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3197134" y="806631"/>
            <a:ext cx="101237" cy="101237"/>
          </a:xfrm>
          <a:prstGeom prst="rect">
            <a:avLst/>
          </a:prstGeom>
          <a:solidFill>
            <a:srgbClr val="E7B1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3298371" y="806631"/>
            <a:ext cx="101237" cy="101237"/>
          </a:xfrm>
          <a:prstGeom prst="rect">
            <a:avLst/>
          </a:prstGeom>
          <a:solidFill>
            <a:srgbClr val="EAB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3399608" y="806631"/>
            <a:ext cx="101237" cy="101237"/>
          </a:xfrm>
          <a:prstGeom prst="rect">
            <a:avLst/>
          </a:prstGeom>
          <a:solidFill>
            <a:srgbClr val="ACD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3500845" y="806631"/>
            <a:ext cx="101237" cy="101237"/>
          </a:xfrm>
          <a:prstGeom prst="rect">
            <a:avLst/>
          </a:prstGeom>
          <a:solidFill>
            <a:srgbClr val="74B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3602082" y="806631"/>
            <a:ext cx="101237" cy="101237"/>
          </a:xfrm>
          <a:prstGeom prst="rect">
            <a:avLst/>
          </a:prstGeom>
          <a:solidFill>
            <a:srgbClr val="B3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68680" y="907868"/>
            <a:ext cx="101237" cy="101237"/>
          </a:xfrm>
          <a:prstGeom prst="rect">
            <a:avLst/>
          </a:prstGeom>
          <a:solidFill>
            <a:srgbClr val="FC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69917" y="907868"/>
            <a:ext cx="101237" cy="101237"/>
          </a:xfrm>
          <a:prstGeom prst="rect">
            <a:avLst/>
          </a:prstGeom>
          <a:solidFill>
            <a:srgbClr val="E4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071154" y="907868"/>
            <a:ext cx="101237" cy="101237"/>
          </a:xfrm>
          <a:prstGeom prst="rect">
            <a:avLst/>
          </a:prstGeom>
          <a:solidFill>
            <a:srgbClr val="E4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172391" y="907868"/>
            <a:ext cx="101237" cy="101237"/>
          </a:xfrm>
          <a:prstGeom prst="rect">
            <a:avLst/>
          </a:prstGeom>
          <a:solidFill>
            <a:srgbClr val="E9B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273628" y="907868"/>
            <a:ext cx="101237" cy="101237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374865" y="907868"/>
            <a:ext cx="101237" cy="101237"/>
          </a:xfrm>
          <a:prstGeom prst="rect">
            <a:avLst/>
          </a:prstGeom>
          <a:solidFill>
            <a:srgbClr val="F8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476102" y="907868"/>
            <a:ext cx="101237" cy="101237"/>
          </a:xfrm>
          <a:prstGeom prst="rect">
            <a:avLst/>
          </a:prstGeom>
          <a:solidFill>
            <a:srgbClr val="F1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577340" y="907868"/>
            <a:ext cx="101237" cy="101237"/>
          </a:xfrm>
          <a:prstGeom prst="rect">
            <a:avLst/>
          </a:prstGeom>
          <a:solidFill>
            <a:srgbClr val="CC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678577" y="907868"/>
            <a:ext cx="101237" cy="101237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779814" y="907868"/>
            <a:ext cx="101237" cy="101237"/>
          </a:xfrm>
          <a:prstGeom prst="rect">
            <a:avLst/>
          </a:prstGeom>
          <a:solidFill>
            <a:srgbClr val="B1D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881051" y="907868"/>
            <a:ext cx="101237" cy="101237"/>
          </a:xfrm>
          <a:prstGeom prst="rect">
            <a:avLst/>
          </a:prstGeom>
          <a:solidFill>
            <a:srgbClr val="BD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982288" y="907868"/>
            <a:ext cx="101237" cy="101237"/>
          </a:xfrm>
          <a:prstGeom prst="rect">
            <a:avLst/>
          </a:prstGeom>
          <a:solidFill>
            <a:srgbClr val="FA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2083525" y="907868"/>
            <a:ext cx="101237" cy="101237"/>
          </a:xfrm>
          <a:prstGeom prst="rect">
            <a:avLst/>
          </a:prstGeom>
          <a:solidFill>
            <a:srgbClr val="D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2184762" y="907868"/>
            <a:ext cx="101237" cy="101237"/>
          </a:xfrm>
          <a:prstGeom prst="rect">
            <a:avLst/>
          </a:prstGeom>
          <a:solidFill>
            <a:srgbClr val="9AC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2286000" y="907868"/>
            <a:ext cx="101237" cy="101237"/>
          </a:xfrm>
          <a:prstGeom prst="rect">
            <a:avLst/>
          </a:prstGeom>
          <a:solidFill>
            <a:srgbClr val="A2C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2387237" y="907868"/>
            <a:ext cx="101237" cy="101237"/>
          </a:xfrm>
          <a:prstGeom prst="rect">
            <a:avLst/>
          </a:prstGeom>
          <a:solidFill>
            <a:srgbClr val="F8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2488474" y="907868"/>
            <a:ext cx="101237" cy="101237"/>
          </a:xfrm>
          <a:prstGeom prst="rect">
            <a:avLst/>
          </a:prstGeom>
          <a:solidFill>
            <a:srgbClr val="F9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2589711" y="907868"/>
            <a:ext cx="101237" cy="101237"/>
          </a:xfrm>
          <a:prstGeom prst="rect">
            <a:avLst/>
          </a:prstGeom>
          <a:solidFill>
            <a:srgbClr val="F9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2690948" y="907868"/>
            <a:ext cx="101237" cy="101237"/>
          </a:xfrm>
          <a:prstGeom prst="rect">
            <a:avLst/>
          </a:prstGeom>
          <a:solidFill>
            <a:srgbClr val="E0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2792185" y="907868"/>
            <a:ext cx="101237" cy="101237"/>
          </a:xfrm>
          <a:prstGeom prst="rect">
            <a:avLst/>
          </a:prstGeom>
          <a:solidFill>
            <a:srgbClr val="F3D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2893422" y="907868"/>
            <a:ext cx="101237" cy="101237"/>
          </a:xfrm>
          <a:prstGeom prst="rect">
            <a:avLst/>
          </a:prstGeom>
          <a:solidFill>
            <a:srgbClr val="ECC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2994660" y="907868"/>
            <a:ext cx="101237" cy="101237"/>
          </a:xfrm>
          <a:prstGeom prst="rect">
            <a:avLst/>
          </a:prstGeom>
          <a:solidFill>
            <a:srgbClr val="EDC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3095897" y="907868"/>
            <a:ext cx="101237" cy="101237"/>
          </a:xfrm>
          <a:prstGeom prst="rect">
            <a:avLst/>
          </a:prstGeom>
          <a:solidFill>
            <a:srgbClr val="EAB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3197134" y="907868"/>
            <a:ext cx="101237" cy="101237"/>
          </a:xfrm>
          <a:prstGeom prst="rect">
            <a:avLst/>
          </a:prstGeom>
          <a:solidFill>
            <a:srgbClr val="EBB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3298371" y="907868"/>
            <a:ext cx="101237" cy="101237"/>
          </a:xfrm>
          <a:prstGeom prst="rect">
            <a:avLst/>
          </a:prstGeom>
          <a:solidFill>
            <a:srgbClr val="EFC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3399608" y="907868"/>
            <a:ext cx="101237" cy="101237"/>
          </a:xfrm>
          <a:prstGeom prst="rect">
            <a:avLst/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3500845" y="907868"/>
            <a:ext cx="101237" cy="101237"/>
          </a:xfrm>
          <a:prstGeom prst="rect">
            <a:avLst/>
          </a:prstGeom>
          <a:solidFill>
            <a:srgbClr val="A6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3602082" y="907868"/>
            <a:ext cx="101237" cy="101237"/>
          </a:xfrm>
          <a:prstGeom prst="rect">
            <a:avLst/>
          </a:prstGeom>
          <a:solidFill>
            <a:srgbClr val="D8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868680" y="1009105"/>
            <a:ext cx="101237" cy="101237"/>
          </a:xfrm>
          <a:prstGeom prst="rect">
            <a:avLst/>
          </a:prstGeom>
          <a:solidFill>
            <a:srgbClr val="A4C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969917" y="1009105"/>
            <a:ext cx="101237" cy="101237"/>
          </a:xfrm>
          <a:prstGeom prst="rect">
            <a:avLst/>
          </a:prstGeom>
          <a:solidFill>
            <a:srgbClr val="C3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071154" y="1009105"/>
            <a:ext cx="101237" cy="101237"/>
          </a:xfrm>
          <a:prstGeom prst="rect">
            <a:avLst/>
          </a:prstGeom>
          <a:solidFill>
            <a:srgbClr val="C3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172391" y="1009105"/>
            <a:ext cx="101237" cy="101237"/>
          </a:xfrm>
          <a:prstGeom prst="rect">
            <a:avLst/>
          </a:prstGeom>
          <a:solidFill>
            <a:srgbClr val="D06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273628" y="1009105"/>
            <a:ext cx="101237" cy="101237"/>
          </a:xfrm>
          <a:prstGeom prst="rect">
            <a:avLst/>
          </a:prstGeom>
          <a:solidFill>
            <a:srgbClr val="F8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1374865" y="1009105"/>
            <a:ext cx="101237" cy="101237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1476102" y="1009105"/>
            <a:ext cx="101237" cy="101237"/>
          </a:xfrm>
          <a:prstGeom prst="rect">
            <a:avLst/>
          </a:prstGeom>
          <a:solidFill>
            <a:srgbClr val="ECC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577340" y="1009105"/>
            <a:ext cx="101237" cy="101237"/>
          </a:xfrm>
          <a:prstGeom prst="rect">
            <a:avLst/>
          </a:prstGeom>
          <a:solidFill>
            <a:srgbClr val="F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1678577" y="1009105"/>
            <a:ext cx="101237" cy="101237"/>
          </a:xfrm>
          <a:prstGeom prst="rect">
            <a:avLst/>
          </a:prstGeom>
          <a:solidFill>
            <a:srgbClr val="D9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779814" y="1009105"/>
            <a:ext cx="101237" cy="101237"/>
          </a:xfrm>
          <a:prstGeom prst="rect">
            <a:avLst/>
          </a:prstGeom>
          <a:solidFill>
            <a:srgbClr val="BC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881051" y="1009105"/>
            <a:ext cx="101237" cy="101237"/>
          </a:xfrm>
          <a:prstGeom prst="rect">
            <a:avLst/>
          </a:prstGeom>
          <a:solidFill>
            <a:srgbClr val="B1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1982288" y="1009105"/>
            <a:ext cx="101237" cy="101237"/>
          </a:xfrm>
          <a:prstGeom prst="rect">
            <a:avLst/>
          </a:prstGeom>
          <a:solidFill>
            <a:srgbClr val="F5D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2083525" y="1009105"/>
            <a:ext cx="101237" cy="101237"/>
          </a:xfrm>
          <a:prstGeom prst="rect">
            <a:avLst/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2184762" y="1009105"/>
            <a:ext cx="101237" cy="101237"/>
          </a:xfrm>
          <a:prstGeom prst="rect">
            <a:avLst/>
          </a:prstGeom>
          <a:solidFill>
            <a:srgbClr val="95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2286000" y="1009105"/>
            <a:ext cx="101237" cy="101237"/>
          </a:xfrm>
          <a:prstGeom prst="rect">
            <a:avLst/>
          </a:prstGeom>
          <a:solidFill>
            <a:srgbClr val="CEE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2387237" y="1009105"/>
            <a:ext cx="101237" cy="101237"/>
          </a:xfrm>
          <a:prstGeom prst="rect">
            <a:avLst/>
          </a:prstGeom>
          <a:solidFill>
            <a:srgbClr val="BD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2488474" y="1009105"/>
            <a:ext cx="101237" cy="101237"/>
          </a:xfrm>
          <a:prstGeom prst="rect">
            <a:avLst/>
          </a:prstGeom>
          <a:solidFill>
            <a:srgbClr val="CB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2589711" y="1009105"/>
            <a:ext cx="101237" cy="101237"/>
          </a:xfrm>
          <a:prstGeom prst="rect">
            <a:avLst/>
          </a:prstGeom>
          <a:solidFill>
            <a:srgbClr val="F0C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2690948" y="1009105"/>
            <a:ext cx="101237" cy="101237"/>
          </a:xfrm>
          <a:prstGeom prst="rect">
            <a:avLst/>
          </a:prstGeom>
          <a:solidFill>
            <a:srgbClr val="F3D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2792185" y="1009105"/>
            <a:ext cx="101237" cy="101237"/>
          </a:xfrm>
          <a:prstGeom prst="rect">
            <a:avLst/>
          </a:prstGeom>
          <a:solidFill>
            <a:srgbClr val="E9B7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2893422" y="1009105"/>
            <a:ext cx="101237" cy="101237"/>
          </a:xfrm>
          <a:prstGeom prst="rect">
            <a:avLst/>
          </a:prstGeom>
          <a:solidFill>
            <a:srgbClr val="EDC3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2994660" y="1009105"/>
            <a:ext cx="101237" cy="101237"/>
          </a:xfrm>
          <a:prstGeom prst="rect">
            <a:avLst/>
          </a:prstGeom>
          <a:solidFill>
            <a:srgbClr val="EAB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3095897" y="1009105"/>
            <a:ext cx="101237" cy="101237"/>
          </a:xfrm>
          <a:prstGeom prst="rect">
            <a:avLst/>
          </a:prstGeom>
          <a:solidFill>
            <a:srgbClr val="EEC7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3197134" y="1009105"/>
            <a:ext cx="101237" cy="101237"/>
          </a:xfrm>
          <a:prstGeom prst="rect">
            <a:avLst/>
          </a:prstGeom>
          <a:solidFill>
            <a:srgbClr val="EEC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3298371" y="1009105"/>
            <a:ext cx="101237" cy="101237"/>
          </a:xfrm>
          <a:prstGeom prst="rect">
            <a:avLst/>
          </a:prstGeom>
          <a:solidFill>
            <a:srgbClr val="F1D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3399608" y="1009105"/>
            <a:ext cx="101237" cy="101237"/>
          </a:xfrm>
          <a:prstGeom prst="rect">
            <a:avLst/>
          </a:prstGeom>
          <a:solidFill>
            <a:srgbClr val="BB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3500845" y="1009105"/>
            <a:ext cx="101237" cy="101237"/>
          </a:xfrm>
          <a:prstGeom prst="rect">
            <a:avLst/>
          </a:prstGeom>
          <a:solidFill>
            <a:srgbClr val="A9D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3602082" y="1009105"/>
            <a:ext cx="101237" cy="101237"/>
          </a:xfrm>
          <a:prstGeom prst="rect">
            <a:avLst/>
          </a:prstGeom>
          <a:solidFill>
            <a:srgbClr val="C8E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868680" y="1110342"/>
            <a:ext cx="101237" cy="101237"/>
          </a:xfrm>
          <a:prstGeom prst="rect">
            <a:avLst/>
          </a:prstGeom>
          <a:solidFill>
            <a:srgbClr val="F8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969917" y="1110342"/>
            <a:ext cx="101237" cy="101237"/>
          </a:xfrm>
          <a:prstGeom prst="rect">
            <a:avLst/>
          </a:prstGeom>
          <a:solidFill>
            <a:srgbClr val="DF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1071154" y="1110342"/>
            <a:ext cx="101237" cy="101237"/>
          </a:xfrm>
          <a:prstGeom prst="rect">
            <a:avLst/>
          </a:prstGeom>
          <a:solidFill>
            <a:srgbClr val="DF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1172391" y="1110342"/>
            <a:ext cx="101237" cy="101237"/>
          </a:xfrm>
          <a:prstGeom prst="rect">
            <a:avLst/>
          </a:prstGeom>
          <a:solidFill>
            <a:srgbClr val="E1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1273628" y="1110342"/>
            <a:ext cx="101237" cy="101237"/>
          </a:xfrm>
          <a:prstGeom prst="rect">
            <a:avLst/>
          </a:prstGeom>
          <a:solidFill>
            <a:srgbClr val="F1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1374865" y="1110342"/>
            <a:ext cx="101237" cy="101237"/>
          </a:xfrm>
          <a:prstGeom prst="rect">
            <a:avLst/>
          </a:prstGeom>
          <a:solidFill>
            <a:srgbClr val="ECC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1476102" y="1110342"/>
            <a:ext cx="101237" cy="101237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1577340" y="1110342"/>
            <a:ext cx="101237" cy="101237"/>
          </a:xfrm>
          <a:prstGeom prst="rect">
            <a:avLst/>
          </a:prstGeom>
          <a:solidFill>
            <a:srgbClr val="F5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1678577" y="1110342"/>
            <a:ext cx="101237" cy="101237"/>
          </a:xfrm>
          <a:prstGeom prst="rect">
            <a:avLst/>
          </a:prstGeom>
          <a:solidFill>
            <a:srgbClr val="FEF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1779814" y="1110342"/>
            <a:ext cx="101237" cy="101237"/>
          </a:xfrm>
          <a:prstGeom prst="rect">
            <a:avLst/>
          </a:prstGeom>
          <a:solidFill>
            <a:srgbClr val="ED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1881051" y="1110342"/>
            <a:ext cx="101237" cy="101237"/>
          </a:xfrm>
          <a:prstGeom prst="rect">
            <a:avLst/>
          </a:prstGeom>
          <a:solidFill>
            <a:srgbClr val="C5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1982288" y="1110342"/>
            <a:ext cx="101237" cy="101237"/>
          </a:xfrm>
          <a:prstGeom prst="rect">
            <a:avLst/>
          </a:prstGeom>
          <a:solidFill>
            <a:srgbClr val="F2D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2083525" y="1110342"/>
            <a:ext cx="101237" cy="101237"/>
          </a:xfrm>
          <a:prstGeom prst="rect">
            <a:avLst/>
          </a:prstGeom>
          <a:solidFill>
            <a:srgbClr val="F1D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2184762" y="1110342"/>
            <a:ext cx="101237" cy="101237"/>
          </a:xfrm>
          <a:prstGeom prst="rect">
            <a:avLst/>
          </a:prstGeom>
          <a:solidFill>
            <a:srgbClr val="E8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2286000" y="1110342"/>
            <a:ext cx="101237" cy="101237"/>
          </a:xfrm>
          <a:prstGeom prst="rect">
            <a:avLst/>
          </a:prstGeom>
          <a:solidFill>
            <a:srgbClr val="FE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2387237" y="1110342"/>
            <a:ext cx="101237" cy="101237"/>
          </a:xfrm>
          <a:prstGeom prst="rect">
            <a:avLst/>
          </a:prstGeom>
          <a:solidFill>
            <a:srgbClr val="E5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2488474" y="1110342"/>
            <a:ext cx="101237" cy="101237"/>
          </a:xfrm>
          <a:prstGeom prst="rect">
            <a:avLst/>
          </a:prstGeom>
          <a:solidFill>
            <a:srgbClr val="DA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2589711" y="1110342"/>
            <a:ext cx="101237" cy="101237"/>
          </a:xfrm>
          <a:prstGeom prst="rect">
            <a:avLst/>
          </a:prstGeom>
          <a:solidFill>
            <a:srgbClr val="F0C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2690948" y="1110342"/>
            <a:ext cx="101237" cy="101237"/>
          </a:xfrm>
          <a:prstGeom prst="rect">
            <a:avLst/>
          </a:prstGeom>
          <a:solidFill>
            <a:srgbClr val="FD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2792185" y="1110342"/>
            <a:ext cx="101237" cy="101237"/>
          </a:xfrm>
          <a:prstGeom prst="rect">
            <a:avLst/>
          </a:prstGeom>
          <a:solidFill>
            <a:srgbClr val="E6A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2893422" y="1110342"/>
            <a:ext cx="101237" cy="101237"/>
          </a:xfrm>
          <a:prstGeom prst="rect">
            <a:avLst/>
          </a:prstGeom>
          <a:solidFill>
            <a:srgbClr val="E9B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2994660" y="1110342"/>
            <a:ext cx="101237" cy="101237"/>
          </a:xfrm>
          <a:prstGeom prst="rect">
            <a:avLst/>
          </a:prstGeom>
          <a:solidFill>
            <a:srgbClr val="E7B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3095897" y="1110342"/>
            <a:ext cx="101237" cy="101237"/>
          </a:xfrm>
          <a:prstGeom prst="rect">
            <a:avLst/>
          </a:prstGeom>
          <a:solidFill>
            <a:srgbClr val="EAB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3197134" y="1110342"/>
            <a:ext cx="101237" cy="101237"/>
          </a:xfrm>
          <a:prstGeom prst="rect">
            <a:avLst/>
          </a:prstGeom>
          <a:solidFill>
            <a:srgbClr val="ECC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3298371" y="1110342"/>
            <a:ext cx="101237" cy="101237"/>
          </a:xfrm>
          <a:prstGeom prst="rect">
            <a:avLst/>
          </a:prstGeom>
          <a:solidFill>
            <a:srgbClr val="EDC4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3399608" y="1110342"/>
            <a:ext cx="101237" cy="101237"/>
          </a:xfrm>
          <a:prstGeom prst="rect">
            <a:avLst/>
          </a:prstGeom>
          <a:solidFill>
            <a:srgbClr val="DD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3500845" y="1110342"/>
            <a:ext cx="101237" cy="101237"/>
          </a:xfrm>
          <a:prstGeom prst="rect">
            <a:avLst/>
          </a:prstGeom>
          <a:solidFill>
            <a:srgbClr val="B4D7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3602082" y="1110342"/>
            <a:ext cx="101237" cy="101237"/>
          </a:xfrm>
          <a:prstGeom prst="rect">
            <a:avLst/>
          </a:prstGeom>
          <a:solidFill>
            <a:srgbClr val="F1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868680" y="1211580"/>
            <a:ext cx="101237" cy="101237"/>
          </a:xfrm>
          <a:prstGeom prst="rect">
            <a:avLst/>
          </a:prstGeom>
          <a:solidFill>
            <a:srgbClr val="E7B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969917" y="1211580"/>
            <a:ext cx="101237" cy="101237"/>
          </a:xfrm>
          <a:prstGeom prst="rect">
            <a:avLst/>
          </a:prstGeom>
          <a:solidFill>
            <a:srgbClr val="FD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1071154" y="1211580"/>
            <a:ext cx="101237" cy="101237"/>
          </a:xfrm>
          <a:prstGeom prst="rect">
            <a:avLst/>
          </a:prstGeom>
          <a:solidFill>
            <a:srgbClr val="FD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1172391" y="1211580"/>
            <a:ext cx="101237" cy="101237"/>
          </a:xfrm>
          <a:prstGeom prst="rect">
            <a:avLst/>
          </a:prstGeom>
          <a:solidFill>
            <a:srgbClr val="FB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1273628" y="1211580"/>
            <a:ext cx="101237" cy="101237"/>
          </a:xfrm>
          <a:prstGeom prst="rect">
            <a:avLst/>
          </a:prstGeom>
          <a:solidFill>
            <a:srgbClr val="CC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1374865" y="1211580"/>
            <a:ext cx="101237" cy="101237"/>
          </a:xfrm>
          <a:prstGeom prst="rect">
            <a:avLst/>
          </a:prstGeom>
          <a:solidFill>
            <a:srgbClr val="F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1476102" y="1211580"/>
            <a:ext cx="101237" cy="101237"/>
          </a:xfrm>
          <a:prstGeom prst="rect">
            <a:avLst/>
          </a:prstGeom>
          <a:solidFill>
            <a:srgbClr val="F5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1577340" y="1211580"/>
            <a:ext cx="101237" cy="101237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1678577" y="1211580"/>
            <a:ext cx="101237" cy="101237"/>
          </a:xfrm>
          <a:prstGeom prst="rect">
            <a:avLst/>
          </a:prstGeom>
          <a:solidFill>
            <a:srgbClr val="F5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1779814" y="1211580"/>
            <a:ext cx="101237" cy="101237"/>
          </a:xfrm>
          <a:prstGeom prst="rect">
            <a:avLst/>
          </a:prstGeom>
          <a:solidFill>
            <a:srgbClr val="E5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1881051" y="1211580"/>
            <a:ext cx="101237" cy="101237"/>
          </a:xfrm>
          <a:prstGeom prst="rect">
            <a:avLst/>
          </a:prstGeom>
          <a:solidFill>
            <a:srgbClr val="DA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1982288" y="1211580"/>
            <a:ext cx="101237" cy="101237"/>
          </a:xfrm>
          <a:prstGeom prst="rect">
            <a:avLst/>
          </a:prstGeom>
          <a:solidFill>
            <a:srgbClr val="F6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2083525" y="1211580"/>
            <a:ext cx="101237" cy="101237"/>
          </a:xfrm>
          <a:prstGeom prst="rect">
            <a:avLst/>
          </a:prstGeom>
          <a:solidFill>
            <a:srgbClr val="F2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2184762" y="1211580"/>
            <a:ext cx="101237" cy="101237"/>
          </a:xfrm>
          <a:prstGeom prst="rect">
            <a:avLst/>
          </a:prstGeom>
          <a:solidFill>
            <a:srgbClr val="ED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2286000" y="1211580"/>
            <a:ext cx="101237" cy="101237"/>
          </a:xfrm>
          <a:prstGeom prst="rect">
            <a:avLst/>
          </a:prstGeom>
          <a:solidFill>
            <a:srgbClr val="FE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2387237" y="1211580"/>
            <a:ext cx="101237" cy="101237"/>
          </a:xfrm>
          <a:prstGeom prst="rect">
            <a:avLst/>
          </a:prstGeom>
          <a:solidFill>
            <a:srgbClr val="FC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2488474" y="1211580"/>
            <a:ext cx="101237" cy="101237"/>
          </a:xfrm>
          <a:prstGeom prst="rect">
            <a:avLst/>
          </a:prstGeom>
          <a:solidFill>
            <a:srgbClr val="FB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2589711" y="1211580"/>
            <a:ext cx="101237" cy="101237"/>
          </a:xfrm>
          <a:prstGeom prst="rect">
            <a:avLst/>
          </a:prstGeom>
          <a:solidFill>
            <a:srgbClr val="E5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2690948" y="1211580"/>
            <a:ext cx="101237" cy="101237"/>
          </a:xfrm>
          <a:prstGeom prst="rect">
            <a:avLst/>
          </a:prstGeom>
          <a:solidFill>
            <a:srgbClr val="FB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2792185" y="1211580"/>
            <a:ext cx="101237" cy="101237"/>
          </a:xfrm>
          <a:prstGeom prst="rect">
            <a:avLst/>
          </a:prstGeom>
          <a:solidFill>
            <a:srgbClr val="DE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2893422" y="1211580"/>
            <a:ext cx="101237" cy="101237"/>
          </a:xfrm>
          <a:prstGeom prst="rect">
            <a:avLst/>
          </a:prstGeom>
          <a:solidFill>
            <a:srgbClr val="C9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2994660" y="1211580"/>
            <a:ext cx="101237" cy="101237"/>
          </a:xfrm>
          <a:prstGeom prst="rect">
            <a:avLst/>
          </a:prstGeom>
          <a:solidFill>
            <a:srgbClr val="D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3095897" y="1211580"/>
            <a:ext cx="101237" cy="101237"/>
          </a:xfrm>
          <a:prstGeom prst="rect">
            <a:avLst/>
          </a:prstGeom>
          <a:solidFill>
            <a:srgbClr val="BD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3197134" y="1211580"/>
            <a:ext cx="101237" cy="101237"/>
          </a:xfrm>
          <a:prstGeom prst="rect">
            <a:avLst/>
          </a:prstGeom>
          <a:solidFill>
            <a:srgbClr val="BAD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3298371" y="1211580"/>
            <a:ext cx="101237" cy="101237"/>
          </a:xfrm>
          <a:prstGeom prst="rect">
            <a:avLst/>
          </a:prstGeom>
          <a:solidFill>
            <a:srgbClr val="CB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3399608" y="1211580"/>
            <a:ext cx="101237" cy="101237"/>
          </a:xfrm>
          <a:prstGeom prst="rect">
            <a:avLst/>
          </a:prstGeom>
          <a:solidFill>
            <a:srgbClr val="F8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3500845" y="1211580"/>
            <a:ext cx="101237" cy="101237"/>
          </a:xfrm>
          <a:prstGeom prst="rect">
            <a:avLst/>
          </a:prstGeom>
          <a:solidFill>
            <a:srgbClr val="F6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3602082" y="1211580"/>
            <a:ext cx="101237" cy="101237"/>
          </a:xfrm>
          <a:prstGeom prst="rect">
            <a:avLst/>
          </a:prstGeom>
          <a:solidFill>
            <a:srgbClr val="F3D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868680" y="1312817"/>
            <a:ext cx="101237" cy="101237"/>
          </a:xfrm>
          <a:prstGeom prst="rect">
            <a:avLst/>
          </a:prstGeom>
          <a:solidFill>
            <a:srgbClr val="F9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969917" y="1312817"/>
            <a:ext cx="101237" cy="101237"/>
          </a:xfrm>
          <a:prstGeom prst="rect">
            <a:avLst/>
          </a:prstGeom>
          <a:solidFill>
            <a:srgbClr val="CD5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1071154" y="1312817"/>
            <a:ext cx="101237" cy="101237"/>
          </a:xfrm>
          <a:prstGeom prst="rect">
            <a:avLst/>
          </a:prstGeom>
          <a:solidFill>
            <a:srgbClr val="CD5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1172391" y="1312817"/>
            <a:ext cx="101237" cy="101237"/>
          </a:xfrm>
          <a:prstGeom prst="rect">
            <a:avLst/>
          </a:prstGeom>
          <a:solidFill>
            <a:srgbClr val="EA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1273628" y="1312817"/>
            <a:ext cx="101237" cy="101237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1374865" y="1312817"/>
            <a:ext cx="101237" cy="101237"/>
          </a:xfrm>
          <a:prstGeom prst="rect">
            <a:avLst/>
          </a:prstGeom>
          <a:solidFill>
            <a:srgbClr val="D9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1476102" y="1312817"/>
            <a:ext cx="101237" cy="101237"/>
          </a:xfrm>
          <a:prstGeom prst="rect">
            <a:avLst/>
          </a:prstGeom>
          <a:solidFill>
            <a:srgbClr val="FEF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1577340" y="1312817"/>
            <a:ext cx="101237" cy="101237"/>
          </a:xfrm>
          <a:prstGeom prst="rect">
            <a:avLst/>
          </a:prstGeom>
          <a:solidFill>
            <a:srgbClr val="F5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1678577" y="1312817"/>
            <a:ext cx="101237" cy="101237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1779814" y="1312817"/>
            <a:ext cx="101237" cy="101237"/>
          </a:xfrm>
          <a:prstGeom prst="rect">
            <a:avLst/>
          </a:prstGeom>
          <a:solidFill>
            <a:srgbClr val="E2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1881051" y="1312817"/>
            <a:ext cx="101237" cy="101237"/>
          </a:xfrm>
          <a:prstGeom prst="rect">
            <a:avLst/>
          </a:prstGeom>
          <a:solidFill>
            <a:srgbClr val="F9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1982288" y="1312817"/>
            <a:ext cx="101237" cy="101237"/>
          </a:xfrm>
          <a:prstGeom prst="rect">
            <a:avLst/>
          </a:prstGeom>
          <a:solidFill>
            <a:srgbClr val="F6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2083525" y="1312817"/>
            <a:ext cx="101237" cy="101237"/>
          </a:xfrm>
          <a:prstGeom prst="rect">
            <a:avLst/>
          </a:prstGeom>
          <a:solidFill>
            <a:srgbClr val="F6E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2184762" y="1312817"/>
            <a:ext cx="101237" cy="101237"/>
          </a:xfrm>
          <a:prstGeom prst="rect">
            <a:avLst/>
          </a:prstGeom>
          <a:solidFill>
            <a:srgbClr val="FB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2286000" y="1312817"/>
            <a:ext cx="101237" cy="101237"/>
          </a:xfrm>
          <a:prstGeom prst="rect">
            <a:avLst/>
          </a:prstGeom>
          <a:solidFill>
            <a:srgbClr val="FA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2387237" y="1312817"/>
            <a:ext cx="101237" cy="101237"/>
          </a:xfrm>
          <a:prstGeom prst="rect">
            <a:avLst/>
          </a:prstGeom>
          <a:solidFill>
            <a:srgbClr val="FB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2488474" y="1312817"/>
            <a:ext cx="101237" cy="101237"/>
          </a:xfrm>
          <a:prstGeom prst="rect">
            <a:avLst/>
          </a:prstGeom>
          <a:solidFill>
            <a:srgbClr val="F2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2589711" y="1312817"/>
            <a:ext cx="101237" cy="101237"/>
          </a:xfrm>
          <a:prstGeom prst="rect">
            <a:avLst/>
          </a:prstGeom>
          <a:solidFill>
            <a:srgbClr val="F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2690948" y="1312817"/>
            <a:ext cx="101237" cy="101237"/>
          </a:xfrm>
          <a:prstGeom prst="rect">
            <a:avLst/>
          </a:prstGeom>
          <a:solidFill>
            <a:srgbClr val="F2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2792185" y="1312817"/>
            <a:ext cx="101237" cy="101237"/>
          </a:xfrm>
          <a:prstGeom prst="rect">
            <a:avLst/>
          </a:prstGeom>
          <a:solidFill>
            <a:srgbClr val="E6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2893422" y="1312817"/>
            <a:ext cx="101237" cy="101237"/>
          </a:xfrm>
          <a:prstGeom prst="rect">
            <a:avLst/>
          </a:prstGeom>
          <a:solidFill>
            <a:srgbClr val="E2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2994660" y="1312817"/>
            <a:ext cx="101237" cy="101237"/>
          </a:xfrm>
          <a:prstGeom prst="rect">
            <a:avLst/>
          </a:prstGeom>
          <a:solidFill>
            <a:srgbClr val="D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3095897" y="1312817"/>
            <a:ext cx="101237" cy="101237"/>
          </a:xfrm>
          <a:prstGeom prst="rect">
            <a:avLst/>
          </a:prstGeom>
          <a:solidFill>
            <a:srgbClr val="D9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3197134" y="1312817"/>
            <a:ext cx="101237" cy="101237"/>
          </a:xfrm>
          <a:prstGeom prst="rect">
            <a:avLst/>
          </a:prstGeom>
          <a:solidFill>
            <a:srgbClr val="D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3298371" y="1312817"/>
            <a:ext cx="101237" cy="101237"/>
          </a:xfrm>
          <a:prstGeom prst="rect">
            <a:avLst/>
          </a:prstGeom>
          <a:solidFill>
            <a:srgbClr val="CD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3399608" y="1312817"/>
            <a:ext cx="101237" cy="101237"/>
          </a:xfrm>
          <a:prstGeom prst="rect">
            <a:avLst/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3500845" y="1312817"/>
            <a:ext cx="101237" cy="101237"/>
          </a:xfrm>
          <a:prstGeom prst="rect">
            <a:avLst/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3602082" y="1312817"/>
            <a:ext cx="101237" cy="101237"/>
          </a:xfrm>
          <a:prstGeom prst="rect">
            <a:avLst/>
          </a:prstGeom>
          <a:solidFill>
            <a:srgbClr val="F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868680" y="1414054"/>
            <a:ext cx="101237" cy="101237"/>
          </a:xfrm>
          <a:prstGeom prst="rect">
            <a:avLst/>
          </a:prstGeom>
          <a:solidFill>
            <a:srgbClr val="EC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969917" y="1414054"/>
            <a:ext cx="101237" cy="101237"/>
          </a:xfrm>
          <a:prstGeom prst="rect">
            <a:avLst/>
          </a:prstGeom>
          <a:solidFill>
            <a:srgbClr val="F3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1071154" y="1414054"/>
            <a:ext cx="101237" cy="101237"/>
          </a:xfrm>
          <a:prstGeom prst="rect">
            <a:avLst/>
          </a:prstGeom>
          <a:solidFill>
            <a:srgbClr val="F3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1172391" y="1414054"/>
            <a:ext cx="101237" cy="101237"/>
          </a:xfrm>
          <a:prstGeom prst="rect">
            <a:avLst/>
          </a:prstGeom>
          <a:solidFill>
            <a:srgbClr val="A4C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1273628" y="1414054"/>
            <a:ext cx="101237" cy="101237"/>
          </a:xfrm>
          <a:prstGeom prst="rect">
            <a:avLst/>
          </a:prstGeom>
          <a:solidFill>
            <a:srgbClr val="B1D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1374865" y="1414054"/>
            <a:ext cx="101237" cy="101237"/>
          </a:xfrm>
          <a:prstGeom prst="rect">
            <a:avLst/>
          </a:prstGeom>
          <a:solidFill>
            <a:srgbClr val="BC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1476102" y="1414054"/>
            <a:ext cx="101237" cy="101237"/>
          </a:xfrm>
          <a:prstGeom prst="rect">
            <a:avLst/>
          </a:prstGeom>
          <a:solidFill>
            <a:srgbClr val="ED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1577340" y="1414054"/>
            <a:ext cx="101237" cy="101237"/>
          </a:xfrm>
          <a:prstGeom prst="rect">
            <a:avLst/>
          </a:prstGeom>
          <a:solidFill>
            <a:srgbClr val="E5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1678577" y="1414054"/>
            <a:ext cx="101237" cy="101237"/>
          </a:xfrm>
          <a:prstGeom prst="rect">
            <a:avLst/>
          </a:prstGeom>
          <a:solidFill>
            <a:srgbClr val="E2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1779814" y="1414054"/>
            <a:ext cx="101237" cy="101237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1881051" y="1414054"/>
            <a:ext cx="101237" cy="101237"/>
          </a:xfrm>
          <a:prstGeom prst="rect">
            <a:avLst/>
          </a:prstGeom>
          <a:solidFill>
            <a:srgbClr val="E3A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1982288" y="1414054"/>
            <a:ext cx="101237" cy="101237"/>
          </a:xfrm>
          <a:prstGeom prst="rect">
            <a:avLst/>
          </a:prstGeom>
          <a:solidFill>
            <a:srgbClr val="EF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2083525" y="1414054"/>
            <a:ext cx="101237" cy="101237"/>
          </a:xfrm>
          <a:prstGeom prst="rect">
            <a:avLst/>
          </a:prstGeom>
          <a:solidFill>
            <a:srgbClr val="EAB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2184762" y="1414054"/>
            <a:ext cx="101237" cy="101237"/>
          </a:xfrm>
          <a:prstGeom prst="rect">
            <a:avLst/>
          </a:prstGeom>
          <a:solidFill>
            <a:srgbClr val="D87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2286000" y="1414054"/>
            <a:ext cx="101237" cy="101237"/>
          </a:xfrm>
          <a:prstGeom prst="rect">
            <a:avLst/>
          </a:prstGeom>
          <a:solidFill>
            <a:srgbClr val="D98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2387237" y="1414054"/>
            <a:ext cx="101237" cy="101237"/>
          </a:xfrm>
          <a:prstGeom prst="rect">
            <a:avLst/>
          </a:prstGeom>
          <a:solidFill>
            <a:srgbClr val="EDC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2488474" y="1414054"/>
            <a:ext cx="101237" cy="101237"/>
          </a:xfrm>
          <a:prstGeom prst="rect">
            <a:avLst/>
          </a:prstGeom>
          <a:solidFill>
            <a:srgbClr val="EA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2589711" y="1414054"/>
            <a:ext cx="101237" cy="101237"/>
          </a:xfrm>
          <a:prstGeom prst="rect">
            <a:avLst/>
          </a:prstGeom>
          <a:solidFill>
            <a:srgbClr val="EAB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2690948" y="1414054"/>
            <a:ext cx="101237" cy="101237"/>
          </a:xfrm>
          <a:prstGeom prst="rect">
            <a:avLst/>
          </a:prstGeom>
          <a:solidFill>
            <a:srgbClr val="FE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2792185" y="1414054"/>
            <a:ext cx="101237" cy="101237"/>
          </a:xfrm>
          <a:prstGeom prst="rect">
            <a:avLst/>
          </a:prstGeom>
          <a:solidFill>
            <a:srgbClr val="D4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2893422" y="1414054"/>
            <a:ext cx="101237" cy="101237"/>
          </a:xfrm>
          <a:prstGeom prst="rect">
            <a:avLst/>
          </a:prstGeom>
          <a:solidFill>
            <a:srgbClr val="D5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2994660" y="1414054"/>
            <a:ext cx="101237" cy="101237"/>
          </a:xfrm>
          <a:prstGeom prst="rect">
            <a:avLst/>
          </a:prstGeom>
          <a:solidFill>
            <a:srgbClr val="D0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3095897" y="1414054"/>
            <a:ext cx="101237" cy="101237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3197134" y="1414054"/>
            <a:ext cx="101237" cy="101237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3298371" y="1414054"/>
            <a:ext cx="101237" cy="101237"/>
          </a:xfrm>
          <a:prstGeom prst="rect">
            <a:avLst/>
          </a:prstGeom>
          <a:solidFill>
            <a:srgbClr val="E2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3399608" y="1414054"/>
            <a:ext cx="101237" cy="101237"/>
          </a:xfrm>
          <a:prstGeom prst="rect">
            <a:avLst/>
          </a:prstGeom>
          <a:solidFill>
            <a:srgbClr val="EFC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3500845" y="1414054"/>
            <a:ext cx="101237" cy="101237"/>
          </a:xfrm>
          <a:prstGeom prst="rect">
            <a:avLst/>
          </a:prstGeom>
          <a:solidFill>
            <a:srgbClr val="EDC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3602082" y="1414054"/>
            <a:ext cx="101237" cy="101237"/>
          </a:xfrm>
          <a:prstGeom prst="rect">
            <a:avLst/>
          </a:prstGeom>
          <a:solidFill>
            <a:srgbClr val="EA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868680" y="1515291"/>
            <a:ext cx="101237" cy="101237"/>
          </a:xfrm>
          <a:prstGeom prst="rect">
            <a:avLst/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969917" y="1515291"/>
            <a:ext cx="101237" cy="101237"/>
          </a:xfrm>
          <a:prstGeom prst="rect">
            <a:avLst/>
          </a:prstGeom>
          <a:solidFill>
            <a:srgbClr val="FD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1071154" y="1515291"/>
            <a:ext cx="101237" cy="101237"/>
          </a:xfrm>
          <a:prstGeom prst="rect">
            <a:avLst/>
          </a:prstGeom>
          <a:solidFill>
            <a:srgbClr val="FD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1172391" y="1515291"/>
            <a:ext cx="101237" cy="101237"/>
          </a:xfrm>
          <a:prstGeom prst="rect">
            <a:avLst/>
          </a:prstGeom>
          <a:solidFill>
            <a:srgbClr val="87B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1273628" y="1515291"/>
            <a:ext cx="101237" cy="101237"/>
          </a:xfrm>
          <a:prstGeom prst="rect">
            <a:avLst/>
          </a:prstGeom>
          <a:solidFill>
            <a:srgbClr val="BD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1374865" y="1515291"/>
            <a:ext cx="101237" cy="101237"/>
          </a:xfrm>
          <a:prstGeom prst="rect">
            <a:avLst/>
          </a:prstGeom>
          <a:solidFill>
            <a:srgbClr val="B1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1476102" y="1515291"/>
            <a:ext cx="101237" cy="101237"/>
          </a:xfrm>
          <a:prstGeom prst="rect">
            <a:avLst/>
          </a:prstGeom>
          <a:solidFill>
            <a:srgbClr val="C5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1577340" y="1515291"/>
            <a:ext cx="101237" cy="101237"/>
          </a:xfrm>
          <a:prstGeom prst="rect">
            <a:avLst/>
          </a:prstGeom>
          <a:solidFill>
            <a:srgbClr val="DA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1678577" y="1515291"/>
            <a:ext cx="101237" cy="101237"/>
          </a:xfrm>
          <a:prstGeom prst="rect">
            <a:avLst/>
          </a:prstGeom>
          <a:solidFill>
            <a:srgbClr val="F9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1779814" y="1515291"/>
            <a:ext cx="101237" cy="101237"/>
          </a:xfrm>
          <a:prstGeom prst="rect">
            <a:avLst/>
          </a:prstGeom>
          <a:solidFill>
            <a:srgbClr val="E3A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1881051" y="1515291"/>
            <a:ext cx="101237" cy="101237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1982288" y="1515291"/>
            <a:ext cx="101237" cy="101237"/>
          </a:xfrm>
          <a:prstGeom prst="rect">
            <a:avLst/>
          </a:prstGeom>
          <a:solidFill>
            <a:srgbClr val="E8B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2083525" y="1515291"/>
            <a:ext cx="101237" cy="101237"/>
          </a:xfrm>
          <a:prstGeom prst="rect">
            <a:avLst/>
          </a:prstGeom>
          <a:solidFill>
            <a:srgbClr val="E09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2184762" y="1515291"/>
            <a:ext cx="101237" cy="101237"/>
          </a:xfrm>
          <a:prstGeom prst="rect">
            <a:avLst/>
          </a:prstGeom>
          <a:solidFill>
            <a:srgbClr val="DC8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2286000" y="1515291"/>
            <a:ext cx="101237" cy="101237"/>
          </a:xfrm>
          <a:prstGeom prst="rect">
            <a:avLst/>
          </a:prstGeom>
          <a:solidFill>
            <a:srgbClr val="D47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2387237" y="1515291"/>
            <a:ext cx="101237" cy="101237"/>
          </a:xfrm>
          <a:prstGeom prst="rect">
            <a:avLst/>
          </a:prstGeom>
          <a:solidFill>
            <a:srgbClr val="E7B1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2488474" y="1515291"/>
            <a:ext cx="101237" cy="101237"/>
          </a:xfrm>
          <a:prstGeom prst="rect">
            <a:avLst/>
          </a:prstGeom>
          <a:solidFill>
            <a:srgbClr val="E4A6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2589711" y="1515291"/>
            <a:ext cx="101237" cy="101237"/>
          </a:xfrm>
          <a:prstGeom prst="rect">
            <a:avLst/>
          </a:prstGeom>
          <a:solidFill>
            <a:srgbClr val="FB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2690948" y="1515291"/>
            <a:ext cx="101237" cy="101237"/>
          </a:xfrm>
          <a:prstGeom prst="rect">
            <a:avLst/>
          </a:prstGeom>
          <a:solidFill>
            <a:srgbClr val="E5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2792185" y="1515291"/>
            <a:ext cx="101237" cy="101237"/>
          </a:xfrm>
          <a:prstGeom prst="rect">
            <a:avLst/>
          </a:prstGeom>
          <a:solidFill>
            <a:srgbClr val="8AC1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2893422" y="1515291"/>
            <a:ext cx="101237" cy="101237"/>
          </a:xfrm>
          <a:prstGeom prst="rect">
            <a:avLst/>
          </a:prstGeom>
          <a:solidFill>
            <a:srgbClr val="8DC2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2994660" y="1515291"/>
            <a:ext cx="101237" cy="101237"/>
          </a:xfrm>
          <a:prstGeom prst="rect">
            <a:avLst/>
          </a:prstGeom>
          <a:solidFill>
            <a:srgbClr val="8AC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3095897" y="1515291"/>
            <a:ext cx="101237" cy="101237"/>
          </a:xfrm>
          <a:prstGeom prst="rect">
            <a:avLst/>
          </a:prstGeom>
          <a:solidFill>
            <a:srgbClr val="9AC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3197134" y="1515291"/>
            <a:ext cx="101237" cy="101237"/>
          </a:xfrm>
          <a:prstGeom prst="rect">
            <a:avLst/>
          </a:prstGeom>
          <a:solidFill>
            <a:srgbClr val="9DCB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3298371" y="1515291"/>
            <a:ext cx="101237" cy="101237"/>
          </a:xfrm>
          <a:prstGeom prst="rect">
            <a:avLst/>
          </a:prstGeom>
          <a:solidFill>
            <a:srgbClr val="98C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3399608" y="1515291"/>
            <a:ext cx="101237" cy="101237"/>
          </a:xfrm>
          <a:prstGeom prst="rect">
            <a:avLst/>
          </a:prstGeom>
          <a:solidFill>
            <a:srgbClr val="E6AC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3500845" y="1515291"/>
            <a:ext cx="101237" cy="101237"/>
          </a:xfrm>
          <a:prstGeom prst="rect">
            <a:avLst/>
          </a:prstGeom>
          <a:solidFill>
            <a:srgbClr val="DC8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3602082" y="1515291"/>
            <a:ext cx="101237" cy="101237"/>
          </a:xfrm>
          <a:prstGeom prst="rect">
            <a:avLst/>
          </a:prstGeom>
          <a:solidFill>
            <a:srgbClr val="E4A6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868680" y="1616528"/>
            <a:ext cx="101237" cy="101237"/>
          </a:xfrm>
          <a:prstGeom prst="rect">
            <a:avLst/>
          </a:prstGeom>
          <a:solidFill>
            <a:srgbClr val="FB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969917" y="1616528"/>
            <a:ext cx="101237" cy="101237"/>
          </a:xfrm>
          <a:prstGeom prst="rect">
            <a:avLst/>
          </a:prstGeom>
          <a:solidFill>
            <a:srgbClr val="FB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1071154" y="1616528"/>
            <a:ext cx="101237" cy="101237"/>
          </a:xfrm>
          <a:prstGeom prst="rect">
            <a:avLst/>
          </a:prstGeom>
          <a:solidFill>
            <a:srgbClr val="FB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1172391" y="1616528"/>
            <a:ext cx="101237" cy="101237"/>
          </a:xfrm>
          <a:prstGeom prst="rect">
            <a:avLst/>
          </a:prstGeom>
          <a:solidFill>
            <a:srgbClr val="F7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1273628" y="1616528"/>
            <a:ext cx="101237" cy="101237"/>
          </a:xfrm>
          <a:prstGeom prst="rect">
            <a:avLst/>
          </a:prstGeom>
          <a:solidFill>
            <a:srgbClr val="FA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1374865" y="1616528"/>
            <a:ext cx="101237" cy="101237"/>
          </a:xfrm>
          <a:prstGeom prst="rect">
            <a:avLst/>
          </a:prstGeom>
          <a:solidFill>
            <a:srgbClr val="F5D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1476102" y="1616528"/>
            <a:ext cx="101237" cy="101237"/>
          </a:xfrm>
          <a:prstGeom prst="rect">
            <a:avLst/>
          </a:prstGeom>
          <a:solidFill>
            <a:srgbClr val="F2D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1577340" y="1616528"/>
            <a:ext cx="101237" cy="101237"/>
          </a:xfrm>
          <a:prstGeom prst="rect">
            <a:avLst/>
          </a:prstGeom>
          <a:solidFill>
            <a:srgbClr val="F6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1678577" y="1616528"/>
            <a:ext cx="101237" cy="101237"/>
          </a:xfrm>
          <a:prstGeom prst="rect">
            <a:avLst/>
          </a:prstGeom>
          <a:solidFill>
            <a:srgbClr val="F6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1779814" y="1616528"/>
            <a:ext cx="101237" cy="101237"/>
          </a:xfrm>
          <a:prstGeom prst="rect">
            <a:avLst/>
          </a:prstGeom>
          <a:solidFill>
            <a:srgbClr val="EF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1881051" y="1616528"/>
            <a:ext cx="101237" cy="101237"/>
          </a:xfrm>
          <a:prstGeom prst="rect">
            <a:avLst/>
          </a:prstGeom>
          <a:solidFill>
            <a:srgbClr val="E8B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1982288" y="1616528"/>
            <a:ext cx="101237" cy="101237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2083525" y="1616528"/>
            <a:ext cx="101237" cy="101237"/>
          </a:xfrm>
          <a:prstGeom prst="rect">
            <a:avLst/>
          </a:prstGeom>
          <a:solidFill>
            <a:srgbClr val="D16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2184762" y="1616528"/>
            <a:ext cx="101237" cy="101237"/>
          </a:xfrm>
          <a:prstGeom prst="rect">
            <a:avLst/>
          </a:prstGeom>
          <a:solidFill>
            <a:srgbClr val="F8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2286000" y="1616528"/>
            <a:ext cx="101237" cy="101237"/>
          </a:xfrm>
          <a:prstGeom prst="rect">
            <a:avLst/>
          </a:prstGeom>
          <a:solidFill>
            <a:srgbClr val="DA8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2387237" y="1616528"/>
            <a:ext cx="101237" cy="101237"/>
          </a:xfrm>
          <a:prstGeom prst="rect">
            <a:avLst/>
          </a:prstGeom>
          <a:solidFill>
            <a:srgbClr val="F2D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2488474" y="1616528"/>
            <a:ext cx="101237" cy="101237"/>
          </a:xfrm>
          <a:prstGeom prst="rect">
            <a:avLst/>
          </a:prstGeom>
          <a:solidFill>
            <a:srgbClr val="F5D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2589711" y="1616528"/>
            <a:ext cx="101237" cy="101237"/>
          </a:xfrm>
          <a:prstGeom prst="rect">
            <a:avLst/>
          </a:prstGeom>
          <a:solidFill>
            <a:srgbClr val="DA8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2690948" y="1616528"/>
            <a:ext cx="101237" cy="101237"/>
          </a:xfrm>
          <a:prstGeom prst="rect">
            <a:avLst/>
          </a:prstGeom>
          <a:solidFill>
            <a:srgbClr val="E7A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2792185" y="1616528"/>
            <a:ext cx="101237" cy="101237"/>
          </a:xfrm>
          <a:prstGeom prst="rect">
            <a:avLst/>
          </a:prstGeom>
          <a:solidFill>
            <a:srgbClr val="F4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2893422" y="1616528"/>
            <a:ext cx="101237" cy="101237"/>
          </a:xfrm>
          <a:prstGeom prst="rect">
            <a:avLst/>
          </a:prstGeom>
          <a:solidFill>
            <a:srgbClr val="F6E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2994660" y="1616528"/>
            <a:ext cx="101237" cy="101237"/>
          </a:xfrm>
          <a:prstGeom prst="rect">
            <a:avLst/>
          </a:prstGeom>
          <a:solidFill>
            <a:srgbClr val="F5D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3095897" y="1616528"/>
            <a:ext cx="101237" cy="101237"/>
          </a:xfrm>
          <a:prstGeom prst="rect">
            <a:avLst/>
          </a:prstGeom>
          <a:solidFill>
            <a:srgbClr val="F2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3197134" y="1616528"/>
            <a:ext cx="101237" cy="101237"/>
          </a:xfrm>
          <a:prstGeom prst="rect">
            <a:avLst/>
          </a:prstGeom>
          <a:solidFill>
            <a:srgbClr val="F3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3298371" y="1616528"/>
            <a:ext cx="101237" cy="101237"/>
          </a:xfrm>
          <a:prstGeom prst="rect">
            <a:avLst/>
          </a:prstGeom>
          <a:solidFill>
            <a:srgbClr val="F7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3399608" y="1616528"/>
            <a:ext cx="101237" cy="101237"/>
          </a:xfrm>
          <a:prstGeom prst="rect">
            <a:avLst/>
          </a:prstGeom>
          <a:solidFill>
            <a:srgbClr val="F9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3500845" y="1616528"/>
            <a:ext cx="101237" cy="101237"/>
          </a:xfrm>
          <a:prstGeom prst="rect">
            <a:avLst/>
          </a:prstGeom>
          <a:solidFill>
            <a:srgbClr val="FB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3602082" y="1616528"/>
            <a:ext cx="101237" cy="101237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868680" y="1717765"/>
            <a:ext cx="101237" cy="101237"/>
          </a:xfrm>
          <a:prstGeom prst="rect">
            <a:avLst/>
          </a:prstGeom>
          <a:solidFill>
            <a:srgbClr val="F5D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969917" y="1717765"/>
            <a:ext cx="101237" cy="101237"/>
          </a:xfrm>
          <a:prstGeom prst="rect">
            <a:avLst/>
          </a:prstGeom>
          <a:solidFill>
            <a:srgbClr val="FA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1071154" y="1717765"/>
            <a:ext cx="101237" cy="101237"/>
          </a:xfrm>
          <a:prstGeom prst="rect">
            <a:avLst/>
          </a:prstGeom>
          <a:solidFill>
            <a:srgbClr val="FA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1172391" y="1717765"/>
            <a:ext cx="101237" cy="101237"/>
          </a:xfrm>
          <a:prstGeom prst="rect">
            <a:avLst/>
          </a:prstGeom>
          <a:solidFill>
            <a:srgbClr val="FD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1273628" y="1717765"/>
            <a:ext cx="101237" cy="101237"/>
          </a:xfrm>
          <a:prstGeom prst="rect">
            <a:avLst/>
          </a:prstGeom>
          <a:solidFill>
            <a:srgbClr val="D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1374865" y="1717765"/>
            <a:ext cx="101237" cy="101237"/>
          </a:xfrm>
          <a:prstGeom prst="rect">
            <a:avLst/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1476102" y="1717765"/>
            <a:ext cx="101237" cy="101237"/>
          </a:xfrm>
          <a:prstGeom prst="rect">
            <a:avLst/>
          </a:prstGeom>
          <a:solidFill>
            <a:srgbClr val="F1D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1577340" y="1717765"/>
            <a:ext cx="101237" cy="101237"/>
          </a:xfrm>
          <a:prstGeom prst="rect">
            <a:avLst/>
          </a:prstGeom>
          <a:solidFill>
            <a:srgbClr val="F2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1678577" y="1717765"/>
            <a:ext cx="101237" cy="101237"/>
          </a:xfrm>
          <a:prstGeom prst="rect">
            <a:avLst/>
          </a:prstGeom>
          <a:solidFill>
            <a:srgbClr val="F6E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1779814" y="1717765"/>
            <a:ext cx="101237" cy="101237"/>
          </a:xfrm>
          <a:prstGeom prst="rect">
            <a:avLst/>
          </a:prstGeom>
          <a:solidFill>
            <a:srgbClr val="EAB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1881051" y="1717765"/>
            <a:ext cx="101237" cy="101237"/>
          </a:xfrm>
          <a:prstGeom prst="rect">
            <a:avLst/>
          </a:prstGeom>
          <a:solidFill>
            <a:srgbClr val="E09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1982288" y="1717765"/>
            <a:ext cx="101237" cy="101237"/>
          </a:xfrm>
          <a:prstGeom prst="rect">
            <a:avLst/>
          </a:prstGeom>
          <a:solidFill>
            <a:srgbClr val="D16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2083525" y="1717765"/>
            <a:ext cx="101237" cy="101237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2184762" y="1717765"/>
            <a:ext cx="101237" cy="101237"/>
          </a:xfrm>
          <a:prstGeom prst="rect">
            <a:avLst/>
          </a:prstGeom>
          <a:solidFill>
            <a:srgbClr val="F4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2286000" y="1717765"/>
            <a:ext cx="101237" cy="101237"/>
          </a:xfrm>
          <a:prstGeom prst="rect">
            <a:avLst/>
          </a:prstGeom>
          <a:solidFill>
            <a:srgbClr val="D06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2387237" y="1717765"/>
            <a:ext cx="101237" cy="101237"/>
          </a:xfrm>
          <a:prstGeom prst="rect">
            <a:avLst/>
          </a:prstGeom>
          <a:solidFill>
            <a:srgbClr val="F2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2488474" y="1717765"/>
            <a:ext cx="101237" cy="101237"/>
          </a:xfrm>
          <a:prstGeom prst="rect">
            <a:avLst/>
          </a:prstGeom>
          <a:solidFill>
            <a:srgbClr val="F6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2589711" y="1717765"/>
            <a:ext cx="101237" cy="101237"/>
          </a:xfrm>
          <a:prstGeom prst="rect">
            <a:avLst/>
          </a:prstGeom>
          <a:solidFill>
            <a:srgbClr val="EBBC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2690948" y="1717765"/>
            <a:ext cx="101237" cy="101237"/>
          </a:xfrm>
          <a:prstGeom prst="rect">
            <a:avLst/>
          </a:prstGeom>
          <a:solidFill>
            <a:srgbClr val="EFC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2792185" y="1717765"/>
            <a:ext cx="101237" cy="101237"/>
          </a:xfrm>
          <a:prstGeom prst="rect">
            <a:avLst/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2893422" y="1717765"/>
            <a:ext cx="101237" cy="101237"/>
          </a:xfrm>
          <a:prstGeom prst="rect">
            <a:avLst/>
          </a:prstGeom>
          <a:solidFill>
            <a:srgbClr val="E2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2994660" y="1717765"/>
            <a:ext cx="101237" cy="101237"/>
          </a:xfrm>
          <a:prstGeom prst="rect">
            <a:avLst/>
          </a:prstGeom>
          <a:solidFill>
            <a:srgbClr val="E5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3095897" y="1717765"/>
            <a:ext cx="101237" cy="101237"/>
          </a:xfrm>
          <a:prstGeom prst="rect">
            <a:avLst/>
          </a:prstGeom>
          <a:solidFill>
            <a:srgbClr val="E6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3197134" y="1717765"/>
            <a:ext cx="101237" cy="101237"/>
          </a:xfrm>
          <a:prstGeom prst="rect">
            <a:avLst/>
          </a:prstGeom>
          <a:solidFill>
            <a:srgbClr val="E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3298371" y="1717765"/>
            <a:ext cx="101237" cy="101237"/>
          </a:xfrm>
          <a:prstGeom prst="rect">
            <a:avLst/>
          </a:prstGeom>
          <a:solidFill>
            <a:srgbClr val="D6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3399608" y="1717765"/>
            <a:ext cx="101237" cy="101237"/>
          </a:xfrm>
          <a:prstGeom prst="rect">
            <a:avLst/>
          </a:prstGeom>
          <a:solidFill>
            <a:srgbClr val="F6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3500845" y="1717765"/>
            <a:ext cx="101237" cy="101237"/>
          </a:xfrm>
          <a:prstGeom prst="rect">
            <a:avLst/>
          </a:prstGeom>
          <a:solidFill>
            <a:srgbClr val="F2D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3602082" y="1717765"/>
            <a:ext cx="101237" cy="101237"/>
          </a:xfrm>
          <a:prstGeom prst="rect">
            <a:avLst/>
          </a:prstGeom>
          <a:solidFill>
            <a:srgbClr val="F4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868680" y="1819002"/>
            <a:ext cx="101237" cy="101237"/>
          </a:xfrm>
          <a:prstGeom prst="rect">
            <a:avLst/>
          </a:prstGeom>
          <a:solidFill>
            <a:srgbClr val="F7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969917" y="1819002"/>
            <a:ext cx="101237" cy="101237"/>
          </a:xfrm>
          <a:prstGeom prst="rect">
            <a:avLst/>
          </a:prstGeom>
          <a:solidFill>
            <a:srgbClr val="F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1071154" y="1819002"/>
            <a:ext cx="101237" cy="101237"/>
          </a:xfrm>
          <a:prstGeom prst="rect">
            <a:avLst/>
          </a:prstGeom>
          <a:solidFill>
            <a:srgbClr val="F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1172391" y="1819002"/>
            <a:ext cx="101237" cy="101237"/>
          </a:xfrm>
          <a:prstGeom prst="rect">
            <a:avLst/>
          </a:prstGeom>
          <a:solidFill>
            <a:srgbClr val="74B5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1273628" y="1819002"/>
            <a:ext cx="101237" cy="101237"/>
          </a:xfrm>
          <a:prstGeom prst="rect">
            <a:avLst/>
          </a:prstGeom>
          <a:solidFill>
            <a:srgbClr val="9AC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1374865" y="1819002"/>
            <a:ext cx="101237" cy="101237"/>
          </a:xfrm>
          <a:prstGeom prst="rect">
            <a:avLst/>
          </a:prstGeom>
          <a:solidFill>
            <a:srgbClr val="95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476102" y="1819002"/>
            <a:ext cx="101237" cy="101237"/>
          </a:xfrm>
          <a:prstGeom prst="rect">
            <a:avLst/>
          </a:prstGeom>
          <a:solidFill>
            <a:srgbClr val="E8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577340" y="1819002"/>
            <a:ext cx="101237" cy="101237"/>
          </a:xfrm>
          <a:prstGeom prst="rect">
            <a:avLst/>
          </a:prstGeom>
          <a:solidFill>
            <a:srgbClr val="ED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678577" y="1819002"/>
            <a:ext cx="101237" cy="101237"/>
          </a:xfrm>
          <a:prstGeom prst="rect">
            <a:avLst/>
          </a:prstGeom>
          <a:solidFill>
            <a:srgbClr val="FB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1779814" y="1819002"/>
            <a:ext cx="101237" cy="101237"/>
          </a:xfrm>
          <a:prstGeom prst="rect">
            <a:avLst/>
          </a:prstGeom>
          <a:solidFill>
            <a:srgbClr val="D87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1881051" y="1819002"/>
            <a:ext cx="101237" cy="101237"/>
          </a:xfrm>
          <a:prstGeom prst="rect">
            <a:avLst/>
          </a:prstGeom>
          <a:solidFill>
            <a:srgbClr val="DC8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1982288" y="1819002"/>
            <a:ext cx="101237" cy="101237"/>
          </a:xfrm>
          <a:prstGeom prst="rect">
            <a:avLst/>
          </a:prstGeom>
          <a:solidFill>
            <a:srgbClr val="F8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2083525" y="1819002"/>
            <a:ext cx="101237" cy="101237"/>
          </a:xfrm>
          <a:prstGeom prst="rect">
            <a:avLst/>
          </a:prstGeom>
          <a:solidFill>
            <a:srgbClr val="F4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2184762" y="1819002"/>
            <a:ext cx="101237" cy="101237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2286000" y="1819002"/>
            <a:ext cx="101237" cy="101237"/>
          </a:xfrm>
          <a:prstGeom prst="rect">
            <a:avLst/>
          </a:prstGeom>
          <a:solidFill>
            <a:srgbClr val="E19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2387237" y="1819002"/>
            <a:ext cx="101237" cy="101237"/>
          </a:xfrm>
          <a:prstGeom prst="rect">
            <a:avLst/>
          </a:prstGeom>
          <a:solidFill>
            <a:srgbClr val="E19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2488474" y="1819002"/>
            <a:ext cx="101237" cy="101237"/>
          </a:xfrm>
          <a:prstGeom prst="rect">
            <a:avLst/>
          </a:prstGeom>
          <a:solidFill>
            <a:srgbClr val="DC8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2589711" y="1819002"/>
            <a:ext cx="101237" cy="101237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2690948" y="1819002"/>
            <a:ext cx="101237" cy="101237"/>
          </a:xfrm>
          <a:prstGeom prst="rect">
            <a:avLst/>
          </a:prstGeom>
          <a:solidFill>
            <a:srgbClr val="BB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2792185" y="1819002"/>
            <a:ext cx="101237" cy="101237"/>
          </a:xfrm>
          <a:prstGeom prst="rect">
            <a:avLst/>
          </a:prstGeom>
          <a:solidFill>
            <a:srgbClr val="95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2893422" y="1819002"/>
            <a:ext cx="101237" cy="101237"/>
          </a:xfrm>
          <a:prstGeom prst="rect">
            <a:avLst/>
          </a:prstGeom>
          <a:solidFill>
            <a:srgbClr val="90C4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2994660" y="1819002"/>
            <a:ext cx="101237" cy="101237"/>
          </a:xfrm>
          <a:prstGeom prst="rect">
            <a:avLst/>
          </a:prstGeom>
          <a:solidFill>
            <a:srgbClr val="8FC3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3095897" y="1819002"/>
            <a:ext cx="101237" cy="101237"/>
          </a:xfrm>
          <a:prstGeom prst="rect">
            <a:avLst/>
          </a:prstGeom>
          <a:solidFill>
            <a:srgbClr val="A1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3197134" y="1819002"/>
            <a:ext cx="101237" cy="101237"/>
          </a:xfrm>
          <a:prstGeom prst="rect">
            <a:avLst/>
          </a:prstGeom>
          <a:solidFill>
            <a:srgbClr val="A6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3298371" y="1819002"/>
            <a:ext cx="101237" cy="101237"/>
          </a:xfrm>
          <a:prstGeom prst="rect">
            <a:avLst/>
          </a:prstGeom>
          <a:solidFill>
            <a:srgbClr val="AF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3399608" y="1819002"/>
            <a:ext cx="101237" cy="101237"/>
          </a:xfrm>
          <a:prstGeom prst="rect">
            <a:avLst/>
          </a:prstGeom>
          <a:solidFill>
            <a:srgbClr val="DD8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3500845" y="1819002"/>
            <a:ext cx="101237" cy="101237"/>
          </a:xfrm>
          <a:prstGeom prst="rect">
            <a:avLst/>
          </a:prstGeom>
          <a:solidFill>
            <a:srgbClr val="D88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3602082" y="1819002"/>
            <a:ext cx="101237" cy="101237"/>
          </a:xfrm>
          <a:prstGeom prst="rect">
            <a:avLst/>
          </a:prstGeom>
          <a:solidFill>
            <a:srgbClr val="D87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868680" y="1920240"/>
            <a:ext cx="101237" cy="101237"/>
          </a:xfrm>
          <a:prstGeom prst="rect">
            <a:avLst/>
          </a:prstGeom>
          <a:solidFill>
            <a:srgbClr val="F4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969917" y="1920240"/>
            <a:ext cx="101237" cy="101237"/>
          </a:xfrm>
          <a:prstGeom prst="rect">
            <a:avLst/>
          </a:prstGeom>
          <a:solidFill>
            <a:srgbClr val="F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1071154" y="1920240"/>
            <a:ext cx="101237" cy="101237"/>
          </a:xfrm>
          <a:prstGeom prst="rect">
            <a:avLst/>
          </a:prstGeom>
          <a:solidFill>
            <a:srgbClr val="F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1172391" y="1920240"/>
            <a:ext cx="101237" cy="101237"/>
          </a:xfrm>
          <a:prstGeom prst="rect">
            <a:avLst/>
          </a:prstGeom>
          <a:solidFill>
            <a:srgbClr val="C4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1273628" y="1920240"/>
            <a:ext cx="101237" cy="101237"/>
          </a:xfrm>
          <a:prstGeom prst="rect">
            <a:avLst/>
          </a:prstGeom>
          <a:solidFill>
            <a:srgbClr val="A2C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1374865" y="1920240"/>
            <a:ext cx="101237" cy="101237"/>
          </a:xfrm>
          <a:prstGeom prst="rect">
            <a:avLst/>
          </a:prstGeom>
          <a:solidFill>
            <a:srgbClr val="CEE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1476102" y="1920240"/>
            <a:ext cx="101237" cy="101237"/>
          </a:xfrm>
          <a:prstGeom prst="rect">
            <a:avLst/>
          </a:prstGeom>
          <a:solidFill>
            <a:srgbClr val="FE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1577340" y="1920240"/>
            <a:ext cx="101237" cy="101237"/>
          </a:xfrm>
          <a:prstGeom prst="rect">
            <a:avLst/>
          </a:prstGeom>
          <a:solidFill>
            <a:srgbClr val="FE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1678577" y="1920240"/>
            <a:ext cx="101237" cy="101237"/>
          </a:xfrm>
          <a:prstGeom prst="rect">
            <a:avLst/>
          </a:prstGeom>
          <a:solidFill>
            <a:srgbClr val="FA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1779814" y="1920240"/>
            <a:ext cx="101237" cy="101237"/>
          </a:xfrm>
          <a:prstGeom prst="rect">
            <a:avLst/>
          </a:prstGeom>
          <a:solidFill>
            <a:srgbClr val="D98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1881051" y="1920240"/>
            <a:ext cx="101237" cy="101237"/>
          </a:xfrm>
          <a:prstGeom prst="rect">
            <a:avLst/>
          </a:prstGeom>
          <a:solidFill>
            <a:srgbClr val="D47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1982288" y="1920240"/>
            <a:ext cx="101237" cy="101237"/>
          </a:xfrm>
          <a:prstGeom prst="rect">
            <a:avLst/>
          </a:prstGeom>
          <a:solidFill>
            <a:srgbClr val="DA8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2083525" y="1920240"/>
            <a:ext cx="101237" cy="101237"/>
          </a:xfrm>
          <a:prstGeom prst="rect">
            <a:avLst/>
          </a:prstGeom>
          <a:solidFill>
            <a:srgbClr val="D06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2184762" y="1920240"/>
            <a:ext cx="101237" cy="101237"/>
          </a:xfrm>
          <a:prstGeom prst="rect">
            <a:avLst/>
          </a:prstGeom>
          <a:solidFill>
            <a:srgbClr val="E19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2286000" y="1920240"/>
            <a:ext cx="101237" cy="101237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2387237" y="1920240"/>
            <a:ext cx="101237" cy="101237"/>
          </a:xfrm>
          <a:prstGeom prst="rect">
            <a:avLst/>
          </a:prstGeom>
          <a:solidFill>
            <a:srgbClr val="E5A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2488474" y="1920240"/>
            <a:ext cx="101237" cy="101237"/>
          </a:xfrm>
          <a:prstGeom prst="rect">
            <a:avLst/>
          </a:prstGeom>
          <a:solidFill>
            <a:srgbClr val="E9B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2589711" y="1920240"/>
            <a:ext cx="101237" cy="101237"/>
          </a:xfrm>
          <a:prstGeom prst="rect">
            <a:avLst/>
          </a:prstGeom>
          <a:solidFill>
            <a:srgbClr val="EBB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2690948" y="1920240"/>
            <a:ext cx="101237" cy="101237"/>
          </a:xfrm>
          <a:prstGeom prst="rect">
            <a:avLst/>
          </a:prstGeom>
          <a:solidFill>
            <a:srgbClr val="F9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2792185" y="1920240"/>
            <a:ext cx="101237" cy="101237"/>
          </a:xfrm>
          <a:prstGeom prst="rect">
            <a:avLst/>
          </a:prstGeom>
          <a:solidFill>
            <a:srgbClr val="CFE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2893422" y="1920240"/>
            <a:ext cx="101237" cy="101237"/>
          </a:xfrm>
          <a:prstGeom prst="rect">
            <a:avLst/>
          </a:prstGeom>
          <a:solidFill>
            <a:srgbClr val="C7E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2994660" y="1920240"/>
            <a:ext cx="101237" cy="101237"/>
          </a:xfrm>
          <a:prstGeom prst="rect">
            <a:avLst/>
          </a:prstGeom>
          <a:solidFill>
            <a:srgbClr val="C5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3095897" y="1920240"/>
            <a:ext cx="101237" cy="101237"/>
          </a:xfrm>
          <a:prstGeom prst="rect">
            <a:avLst/>
          </a:prstGeom>
          <a:solidFill>
            <a:srgbClr val="D3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3197134" y="1920240"/>
            <a:ext cx="101237" cy="101237"/>
          </a:xfrm>
          <a:prstGeom prst="rect">
            <a:avLst/>
          </a:prstGeom>
          <a:solidFill>
            <a:srgbClr val="D1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3298371" y="1920240"/>
            <a:ext cx="101237" cy="101237"/>
          </a:xfrm>
          <a:prstGeom prst="rect">
            <a:avLst/>
          </a:prstGeom>
          <a:solidFill>
            <a:srgbClr val="D0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Rectangle 419"/>
          <p:cNvSpPr/>
          <p:nvPr/>
        </p:nvSpPr>
        <p:spPr>
          <a:xfrm>
            <a:off x="3399608" y="1920240"/>
            <a:ext cx="101237" cy="101237"/>
          </a:xfrm>
          <a:prstGeom prst="rect">
            <a:avLst/>
          </a:prstGeom>
          <a:solidFill>
            <a:srgbClr val="EA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Rectangle 420"/>
          <p:cNvSpPr/>
          <p:nvPr/>
        </p:nvSpPr>
        <p:spPr>
          <a:xfrm>
            <a:off x="3500845" y="1920240"/>
            <a:ext cx="101237" cy="101237"/>
          </a:xfrm>
          <a:prstGeom prst="rect">
            <a:avLst/>
          </a:prstGeom>
          <a:solidFill>
            <a:srgbClr val="E7B1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3602082" y="1920240"/>
            <a:ext cx="101237" cy="101237"/>
          </a:xfrm>
          <a:prstGeom prst="rect">
            <a:avLst/>
          </a:prstGeom>
          <a:solidFill>
            <a:srgbClr val="EBB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868680" y="2021477"/>
            <a:ext cx="101237" cy="101237"/>
          </a:xfrm>
          <a:prstGeom prst="rect">
            <a:avLst/>
          </a:prstGeom>
          <a:solidFill>
            <a:srgbClr val="EF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>
            <a:off x="969917" y="2021477"/>
            <a:ext cx="101237" cy="101237"/>
          </a:xfrm>
          <a:prstGeom prst="rect">
            <a:avLst/>
          </a:prstGeom>
          <a:solidFill>
            <a:srgbClr val="F4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1071154" y="2021477"/>
            <a:ext cx="101237" cy="101237"/>
          </a:xfrm>
          <a:prstGeom prst="rect">
            <a:avLst/>
          </a:prstGeom>
          <a:solidFill>
            <a:srgbClr val="F4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Rectangle 425"/>
          <p:cNvSpPr/>
          <p:nvPr/>
        </p:nvSpPr>
        <p:spPr>
          <a:xfrm>
            <a:off x="1172391" y="2021477"/>
            <a:ext cx="101237" cy="101237"/>
          </a:xfrm>
          <a:prstGeom prst="rect">
            <a:avLst/>
          </a:prstGeom>
          <a:solidFill>
            <a:srgbClr val="B3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Rectangle 426"/>
          <p:cNvSpPr/>
          <p:nvPr/>
        </p:nvSpPr>
        <p:spPr>
          <a:xfrm>
            <a:off x="1273628" y="2021477"/>
            <a:ext cx="101237" cy="101237"/>
          </a:xfrm>
          <a:prstGeom prst="rect">
            <a:avLst/>
          </a:prstGeom>
          <a:solidFill>
            <a:srgbClr val="F8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Rectangle 427"/>
          <p:cNvSpPr/>
          <p:nvPr/>
        </p:nvSpPr>
        <p:spPr>
          <a:xfrm>
            <a:off x="1374865" y="2021477"/>
            <a:ext cx="101237" cy="101237"/>
          </a:xfrm>
          <a:prstGeom prst="rect">
            <a:avLst/>
          </a:prstGeom>
          <a:solidFill>
            <a:srgbClr val="BD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Rectangle 428"/>
          <p:cNvSpPr/>
          <p:nvPr/>
        </p:nvSpPr>
        <p:spPr>
          <a:xfrm>
            <a:off x="1476102" y="2021477"/>
            <a:ext cx="101237" cy="101237"/>
          </a:xfrm>
          <a:prstGeom prst="rect">
            <a:avLst/>
          </a:prstGeom>
          <a:solidFill>
            <a:srgbClr val="E5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Rectangle 429"/>
          <p:cNvSpPr/>
          <p:nvPr/>
        </p:nvSpPr>
        <p:spPr>
          <a:xfrm>
            <a:off x="1577340" y="2021477"/>
            <a:ext cx="101237" cy="101237"/>
          </a:xfrm>
          <a:prstGeom prst="rect">
            <a:avLst/>
          </a:prstGeom>
          <a:solidFill>
            <a:srgbClr val="FC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Rectangle 430"/>
          <p:cNvSpPr/>
          <p:nvPr/>
        </p:nvSpPr>
        <p:spPr>
          <a:xfrm>
            <a:off x="1678577" y="2021477"/>
            <a:ext cx="101237" cy="101237"/>
          </a:xfrm>
          <a:prstGeom prst="rect">
            <a:avLst/>
          </a:prstGeom>
          <a:solidFill>
            <a:srgbClr val="FB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Rectangle 431"/>
          <p:cNvSpPr/>
          <p:nvPr/>
        </p:nvSpPr>
        <p:spPr>
          <a:xfrm>
            <a:off x="1779814" y="2021477"/>
            <a:ext cx="101237" cy="101237"/>
          </a:xfrm>
          <a:prstGeom prst="rect">
            <a:avLst/>
          </a:prstGeom>
          <a:solidFill>
            <a:srgbClr val="EDC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Rectangle 432"/>
          <p:cNvSpPr/>
          <p:nvPr/>
        </p:nvSpPr>
        <p:spPr>
          <a:xfrm>
            <a:off x="1881051" y="2021477"/>
            <a:ext cx="101237" cy="101237"/>
          </a:xfrm>
          <a:prstGeom prst="rect">
            <a:avLst/>
          </a:prstGeom>
          <a:solidFill>
            <a:srgbClr val="E7B1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Rectangle 433"/>
          <p:cNvSpPr/>
          <p:nvPr/>
        </p:nvSpPr>
        <p:spPr>
          <a:xfrm>
            <a:off x="1982288" y="2021477"/>
            <a:ext cx="101237" cy="101237"/>
          </a:xfrm>
          <a:prstGeom prst="rect">
            <a:avLst/>
          </a:prstGeom>
          <a:solidFill>
            <a:srgbClr val="F2D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Rectangle 434"/>
          <p:cNvSpPr/>
          <p:nvPr/>
        </p:nvSpPr>
        <p:spPr>
          <a:xfrm>
            <a:off x="2083525" y="2021477"/>
            <a:ext cx="101237" cy="101237"/>
          </a:xfrm>
          <a:prstGeom prst="rect">
            <a:avLst/>
          </a:prstGeom>
          <a:solidFill>
            <a:srgbClr val="F2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Rectangle 435"/>
          <p:cNvSpPr/>
          <p:nvPr/>
        </p:nvSpPr>
        <p:spPr>
          <a:xfrm>
            <a:off x="2184762" y="2021477"/>
            <a:ext cx="101237" cy="101237"/>
          </a:xfrm>
          <a:prstGeom prst="rect">
            <a:avLst/>
          </a:prstGeom>
          <a:solidFill>
            <a:srgbClr val="E19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Rectangle 436"/>
          <p:cNvSpPr/>
          <p:nvPr/>
        </p:nvSpPr>
        <p:spPr>
          <a:xfrm>
            <a:off x="2286000" y="2021477"/>
            <a:ext cx="101237" cy="101237"/>
          </a:xfrm>
          <a:prstGeom prst="rect">
            <a:avLst/>
          </a:prstGeom>
          <a:solidFill>
            <a:srgbClr val="E5A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Rectangle 437"/>
          <p:cNvSpPr/>
          <p:nvPr/>
        </p:nvSpPr>
        <p:spPr>
          <a:xfrm>
            <a:off x="2387237" y="2021477"/>
            <a:ext cx="101237" cy="101237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Rectangle 438"/>
          <p:cNvSpPr/>
          <p:nvPr/>
        </p:nvSpPr>
        <p:spPr>
          <a:xfrm>
            <a:off x="2488474" y="2021477"/>
            <a:ext cx="101237" cy="101237"/>
          </a:xfrm>
          <a:prstGeom prst="rect">
            <a:avLst/>
          </a:prstGeom>
          <a:solidFill>
            <a:srgbClr val="C94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Rectangle 439"/>
          <p:cNvSpPr/>
          <p:nvPr/>
        </p:nvSpPr>
        <p:spPr>
          <a:xfrm>
            <a:off x="2589711" y="2021477"/>
            <a:ext cx="101237" cy="101237"/>
          </a:xfrm>
          <a:prstGeom prst="rect">
            <a:avLst/>
          </a:prstGeom>
          <a:solidFill>
            <a:srgbClr val="F1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Rectangle 440"/>
          <p:cNvSpPr/>
          <p:nvPr/>
        </p:nvSpPr>
        <p:spPr>
          <a:xfrm>
            <a:off x="2690948" y="2021477"/>
            <a:ext cx="101237" cy="101237"/>
          </a:xfrm>
          <a:prstGeom prst="rect">
            <a:avLst/>
          </a:prstGeom>
          <a:solidFill>
            <a:srgbClr val="D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Rectangle 441"/>
          <p:cNvSpPr/>
          <p:nvPr/>
        </p:nvSpPr>
        <p:spPr>
          <a:xfrm>
            <a:off x="2792185" y="2021477"/>
            <a:ext cx="101237" cy="101237"/>
          </a:xfrm>
          <a:prstGeom prst="rect">
            <a:avLst/>
          </a:prstGeom>
          <a:solidFill>
            <a:srgbClr val="D6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Rectangle 442"/>
          <p:cNvSpPr/>
          <p:nvPr/>
        </p:nvSpPr>
        <p:spPr>
          <a:xfrm>
            <a:off x="2893422" y="2021477"/>
            <a:ext cx="101237" cy="101237"/>
          </a:xfrm>
          <a:prstGeom prst="rect">
            <a:avLst/>
          </a:prstGeom>
          <a:solidFill>
            <a:srgbClr val="D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Rectangle 443"/>
          <p:cNvSpPr/>
          <p:nvPr/>
        </p:nvSpPr>
        <p:spPr>
          <a:xfrm>
            <a:off x="2994660" y="2021477"/>
            <a:ext cx="101237" cy="101237"/>
          </a:xfrm>
          <a:prstGeom prst="rect">
            <a:avLst/>
          </a:prstGeom>
          <a:solidFill>
            <a:srgbClr val="D1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Rectangle 444"/>
          <p:cNvSpPr/>
          <p:nvPr/>
        </p:nvSpPr>
        <p:spPr>
          <a:xfrm>
            <a:off x="3095897" y="2021477"/>
            <a:ext cx="101237" cy="101237"/>
          </a:xfrm>
          <a:prstGeom prst="rect">
            <a:avLst/>
          </a:prstGeom>
          <a:solidFill>
            <a:srgbClr val="ED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Rectangle 445"/>
          <p:cNvSpPr/>
          <p:nvPr/>
        </p:nvSpPr>
        <p:spPr>
          <a:xfrm>
            <a:off x="3197134" y="2021477"/>
            <a:ext cx="101237" cy="101237"/>
          </a:xfrm>
          <a:prstGeom prst="rect">
            <a:avLst/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Rectangle 446"/>
          <p:cNvSpPr/>
          <p:nvPr/>
        </p:nvSpPr>
        <p:spPr>
          <a:xfrm>
            <a:off x="3298371" y="2021477"/>
            <a:ext cx="101237" cy="101237"/>
          </a:xfrm>
          <a:prstGeom prst="rect">
            <a:avLst/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Rectangle 447"/>
          <p:cNvSpPr/>
          <p:nvPr/>
        </p:nvSpPr>
        <p:spPr>
          <a:xfrm>
            <a:off x="3399608" y="2021477"/>
            <a:ext cx="101237" cy="101237"/>
          </a:xfrm>
          <a:prstGeom prst="rect">
            <a:avLst/>
          </a:prstGeom>
          <a:solidFill>
            <a:srgbClr val="C8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Rectangle 448"/>
          <p:cNvSpPr/>
          <p:nvPr/>
        </p:nvSpPr>
        <p:spPr>
          <a:xfrm>
            <a:off x="3500845" y="2021477"/>
            <a:ext cx="101237" cy="101237"/>
          </a:xfrm>
          <a:prstGeom prst="rect">
            <a:avLst/>
          </a:prstGeom>
          <a:solidFill>
            <a:srgbClr val="E09A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Rectangle 449"/>
          <p:cNvSpPr/>
          <p:nvPr/>
        </p:nvSpPr>
        <p:spPr>
          <a:xfrm>
            <a:off x="3602082" y="2021477"/>
            <a:ext cx="101237" cy="101237"/>
          </a:xfrm>
          <a:prstGeom prst="rect">
            <a:avLst/>
          </a:prstGeom>
          <a:solidFill>
            <a:srgbClr val="D98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Rectangle 450"/>
          <p:cNvSpPr/>
          <p:nvPr/>
        </p:nvSpPr>
        <p:spPr>
          <a:xfrm>
            <a:off x="868680" y="2122714"/>
            <a:ext cx="101237" cy="101237"/>
          </a:xfrm>
          <a:prstGeom prst="rect">
            <a:avLst/>
          </a:prstGeom>
          <a:solidFill>
            <a:srgbClr val="F5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Rectangle 451"/>
          <p:cNvSpPr/>
          <p:nvPr/>
        </p:nvSpPr>
        <p:spPr>
          <a:xfrm>
            <a:off x="969917" y="2122714"/>
            <a:ext cx="101237" cy="101237"/>
          </a:xfrm>
          <a:prstGeom prst="rect">
            <a:avLst/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Rectangle 452"/>
          <p:cNvSpPr/>
          <p:nvPr/>
        </p:nvSpPr>
        <p:spPr>
          <a:xfrm>
            <a:off x="1071154" y="2122714"/>
            <a:ext cx="101237" cy="101237"/>
          </a:xfrm>
          <a:prstGeom prst="rect">
            <a:avLst/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Rectangle 453"/>
          <p:cNvSpPr/>
          <p:nvPr/>
        </p:nvSpPr>
        <p:spPr>
          <a:xfrm>
            <a:off x="1172391" y="2122714"/>
            <a:ext cx="101237" cy="101237"/>
          </a:xfrm>
          <a:prstGeom prst="rect">
            <a:avLst/>
          </a:prstGeom>
          <a:solidFill>
            <a:srgbClr val="B7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Rectangle 454"/>
          <p:cNvSpPr/>
          <p:nvPr/>
        </p:nvSpPr>
        <p:spPr>
          <a:xfrm>
            <a:off x="1273628" y="2122714"/>
            <a:ext cx="101237" cy="101237"/>
          </a:xfrm>
          <a:prstGeom prst="rect">
            <a:avLst/>
          </a:prstGeom>
          <a:solidFill>
            <a:srgbClr val="F9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Rectangle 455"/>
          <p:cNvSpPr/>
          <p:nvPr/>
        </p:nvSpPr>
        <p:spPr>
          <a:xfrm>
            <a:off x="1374865" y="2122714"/>
            <a:ext cx="101237" cy="101237"/>
          </a:xfrm>
          <a:prstGeom prst="rect">
            <a:avLst/>
          </a:prstGeom>
          <a:solidFill>
            <a:srgbClr val="CB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Rectangle 456"/>
          <p:cNvSpPr/>
          <p:nvPr/>
        </p:nvSpPr>
        <p:spPr>
          <a:xfrm>
            <a:off x="1476102" y="2122714"/>
            <a:ext cx="101237" cy="101237"/>
          </a:xfrm>
          <a:prstGeom prst="rect">
            <a:avLst/>
          </a:prstGeom>
          <a:solidFill>
            <a:srgbClr val="DA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Rectangle 457"/>
          <p:cNvSpPr/>
          <p:nvPr/>
        </p:nvSpPr>
        <p:spPr>
          <a:xfrm>
            <a:off x="1577340" y="2122714"/>
            <a:ext cx="101237" cy="101237"/>
          </a:xfrm>
          <a:prstGeom prst="rect">
            <a:avLst/>
          </a:prstGeom>
          <a:solidFill>
            <a:srgbClr val="FB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Rectangle 458"/>
          <p:cNvSpPr/>
          <p:nvPr/>
        </p:nvSpPr>
        <p:spPr>
          <a:xfrm>
            <a:off x="1678577" y="2122714"/>
            <a:ext cx="101237" cy="101237"/>
          </a:xfrm>
          <a:prstGeom prst="rect">
            <a:avLst/>
          </a:prstGeom>
          <a:solidFill>
            <a:srgbClr val="F2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Rectangle 459"/>
          <p:cNvSpPr/>
          <p:nvPr/>
        </p:nvSpPr>
        <p:spPr>
          <a:xfrm>
            <a:off x="1779814" y="2122714"/>
            <a:ext cx="101237" cy="101237"/>
          </a:xfrm>
          <a:prstGeom prst="rect">
            <a:avLst/>
          </a:prstGeom>
          <a:solidFill>
            <a:srgbClr val="EA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Rectangle 460"/>
          <p:cNvSpPr/>
          <p:nvPr/>
        </p:nvSpPr>
        <p:spPr>
          <a:xfrm>
            <a:off x="1881051" y="2122714"/>
            <a:ext cx="101237" cy="101237"/>
          </a:xfrm>
          <a:prstGeom prst="rect">
            <a:avLst/>
          </a:prstGeom>
          <a:solidFill>
            <a:srgbClr val="E4A6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Rectangle 461"/>
          <p:cNvSpPr/>
          <p:nvPr/>
        </p:nvSpPr>
        <p:spPr>
          <a:xfrm>
            <a:off x="1982288" y="2122714"/>
            <a:ext cx="101237" cy="101237"/>
          </a:xfrm>
          <a:prstGeom prst="rect">
            <a:avLst/>
          </a:prstGeom>
          <a:solidFill>
            <a:srgbClr val="F5D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Rectangle 462"/>
          <p:cNvSpPr/>
          <p:nvPr/>
        </p:nvSpPr>
        <p:spPr>
          <a:xfrm>
            <a:off x="2083525" y="2122714"/>
            <a:ext cx="101237" cy="101237"/>
          </a:xfrm>
          <a:prstGeom prst="rect">
            <a:avLst/>
          </a:prstGeom>
          <a:solidFill>
            <a:srgbClr val="F6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Rectangle 463"/>
          <p:cNvSpPr/>
          <p:nvPr/>
        </p:nvSpPr>
        <p:spPr>
          <a:xfrm>
            <a:off x="2184762" y="2122714"/>
            <a:ext cx="101237" cy="101237"/>
          </a:xfrm>
          <a:prstGeom prst="rect">
            <a:avLst/>
          </a:prstGeom>
          <a:solidFill>
            <a:srgbClr val="DC8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Rectangle 464"/>
          <p:cNvSpPr/>
          <p:nvPr/>
        </p:nvSpPr>
        <p:spPr>
          <a:xfrm>
            <a:off x="2286000" y="2122714"/>
            <a:ext cx="101237" cy="101237"/>
          </a:xfrm>
          <a:prstGeom prst="rect">
            <a:avLst/>
          </a:prstGeom>
          <a:solidFill>
            <a:srgbClr val="E9B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Rectangle 465"/>
          <p:cNvSpPr/>
          <p:nvPr/>
        </p:nvSpPr>
        <p:spPr>
          <a:xfrm>
            <a:off x="2387237" y="2122714"/>
            <a:ext cx="101237" cy="101237"/>
          </a:xfrm>
          <a:prstGeom prst="rect">
            <a:avLst/>
          </a:prstGeom>
          <a:solidFill>
            <a:srgbClr val="C94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Rectangle 466"/>
          <p:cNvSpPr/>
          <p:nvPr/>
        </p:nvSpPr>
        <p:spPr>
          <a:xfrm>
            <a:off x="2488474" y="2122714"/>
            <a:ext cx="101237" cy="101237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Rectangle 467"/>
          <p:cNvSpPr/>
          <p:nvPr/>
        </p:nvSpPr>
        <p:spPr>
          <a:xfrm>
            <a:off x="2589711" y="2122714"/>
            <a:ext cx="101237" cy="101237"/>
          </a:xfrm>
          <a:prstGeom prst="rect">
            <a:avLst/>
          </a:prstGeom>
          <a:solidFill>
            <a:srgbClr val="EFC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Rectangle 468"/>
          <p:cNvSpPr/>
          <p:nvPr/>
        </p:nvSpPr>
        <p:spPr>
          <a:xfrm>
            <a:off x="2690948" y="2122714"/>
            <a:ext cx="101237" cy="101237"/>
          </a:xfrm>
          <a:prstGeom prst="rect">
            <a:avLst/>
          </a:prstGeom>
          <a:solidFill>
            <a:srgbClr val="E7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Rectangle 469"/>
          <p:cNvSpPr/>
          <p:nvPr/>
        </p:nvSpPr>
        <p:spPr>
          <a:xfrm>
            <a:off x="2792185" y="2122714"/>
            <a:ext cx="101237" cy="101237"/>
          </a:xfrm>
          <a:prstGeom prst="rect">
            <a:avLst/>
          </a:prstGeom>
          <a:solidFill>
            <a:srgbClr val="C9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Rectangle 470"/>
          <p:cNvSpPr/>
          <p:nvPr/>
        </p:nvSpPr>
        <p:spPr>
          <a:xfrm>
            <a:off x="2893422" y="2122714"/>
            <a:ext cx="101237" cy="101237"/>
          </a:xfrm>
          <a:prstGeom prst="rect">
            <a:avLst/>
          </a:prstGeom>
          <a:solidFill>
            <a:srgbClr val="C7E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Rectangle 471"/>
          <p:cNvSpPr/>
          <p:nvPr/>
        </p:nvSpPr>
        <p:spPr>
          <a:xfrm>
            <a:off x="2994660" y="2122714"/>
            <a:ext cx="101237" cy="101237"/>
          </a:xfrm>
          <a:prstGeom prst="rect">
            <a:avLst/>
          </a:prstGeom>
          <a:solidFill>
            <a:srgbClr val="C7E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Rectangle 472"/>
          <p:cNvSpPr/>
          <p:nvPr/>
        </p:nvSpPr>
        <p:spPr>
          <a:xfrm>
            <a:off x="3095897" y="2122714"/>
            <a:ext cx="101237" cy="101237"/>
          </a:xfrm>
          <a:prstGeom prst="rect">
            <a:avLst/>
          </a:prstGeom>
          <a:solidFill>
            <a:srgbClr val="E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Rectangle 473"/>
          <p:cNvSpPr/>
          <p:nvPr/>
        </p:nvSpPr>
        <p:spPr>
          <a:xfrm>
            <a:off x="3197134" y="2122714"/>
            <a:ext cx="101237" cy="101237"/>
          </a:xfrm>
          <a:prstGeom prst="rect">
            <a:avLst/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Rectangle 474"/>
          <p:cNvSpPr/>
          <p:nvPr/>
        </p:nvSpPr>
        <p:spPr>
          <a:xfrm>
            <a:off x="3298371" y="2122714"/>
            <a:ext cx="101237" cy="101237"/>
          </a:xfrm>
          <a:prstGeom prst="rect">
            <a:avLst/>
          </a:prstGeom>
          <a:solidFill>
            <a:srgbClr val="F9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Rectangle 475"/>
          <p:cNvSpPr/>
          <p:nvPr/>
        </p:nvSpPr>
        <p:spPr>
          <a:xfrm>
            <a:off x="3399608" y="2122714"/>
            <a:ext cx="101237" cy="101237"/>
          </a:xfrm>
          <a:prstGeom prst="rect">
            <a:avLst/>
          </a:prstGeom>
          <a:solidFill>
            <a:srgbClr val="C94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Rectangle 476"/>
          <p:cNvSpPr/>
          <p:nvPr/>
        </p:nvSpPr>
        <p:spPr>
          <a:xfrm>
            <a:off x="3500845" y="2122714"/>
            <a:ext cx="101237" cy="101237"/>
          </a:xfrm>
          <a:prstGeom prst="rect">
            <a:avLst/>
          </a:prstGeom>
          <a:solidFill>
            <a:srgbClr val="DF9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Rectangle 477"/>
          <p:cNvSpPr/>
          <p:nvPr/>
        </p:nvSpPr>
        <p:spPr>
          <a:xfrm>
            <a:off x="3602082" y="2122714"/>
            <a:ext cx="101237" cy="101237"/>
          </a:xfrm>
          <a:prstGeom prst="rect">
            <a:avLst/>
          </a:prstGeom>
          <a:solidFill>
            <a:srgbClr val="D26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Rectangle 478"/>
          <p:cNvSpPr/>
          <p:nvPr/>
        </p:nvSpPr>
        <p:spPr>
          <a:xfrm>
            <a:off x="868680" y="2223951"/>
            <a:ext cx="101237" cy="101237"/>
          </a:xfrm>
          <a:prstGeom prst="rect">
            <a:avLst/>
          </a:prstGeom>
          <a:solidFill>
            <a:srgbClr val="E7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Rectangle 479"/>
          <p:cNvSpPr/>
          <p:nvPr/>
        </p:nvSpPr>
        <p:spPr>
          <a:xfrm>
            <a:off x="969917" y="2223951"/>
            <a:ext cx="101237" cy="101237"/>
          </a:xfrm>
          <a:prstGeom prst="rect">
            <a:avLst/>
          </a:prstGeom>
          <a:solidFill>
            <a:srgbClr val="E3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Rectangle 480"/>
          <p:cNvSpPr/>
          <p:nvPr/>
        </p:nvSpPr>
        <p:spPr>
          <a:xfrm>
            <a:off x="1071154" y="2223951"/>
            <a:ext cx="101237" cy="101237"/>
          </a:xfrm>
          <a:prstGeom prst="rect">
            <a:avLst/>
          </a:prstGeom>
          <a:solidFill>
            <a:srgbClr val="E3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1172391" y="2223951"/>
            <a:ext cx="101237" cy="101237"/>
          </a:xfrm>
          <a:prstGeom prst="rect">
            <a:avLst/>
          </a:prstGeom>
          <a:solidFill>
            <a:srgbClr val="F0CD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Rectangle 482"/>
          <p:cNvSpPr/>
          <p:nvPr/>
        </p:nvSpPr>
        <p:spPr>
          <a:xfrm>
            <a:off x="1273628" y="2223951"/>
            <a:ext cx="101237" cy="101237"/>
          </a:xfrm>
          <a:prstGeom prst="rect">
            <a:avLst/>
          </a:prstGeom>
          <a:solidFill>
            <a:srgbClr val="F9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Rectangle 483"/>
          <p:cNvSpPr/>
          <p:nvPr/>
        </p:nvSpPr>
        <p:spPr>
          <a:xfrm>
            <a:off x="1374865" y="2223951"/>
            <a:ext cx="101237" cy="101237"/>
          </a:xfrm>
          <a:prstGeom prst="rect">
            <a:avLst/>
          </a:prstGeom>
          <a:solidFill>
            <a:srgbClr val="F0C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Rectangle 484"/>
          <p:cNvSpPr/>
          <p:nvPr/>
        </p:nvSpPr>
        <p:spPr>
          <a:xfrm>
            <a:off x="1476102" y="2223951"/>
            <a:ext cx="101237" cy="101237"/>
          </a:xfrm>
          <a:prstGeom prst="rect">
            <a:avLst/>
          </a:prstGeom>
          <a:solidFill>
            <a:srgbClr val="F0C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Rectangle 485"/>
          <p:cNvSpPr/>
          <p:nvPr/>
        </p:nvSpPr>
        <p:spPr>
          <a:xfrm>
            <a:off x="1577340" y="2223951"/>
            <a:ext cx="101237" cy="101237"/>
          </a:xfrm>
          <a:prstGeom prst="rect">
            <a:avLst/>
          </a:prstGeom>
          <a:solidFill>
            <a:srgbClr val="E5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Rectangle 486"/>
          <p:cNvSpPr/>
          <p:nvPr/>
        </p:nvSpPr>
        <p:spPr>
          <a:xfrm>
            <a:off x="1678577" y="2223951"/>
            <a:ext cx="101237" cy="101237"/>
          </a:xfrm>
          <a:prstGeom prst="rect">
            <a:avLst/>
          </a:prstGeom>
          <a:solidFill>
            <a:srgbClr val="F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Rectangle 487"/>
          <p:cNvSpPr/>
          <p:nvPr/>
        </p:nvSpPr>
        <p:spPr>
          <a:xfrm>
            <a:off x="1779814" y="2223951"/>
            <a:ext cx="101237" cy="101237"/>
          </a:xfrm>
          <a:prstGeom prst="rect">
            <a:avLst/>
          </a:prstGeom>
          <a:solidFill>
            <a:srgbClr val="EAB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Rectangle 488"/>
          <p:cNvSpPr/>
          <p:nvPr/>
        </p:nvSpPr>
        <p:spPr>
          <a:xfrm>
            <a:off x="1881051" y="2223951"/>
            <a:ext cx="101237" cy="101237"/>
          </a:xfrm>
          <a:prstGeom prst="rect">
            <a:avLst/>
          </a:prstGeom>
          <a:solidFill>
            <a:srgbClr val="FB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Rectangle 489"/>
          <p:cNvSpPr/>
          <p:nvPr/>
        </p:nvSpPr>
        <p:spPr>
          <a:xfrm>
            <a:off x="1982288" y="2223951"/>
            <a:ext cx="101237" cy="101237"/>
          </a:xfrm>
          <a:prstGeom prst="rect">
            <a:avLst/>
          </a:prstGeom>
          <a:solidFill>
            <a:srgbClr val="DA8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Rectangle 490"/>
          <p:cNvSpPr/>
          <p:nvPr/>
        </p:nvSpPr>
        <p:spPr>
          <a:xfrm>
            <a:off x="2083525" y="2223951"/>
            <a:ext cx="101237" cy="101237"/>
          </a:xfrm>
          <a:prstGeom prst="rect">
            <a:avLst/>
          </a:prstGeom>
          <a:solidFill>
            <a:srgbClr val="EBBC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Rectangle 491"/>
          <p:cNvSpPr/>
          <p:nvPr/>
        </p:nvSpPr>
        <p:spPr>
          <a:xfrm>
            <a:off x="2184762" y="2223951"/>
            <a:ext cx="101237" cy="101237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Rectangle 492"/>
          <p:cNvSpPr/>
          <p:nvPr/>
        </p:nvSpPr>
        <p:spPr>
          <a:xfrm>
            <a:off x="2286000" y="2223951"/>
            <a:ext cx="101237" cy="101237"/>
          </a:xfrm>
          <a:prstGeom prst="rect">
            <a:avLst/>
          </a:prstGeom>
          <a:solidFill>
            <a:srgbClr val="EBB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Rectangle 493"/>
          <p:cNvSpPr/>
          <p:nvPr/>
        </p:nvSpPr>
        <p:spPr>
          <a:xfrm>
            <a:off x="2387237" y="2223951"/>
            <a:ext cx="101237" cy="101237"/>
          </a:xfrm>
          <a:prstGeom prst="rect">
            <a:avLst/>
          </a:prstGeom>
          <a:solidFill>
            <a:srgbClr val="F1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Rectangle 494"/>
          <p:cNvSpPr/>
          <p:nvPr/>
        </p:nvSpPr>
        <p:spPr>
          <a:xfrm>
            <a:off x="2488474" y="2223951"/>
            <a:ext cx="101237" cy="101237"/>
          </a:xfrm>
          <a:prstGeom prst="rect">
            <a:avLst/>
          </a:prstGeom>
          <a:solidFill>
            <a:srgbClr val="EFC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Rectangle 495"/>
          <p:cNvSpPr/>
          <p:nvPr/>
        </p:nvSpPr>
        <p:spPr>
          <a:xfrm>
            <a:off x="2589711" y="2223951"/>
            <a:ext cx="101237" cy="101237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Rectangle 496"/>
          <p:cNvSpPr/>
          <p:nvPr/>
        </p:nvSpPr>
        <p:spPr>
          <a:xfrm>
            <a:off x="2690948" y="2223951"/>
            <a:ext cx="101237" cy="101237"/>
          </a:xfrm>
          <a:prstGeom prst="rect">
            <a:avLst/>
          </a:prstGeom>
          <a:solidFill>
            <a:srgbClr val="E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Rectangle 497"/>
          <p:cNvSpPr/>
          <p:nvPr/>
        </p:nvSpPr>
        <p:spPr>
          <a:xfrm>
            <a:off x="2792185" y="2223951"/>
            <a:ext cx="101237" cy="101237"/>
          </a:xfrm>
          <a:prstGeom prst="rect">
            <a:avLst/>
          </a:prstGeom>
          <a:solidFill>
            <a:srgbClr val="E3A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Rectangle 498"/>
          <p:cNvSpPr/>
          <p:nvPr/>
        </p:nvSpPr>
        <p:spPr>
          <a:xfrm>
            <a:off x="2893422" y="2223951"/>
            <a:ext cx="101237" cy="101237"/>
          </a:xfrm>
          <a:prstGeom prst="rect">
            <a:avLst/>
          </a:prstGeom>
          <a:solidFill>
            <a:srgbClr val="E3A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Rectangle 499"/>
          <p:cNvSpPr/>
          <p:nvPr/>
        </p:nvSpPr>
        <p:spPr>
          <a:xfrm>
            <a:off x="2994660" y="2223951"/>
            <a:ext cx="101237" cy="101237"/>
          </a:xfrm>
          <a:prstGeom prst="rect">
            <a:avLst/>
          </a:prstGeom>
          <a:solidFill>
            <a:srgbClr val="E3A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Rectangle 500"/>
          <p:cNvSpPr/>
          <p:nvPr/>
        </p:nvSpPr>
        <p:spPr>
          <a:xfrm>
            <a:off x="3095897" y="2223951"/>
            <a:ext cx="101237" cy="101237"/>
          </a:xfrm>
          <a:prstGeom prst="rect">
            <a:avLst/>
          </a:prstGeom>
          <a:solidFill>
            <a:srgbClr val="E09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Rectangle 501"/>
          <p:cNvSpPr/>
          <p:nvPr/>
        </p:nvSpPr>
        <p:spPr>
          <a:xfrm>
            <a:off x="3197134" y="2223951"/>
            <a:ext cx="101237" cy="101237"/>
          </a:xfrm>
          <a:prstGeom prst="rect">
            <a:avLst/>
          </a:prstGeom>
          <a:solidFill>
            <a:srgbClr val="E09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Rectangle 502"/>
          <p:cNvSpPr/>
          <p:nvPr/>
        </p:nvSpPr>
        <p:spPr>
          <a:xfrm>
            <a:off x="3298371" y="2223951"/>
            <a:ext cx="101237" cy="101237"/>
          </a:xfrm>
          <a:prstGeom prst="rect">
            <a:avLst/>
          </a:prstGeom>
          <a:solidFill>
            <a:srgbClr val="E09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Rectangle 503"/>
          <p:cNvSpPr/>
          <p:nvPr/>
        </p:nvSpPr>
        <p:spPr>
          <a:xfrm>
            <a:off x="3399608" y="2223951"/>
            <a:ext cx="101237" cy="101237"/>
          </a:xfrm>
          <a:prstGeom prst="rect">
            <a:avLst/>
          </a:prstGeom>
          <a:solidFill>
            <a:srgbClr val="FA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Rectangle 504"/>
          <p:cNvSpPr/>
          <p:nvPr/>
        </p:nvSpPr>
        <p:spPr>
          <a:xfrm>
            <a:off x="3500845" y="2223951"/>
            <a:ext cx="101237" cy="101237"/>
          </a:xfrm>
          <a:prstGeom prst="rect">
            <a:avLst/>
          </a:prstGeom>
          <a:solidFill>
            <a:srgbClr val="CD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Rectangle 505"/>
          <p:cNvSpPr/>
          <p:nvPr/>
        </p:nvSpPr>
        <p:spPr>
          <a:xfrm>
            <a:off x="3602082" y="2223951"/>
            <a:ext cx="101237" cy="101237"/>
          </a:xfrm>
          <a:prstGeom prst="rect">
            <a:avLst/>
          </a:prstGeom>
          <a:solidFill>
            <a:srgbClr val="F6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Rectangle 506"/>
          <p:cNvSpPr/>
          <p:nvPr/>
        </p:nvSpPr>
        <p:spPr>
          <a:xfrm>
            <a:off x="868680" y="2325188"/>
            <a:ext cx="101237" cy="101237"/>
          </a:xfrm>
          <a:prstGeom prst="rect">
            <a:avLst/>
          </a:prstGeom>
          <a:solidFill>
            <a:srgbClr val="F6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Rectangle 507"/>
          <p:cNvSpPr/>
          <p:nvPr/>
        </p:nvSpPr>
        <p:spPr>
          <a:xfrm>
            <a:off x="969917" y="2325188"/>
            <a:ext cx="101237" cy="101237"/>
          </a:xfrm>
          <a:prstGeom prst="rect">
            <a:avLst/>
          </a:prstGeom>
          <a:solidFill>
            <a:srgbClr val="E9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Rectangle 508"/>
          <p:cNvSpPr/>
          <p:nvPr/>
        </p:nvSpPr>
        <p:spPr>
          <a:xfrm>
            <a:off x="1071154" y="2325188"/>
            <a:ext cx="101237" cy="101237"/>
          </a:xfrm>
          <a:prstGeom prst="rect">
            <a:avLst/>
          </a:prstGeom>
          <a:solidFill>
            <a:srgbClr val="E9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Rectangle 509"/>
          <p:cNvSpPr/>
          <p:nvPr/>
        </p:nvSpPr>
        <p:spPr>
          <a:xfrm>
            <a:off x="1172391" y="2325188"/>
            <a:ext cx="101237" cy="101237"/>
          </a:xfrm>
          <a:prstGeom prst="rect">
            <a:avLst/>
          </a:prstGeom>
          <a:solidFill>
            <a:srgbClr val="F7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Rectangle 510"/>
          <p:cNvSpPr/>
          <p:nvPr/>
        </p:nvSpPr>
        <p:spPr>
          <a:xfrm>
            <a:off x="1273628" y="2325188"/>
            <a:ext cx="101237" cy="101237"/>
          </a:xfrm>
          <a:prstGeom prst="rect">
            <a:avLst/>
          </a:prstGeom>
          <a:solidFill>
            <a:srgbClr val="E0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Rectangle 511"/>
          <p:cNvSpPr/>
          <p:nvPr/>
        </p:nvSpPr>
        <p:spPr>
          <a:xfrm>
            <a:off x="1374865" y="2325188"/>
            <a:ext cx="101237" cy="101237"/>
          </a:xfrm>
          <a:prstGeom prst="rect">
            <a:avLst/>
          </a:prstGeom>
          <a:solidFill>
            <a:srgbClr val="F3D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Rectangle 512"/>
          <p:cNvSpPr/>
          <p:nvPr/>
        </p:nvSpPr>
        <p:spPr>
          <a:xfrm>
            <a:off x="1476102" y="2325188"/>
            <a:ext cx="101237" cy="101237"/>
          </a:xfrm>
          <a:prstGeom prst="rect">
            <a:avLst/>
          </a:prstGeom>
          <a:solidFill>
            <a:srgbClr val="FD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Rectangle 513"/>
          <p:cNvSpPr/>
          <p:nvPr/>
        </p:nvSpPr>
        <p:spPr>
          <a:xfrm>
            <a:off x="1577340" y="2325188"/>
            <a:ext cx="101237" cy="101237"/>
          </a:xfrm>
          <a:prstGeom prst="rect">
            <a:avLst/>
          </a:prstGeom>
          <a:solidFill>
            <a:srgbClr val="FB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Rectangle 514"/>
          <p:cNvSpPr/>
          <p:nvPr/>
        </p:nvSpPr>
        <p:spPr>
          <a:xfrm>
            <a:off x="1678577" y="2325188"/>
            <a:ext cx="101237" cy="101237"/>
          </a:xfrm>
          <a:prstGeom prst="rect">
            <a:avLst/>
          </a:prstGeom>
          <a:solidFill>
            <a:srgbClr val="F2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Rectangle 515"/>
          <p:cNvSpPr/>
          <p:nvPr/>
        </p:nvSpPr>
        <p:spPr>
          <a:xfrm>
            <a:off x="1779814" y="2325188"/>
            <a:ext cx="101237" cy="101237"/>
          </a:xfrm>
          <a:prstGeom prst="rect">
            <a:avLst/>
          </a:prstGeom>
          <a:solidFill>
            <a:srgbClr val="FE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Rectangle 516"/>
          <p:cNvSpPr/>
          <p:nvPr/>
        </p:nvSpPr>
        <p:spPr>
          <a:xfrm>
            <a:off x="1881051" y="2325188"/>
            <a:ext cx="101237" cy="101237"/>
          </a:xfrm>
          <a:prstGeom prst="rect">
            <a:avLst/>
          </a:prstGeom>
          <a:solidFill>
            <a:srgbClr val="E5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Rectangle 517"/>
          <p:cNvSpPr/>
          <p:nvPr/>
        </p:nvSpPr>
        <p:spPr>
          <a:xfrm>
            <a:off x="1982288" y="2325188"/>
            <a:ext cx="101237" cy="101237"/>
          </a:xfrm>
          <a:prstGeom prst="rect">
            <a:avLst/>
          </a:prstGeom>
          <a:solidFill>
            <a:srgbClr val="E7A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Rectangle 518"/>
          <p:cNvSpPr/>
          <p:nvPr/>
        </p:nvSpPr>
        <p:spPr>
          <a:xfrm>
            <a:off x="2083525" y="2325188"/>
            <a:ext cx="101237" cy="101237"/>
          </a:xfrm>
          <a:prstGeom prst="rect">
            <a:avLst/>
          </a:prstGeom>
          <a:solidFill>
            <a:srgbClr val="EFC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Rectangle 519"/>
          <p:cNvSpPr/>
          <p:nvPr/>
        </p:nvSpPr>
        <p:spPr>
          <a:xfrm>
            <a:off x="2184762" y="2325188"/>
            <a:ext cx="101237" cy="101237"/>
          </a:xfrm>
          <a:prstGeom prst="rect">
            <a:avLst/>
          </a:prstGeom>
          <a:solidFill>
            <a:srgbClr val="BB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Rectangle 520"/>
          <p:cNvSpPr/>
          <p:nvPr/>
        </p:nvSpPr>
        <p:spPr>
          <a:xfrm>
            <a:off x="2286000" y="2325188"/>
            <a:ext cx="101237" cy="101237"/>
          </a:xfrm>
          <a:prstGeom prst="rect">
            <a:avLst/>
          </a:prstGeom>
          <a:solidFill>
            <a:srgbClr val="F9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Rectangle 521"/>
          <p:cNvSpPr/>
          <p:nvPr/>
        </p:nvSpPr>
        <p:spPr>
          <a:xfrm>
            <a:off x="2387237" y="2325188"/>
            <a:ext cx="101237" cy="101237"/>
          </a:xfrm>
          <a:prstGeom prst="rect">
            <a:avLst/>
          </a:prstGeom>
          <a:solidFill>
            <a:srgbClr val="D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Rectangle 522"/>
          <p:cNvSpPr/>
          <p:nvPr/>
        </p:nvSpPr>
        <p:spPr>
          <a:xfrm>
            <a:off x="2488474" y="2325188"/>
            <a:ext cx="101237" cy="101237"/>
          </a:xfrm>
          <a:prstGeom prst="rect">
            <a:avLst/>
          </a:prstGeom>
          <a:solidFill>
            <a:srgbClr val="E7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Rectangle 523"/>
          <p:cNvSpPr/>
          <p:nvPr/>
        </p:nvSpPr>
        <p:spPr>
          <a:xfrm>
            <a:off x="2589711" y="2325188"/>
            <a:ext cx="101237" cy="101237"/>
          </a:xfrm>
          <a:prstGeom prst="rect">
            <a:avLst/>
          </a:prstGeom>
          <a:solidFill>
            <a:srgbClr val="E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Rectangle 524"/>
          <p:cNvSpPr/>
          <p:nvPr/>
        </p:nvSpPr>
        <p:spPr>
          <a:xfrm>
            <a:off x="2690948" y="2325188"/>
            <a:ext cx="101237" cy="101237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Rectangle 525"/>
          <p:cNvSpPr/>
          <p:nvPr/>
        </p:nvSpPr>
        <p:spPr>
          <a:xfrm>
            <a:off x="2792185" y="2325188"/>
            <a:ext cx="101237" cy="101237"/>
          </a:xfrm>
          <a:prstGeom prst="rect">
            <a:avLst/>
          </a:prstGeom>
          <a:solidFill>
            <a:srgbClr val="DF9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Rectangle 526"/>
          <p:cNvSpPr/>
          <p:nvPr/>
        </p:nvSpPr>
        <p:spPr>
          <a:xfrm>
            <a:off x="2893422" y="2325188"/>
            <a:ext cx="101237" cy="101237"/>
          </a:xfrm>
          <a:prstGeom prst="rect">
            <a:avLst/>
          </a:prstGeom>
          <a:solidFill>
            <a:srgbClr val="E4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Rectangle 527"/>
          <p:cNvSpPr/>
          <p:nvPr/>
        </p:nvSpPr>
        <p:spPr>
          <a:xfrm>
            <a:off x="2994660" y="2325188"/>
            <a:ext cx="101237" cy="101237"/>
          </a:xfrm>
          <a:prstGeom prst="rect">
            <a:avLst/>
          </a:prstGeom>
          <a:solidFill>
            <a:srgbClr val="E19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Rectangle 528"/>
          <p:cNvSpPr/>
          <p:nvPr/>
        </p:nvSpPr>
        <p:spPr>
          <a:xfrm>
            <a:off x="3095897" y="2325188"/>
            <a:ext cx="101237" cy="101237"/>
          </a:xfrm>
          <a:prstGeom prst="rect">
            <a:avLst/>
          </a:prstGeom>
          <a:solidFill>
            <a:srgbClr val="E5A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Rectangle 529"/>
          <p:cNvSpPr/>
          <p:nvPr/>
        </p:nvSpPr>
        <p:spPr>
          <a:xfrm>
            <a:off x="3197134" y="2325188"/>
            <a:ext cx="101237" cy="101237"/>
          </a:xfrm>
          <a:prstGeom prst="rect">
            <a:avLst/>
          </a:prstGeom>
          <a:solidFill>
            <a:srgbClr val="E4A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Rectangle 530"/>
          <p:cNvSpPr/>
          <p:nvPr/>
        </p:nvSpPr>
        <p:spPr>
          <a:xfrm>
            <a:off x="3298371" y="2325188"/>
            <a:ext cx="101237" cy="101237"/>
          </a:xfrm>
          <a:prstGeom prst="rect">
            <a:avLst/>
          </a:prstGeom>
          <a:solidFill>
            <a:srgbClr val="DE9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Rectangle 531"/>
          <p:cNvSpPr/>
          <p:nvPr/>
        </p:nvSpPr>
        <p:spPr>
          <a:xfrm>
            <a:off x="3399608" y="2325188"/>
            <a:ext cx="101237" cy="101237"/>
          </a:xfrm>
          <a:prstGeom prst="rect">
            <a:avLst/>
          </a:prstGeom>
          <a:solidFill>
            <a:srgbClr val="C3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Rectangle 532"/>
          <p:cNvSpPr/>
          <p:nvPr/>
        </p:nvSpPr>
        <p:spPr>
          <a:xfrm>
            <a:off x="3500845" y="2325188"/>
            <a:ext cx="101237" cy="101237"/>
          </a:xfrm>
          <a:prstGeom prst="rect">
            <a:avLst/>
          </a:prstGeom>
          <a:solidFill>
            <a:srgbClr val="B0D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Rectangle 533"/>
          <p:cNvSpPr/>
          <p:nvPr/>
        </p:nvSpPr>
        <p:spPr>
          <a:xfrm>
            <a:off x="3602082" y="2325188"/>
            <a:ext cx="101237" cy="101237"/>
          </a:xfrm>
          <a:prstGeom prst="rect">
            <a:avLst/>
          </a:prstGeom>
          <a:solidFill>
            <a:srgbClr val="C3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Rectangle 534"/>
          <p:cNvSpPr/>
          <p:nvPr/>
        </p:nvSpPr>
        <p:spPr>
          <a:xfrm>
            <a:off x="868680" y="2426425"/>
            <a:ext cx="101237" cy="101237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Rectangle 535"/>
          <p:cNvSpPr/>
          <p:nvPr/>
        </p:nvSpPr>
        <p:spPr>
          <a:xfrm>
            <a:off x="969917" y="2426425"/>
            <a:ext cx="101237" cy="101237"/>
          </a:xfrm>
          <a:prstGeom prst="rect">
            <a:avLst/>
          </a:prstGeom>
          <a:solidFill>
            <a:srgbClr val="CC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Rectangle 536"/>
          <p:cNvSpPr/>
          <p:nvPr/>
        </p:nvSpPr>
        <p:spPr>
          <a:xfrm>
            <a:off x="1071154" y="2426425"/>
            <a:ext cx="101237" cy="101237"/>
          </a:xfrm>
          <a:prstGeom prst="rect">
            <a:avLst/>
          </a:prstGeom>
          <a:solidFill>
            <a:srgbClr val="CC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Rectangle 537"/>
          <p:cNvSpPr/>
          <p:nvPr/>
        </p:nvSpPr>
        <p:spPr>
          <a:xfrm>
            <a:off x="1172391" y="2426425"/>
            <a:ext cx="101237" cy="101237"/>
          </a:xfrm>
          <a:prstGeom prst="rect">
            <a:avLst/>
          </a:prstGeom>
          <a:solidFill>
            <a:srgbClr val="E29F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1273628" y="2426425"/>
            <a:ext cx="101237" cy="101237"/>
          </a:xfrm>
          <a:prstGeom prst="rect">
            <a:avLst/>
          </a:prstGeom>
          <a:solidFill>
            <a:srgbClr val="F3D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1374865" y="2426425"/>
            <a:ext cx="101237" cy="101237"/>
          </a:xfrm>
          <a:prstGeom prst="rect">
            <a:avLst/>
          </a:prstGeom>
          <a:solidFill>
            <a:srgbClr val="E9B7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1476102" y="2426425"/>
            <a:ext cx="101237" cy="101237"/>
          </a:xfrm>
          <a:prstGeom prst="rect">
            <a:avLst/>
          </a:prstGeom>
          <a:solidFill>
            <a:srgbClr val="E6A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577340" y="2426425"/>
            <a:ext cx="101237" cy="101237"/>
          </a:xfrm>
          <a:prstGeom prst="rect">
            <a:avLst/>
          </a:prstGeom>
          <a:solidFill>
            <a:srgbClr val="DE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Rectangle 542"/>
          <p:cNvSpPr/>
          <p:nvPr/>
        </p:nvSpPr>
        <p:spPr>
          <a:xfrm>
            <a:off x="1678577" y="2426425"/>
            <a:ext cx="101237" cy="101237"/>
          </a:xfrm>
          <a:prstGeom prst="rect">
            <a:avLst/>
          </a:prstGeom>
          <a:solidFill>
            <a:srgbClr val="E6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Rectangle 543"/>
          <p:cNvSpPr/>
          <p:nvPr/>
        </p:nvSpPr>
        <p:spPr>
          <a:xfrm>
            <a:off x="1779814" y="2426425"/>
            <a:ext cx="101237" cy="101237"/>
          </a:xfrm>
          <a:prstGeom prst="rect">
            <a:avLst/>
          </a:prstGeom>
          <a:solidFill>
            <a:srgbClr val="D4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Rectangle 544"/>
          <p:cNvSpPr/>
          <p:nvPr/>
        </p:nvSpPr>
        <p:spPr>
          <a:xfrm>
            <a:off x="1881051" y="2426425"/>
            <a:ext cx="101237" cy="101237"/>
          </a:xfrm>
          <a:prstGeom prst="rect">
            <a:avLst/>
          </a:prstGeom>
          <a:solidFill>
            <a:srgbClr val="8AC1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Rectangle 545"/>
          <p:cNvSpPr/>
          <p:nvPr/>
        </p:nvSpPr>
        <p:spPr>
          <a:xfrm>
            <a:off x="1982288" y="2426425"/>
            <a:ext cx="101237" cy="101237"/>
          </a:xfrm>
          <a:prstGeom prst="rect">
            <a:avLst/>
          </a:prstGeom>
          <a:solidFill>
            <a:srgbClr val="F4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Rectangle 546"/>
          <p:cNvSpPr/>
          <p:nvPr/>
        </p:nvSpPr>
        <p:spPr>
          <a:xfrm>
            <a:off x="2083525" y="2426425"/>
            <a:ext cx="101237" cy="101237"/>
          </a:xfrm>
          <a:prstGeom prst="rect">
            <a:avLst/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Rectangle 547"/>
          <p:cNvSpPr/>
          <p:nvPr/>
        </p:nvSpPr>
        <p:spPr>
          <a:xfrm>
            <a:off x="2184762" y="2426425"/>
            <a:ext cx="101237" cy="101237"/>
          </a:xfrm>
          <a:prstGeom prst="rect">
            <a:avLst/>
          </a:prstGeom>
          <a:solidFill>
            <a:srgbClr val="95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Rectangle 548"/>
          <p:cNvSpPr/>
          <p:nvPr/>
        </p:nvSpPr>
        <p:spPr>
          <a:xfrm>
            <a:off x="2286000" y="2426425"/>
            <a:ext cx="101237" cy="101237"/>
          </a:xfrm>
          <a:prstGeom prst="rect">
            <a:avLst/>
          </a:prstGeom>
          <a:solidFill>
            <a:srgbClr val="CFE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Rectangle 549"/>
          <p:cNvSpPr/>
          <p:nvPr/>
        </p:nvSpPr>
        <p:spPr>
          <a:xfrm>
            <a:off x="2387237" y="2426425"/>
            <a:ext cx="101237" cy="101237"/>
          </a:xfrm>
          <a:prstGeom prst="rect">
            <a:avLst/>
          </a:prstGeom>
          <a:solidFill>
            <a:srgbClr val="D6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Rectangle 550"/>
          <p:cNvSpPr/>
          <p:nvPr/>
        </p:nvSpPr>
        <p:spPr>
          <a:xfrm>
            <a:off x="2488474" y="2426425"/>
            <a:ext cx="101237" cy="101237"/>
          </a:xfrm>
          <a:prstGeom prst="rect">
            <a:avLst/>
          </a:prstGeom>
          <a:solidFill>
            <a:srgbClr val="C9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Rectangle 551"/>
          <p:cNvSpPr/>
          <p:nvPr/>
        </p:nvSpPr>
        <p:spPr>
          <a:xfrm>
            <a:off x="2589711" y="2426425"/>
            <a:ext cx="101237" cy="101237"/>
          </a:xfrm>
          <a:prstGeom prst="rect">
            <a:avLst/>
          </a:prstGeom>
          <a:solidFill>
            <a:srgbClr val="E3A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Rectangle 552"/>
          <p:cNvSpPr/>
          <p:nvPr/>
        </p:nvSpPr>
        <p:spPr>
          <a:xfrm>
            <a:off x="2690948" y="2426425"/>
            <a:ext cx="101237" cy="101237"/>
          </a:xfrm>
          <a:prstGeom prst="rect">
            <a:avLst/>
          </a:prstGeom>
          <a:solidFill>
            <a:srgbClr val="DF9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Rectangle 553"/>
          <p:cNvSpPr/>
          <p:nvPr/>
        </p:nvSpPr>
        <p:spPr>
          <a:xfrm>
            <a:off x="2792185" y="2426425"/>
            <a:ext cx="101237" cy="101237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Rectangle 554"/>
          <p:cNvSpPr/>
          <p:nvPr/>
        </p:nvSpPr>
        <p:spPr>
          <a:xfrm>
            <a:off x="2893422" y="2426425"/>
            <a:ext cx="101237" cy="101237"/>
          </a:xfrm>
          <a:prstGeom prst="rect">
            <a:avLst/>
          </a:prstGeom>
          <a:solidFill>
            <a:srgbClr val="C8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Rectangle 555"/>
          <p:cNvSpPr/>
          <p:nvPr/>
        </p:nvSpPr>
        <p:spPr>
          <a:xfrm>
            <a:off x="2994660" y="2426425"/>
            <a:ext cx="101237" cy="101237"/>
          </a:xfrm>
          <a:prstGeom prst="rect">
            <a:avLst/>
          </a:prstGeom>
          <a:solidFill>
            <a:srgbClr val="C54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Rectangle 556"/>
          <p:cNvSpPr/>
          <p:nvPr/>
        </p:nvSpPr>
        <p:spPr>
          <a:xfrm>
            <a:off x="3095897" y="2426425"/>
            <a:ext cx="101237" cy="101237"/>
          </a:xfrm>
          <a:prstGeom prst="rect">
            <a:avLst/>
          </a:prstGeom>
          <a:solidFill>
            <a:srgbClr val="C94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Rectangle 557"/>
          <p:cNvSpPr/>
          <p:nvPr/>
        </p:nvSpPr>
        <p:spPr>
          <a:xfrm>
            <a:off x="3197134" y="2426425"/>
            <a:ext cx="101237" cy="101237"/>
          </a:xfrm>
          <a:prstGeom prst="rect">
            <a:avLst/>
          </a:prstGeom>
          <a:solidFill>
            <a:srgbClr val="CA5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Rectangle 558"/>
          <p:cNvSpPr/>
          <p:nvPr/>
        </p:nvSpPr>
        <p:spPr>
          <a:xfrm>
            <a:off x="3298371" y="2426425"/>
            <a:ext cx="101237" cy="101237"/>
          </a:xfrm>
          <a:prstGeom prst="rect">
            <a:avLst/>
          </a:prstGeom>
          <a:solidFill>
            <a:srgbClr val="CB5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Rectangle 559"/>
          <p:cNvSpPr/>
          <p:nvPr/>
        </p:nvSpPr>
        <p:spPr>
          <a:xfrm>
            <a:off x="3399608" y="2426425"/>
            <a:ext cx="101237" cy="101237"/>
          </a:xfrm>
          <a:prstGeom prst="rect">
            <a:avLst/>
          </a:prstGeom>
          <a:solidFill>
            <a:srgbClr val="B0D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Rectangle 560"/>
          <p:cNvSpPr/>
          <p:nvPr/>
        </p:nvSpPr>
        <p:spPr>
          <a:xfrm>
            <a:off x="3500845" y="2426425"/>
            <a:ext cx="101237" cy="101237"/>
          </a:xfrm>
          <a:prstGeom prst="rect">
            <a:avLst/>
          </a:prstGeom>
          <a:solidFill>
            <a:srgbClr val="50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Rectangle 561"/>
          <p:cNvSpPr/>
          <p:nvPr/>
        </p:nvSpPr>
        <p:spPr>
          <a:xfrm>
            <a:off x="3602082" y="2426425"/>
            <a:ext cx="101237" cy="101237"/>
          </a:xfrm>
          <a:prstGeom prst="rect">
            <a:avLst/>
          </a:prstGeom>
          <a:solidFill>
            <a:srgbClr val="98C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Rectangle 562"/>
          <p:cNvSpPr/>
          <p:nvPr/>
        </p:nvSpPr>
        <p:spPr>
          <a:xfrm>
            <a:off x="868680" y="2527662"/>
            <a:ext cx="101237" cy="101237"/>
          </a:xfrm>
          <a:prstGeom prst="rect">
            <a:avLst/>
          </a:prstGeom>
          <a:solidFill>
            <a:srgbClr val="FE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Rectangle 563"/>
          <p:cNvSpPr/>
          <p:nvPr/>
        </p:nvSpPr>
        <p:spPr>
          <a:xfrm>
            <a:off x="969917" y="2527662"/>
            <a:ext cx="101237" cy="101237"/>
          </a:xfrm>
          <a:prstGeom prst="rect">
            <a:avLst/>
          </a:prstGeom>
          <a:solidFill>
            <a:srgbClr val="CC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Rectangle 564"/>
          <p:cNvSpPr/>
          <p:nvPr/>
        </p:nvSpPr>
        <p:spPr>
          <a:xfrm>
            <a:off x="1071154" y="2527662"/>
            <a:ext cx="101237" cy="101237"/>
          </a:xfrm>
          <a:prstGeom prst="rect">
            <a:avLst/>
          </a:prstGeom>
          <a:solidFill>
            <a:srgbClr val="CC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Rectangle 565"/>
          <p:cNvSpPr/>
          <p:nvPr/>
        </p:nvSpPr>
        <p:spPr>
          <a:xfrm>
            <a:off x="1172391" y="2527662"/>
            <a:ext cx="101237" cy="101237"/>
          </a:xfrm>
          <a:prstGeom prst="rect">
            <a:avLst/>
          </a:prstGeom>
          <a:solidFill>
            <a:srgbClr val="E4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Rectangle 566"/>
          <p:cNvSpPr/>
          <p:nvPr/>
        </p:nvSpPr>
        <p:spPr>
          <a:xfrm>
            <a:off x="1273628" y="2527662"/>
            <a:ext cx="101237" cy="101237"/>
          </a:xfrm>
          <a:prstGeom prst="rect">
            <a:avLst/>
          </a:prstGeom>
          <a:solidFill>
            <a:srgbClr val="ECC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Rectangle 567"/>
          <p:cNvSpPr/>
          <p:nvPr/>
        </p:nvSpPr>
        <p:spPr>
          <a:xfrm>
            <a:off x="1374865" y="2527662"/>
            <a:ext cx="101237" cy="101237"/>
          </a:xfrm>
          <a:prstGeom prst="rect">
            <a:avLst/>
          </a:prstGeom>
          <a:solidFill>
            <a:srgbClr val="EDC3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Rectangle 568"/>
          <p:cNvSpPr/>
          <p:nvPr/>
        </p:nvSpPr>
        <p:spPr>
          <a:xfrm>
            <a:off x="1476102" y="2527662"/>
            <a:ext cx="101237" cy="101237"/>
          </a:xfrm>
          <a:prstGeom prst="rect">
            <a:avLst/>
          </a:prstGeom>
          <a:solidFill>
            <a:srgbClr val="E9B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Rectangle 569"/>
          <p:cNvSpPr/>
          <p:nvPr/>
        </p:nvSpPr>
        <p:spPr>
          <a:xfrm>
            <a:off x="1577340" y="2527662"/>
            <a:ext cx="101237" cy="101237"/>
          </a:xfrm>
          <a:prstGeom prst="rect">
            <a:avLst/>
          </a:prstGeom>
          <a:solidFill>
            <a:srgbClr val="C9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Rectangle 570"/>
          <p:cNvSpPr/>
          <p:nvPr/>
        </p:nvSpPr>
        <p:spPr>
          <a:xfrm>
            <a:off x="1678577" y="2527662"/>
            <a:ext cx="101237" cy="101237"/>
          </a:xfrm>
          <a:prstGeom prst="rect">
            <a:avLst/>
          </a:prstGeom>
          <a:solidFill>
            <a:srgbClr val="E2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Rectangle 571"/>
          <p:cNvSpPr/>
          <p:nvPr/>
        </p:nvSpPr>
        <p:spPr>
          <a:xfrm>
            <a:off x="1779814" y="2527662"/>
            <a:ext cx="101237" cy="101237"/>
          </a:xfrm>
          <a:prstGeom prst="rect">
            <a:avLst/>
          </a:prstGeom>
          <a:solidFill>
            <a:srgbClr val="D5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Rectangle 572"/>
          <p:cNvSpPr/>
          <p:nvPr/>
        </p:nvSpPr>
        <p:spPr>
          <a:xfrm>
            <a:off x="1881051" y="2527662"/>
            <a:ext cx="101237" cy="101237"/>
          </a:xfrm>
          <a:prstGeom prst="rect">
            <a:avLst/>
          </a:prstGeom>
          <a:solidFill>
            <a:srgbClr val="8DC2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Rectangle 573"/>
          <p:cNvSpPr/>
          <p:nvPr/>
        </p:nvSpPr>
        <p:spPr>
          <a:xfrm>
            <a:off x="1982288" y="2527662"/>
            <a:ext cx="101237" cy="101237"/>
          </a:xfrm>
          <a:prstGeom prst="rect">
            <a:avLst/>
          </a:prstGeom>
          <a:solidFill>
            <a:srgbClr val="F6E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Rectangle 574"/>
          <p:cNvSpPr/>
          <p:nvPr/>
        </p:nvSpPr>
        <p:spPr>
          <a:xfrm>
            <a:off x="2083525" y="2527662"/>
            <a:ext cx="101237" cy="101237"/>
          </a:xfrm>
          <a:prstGeom prst="rect">
            <a:avLst/>
          </a:prstGeom>
          <a:solidFill>
            <a:srgbClr val="E2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Rectangle 575"/>
          <p:cNvSpPr/>
          <p:nvPr/>
        </p:nvSpPr>
        <p:spPr>
          <a:xfrm>
            <a:off x="2184762" y="2527662"/>
            <a:ext cx="101237" cy="101237"/>
          </a:xfrm>
          <a:prstGeom prst="rect">
            <a:avLst/>
          </a:prstGeom>
          <a:solidFill>
            <a:srgbClr val="90C4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Rectangle 576"/>
          <p:cNvSpPr/>
          <p:nvPr/>
        </p:nvSpPr>
        <p:spPr>
          <a:xfrm>
            <a:off x="2286000" y="2527662"/>
            <a:ext cx="101237" cy="101237"/>
          </a:xfrm>
          <a:prstGeom prst="rect">
            <a:avLst/>
          </a:prstGeom>
          <a:solidFill>
            <a:srgbClr val="C7E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Rectangle 577"/>
          <p:cNvSpPr/>
          <p:nvPr/>
        </p:nvSpPr>
        <p:spPr>
          <a:xfrm>
            <a:off x="2387237" y="2527662"/>
            <a:ext cx="101237" cy="101237"/>
          </a:xfrm>
          <a:prstGeom prst="rect">
            <a:avLst/>
          </a:prstGeom>
          <a:solidFill>
            <a:srgbClr val="D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Rectangle 578"/>
          <p:cNvSpPr/>
          <p:nvPr/>
        </p:nvSpPr>
        <p:spPr>
          <a:xfrm>
            <a:off x="2488474" y="2527662"/>
            <a:ext cx="101237" cy="101237"/>
          </a:xfrm>
          <a:prstGeom prst="rect">
            <a:avLst/>
          </a:prstGeom>
          <a:solidFill>
            <a:srgbClr val="C7E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Rectangle 579"/>
          <p:cNvSpPr/>
          <p:nvPr/>
        </p:nvSpPr>
        <p:spPr>
          <a:xfrm>
            <a:off x="2589711" y="2527662"/>
            <a:ext cx="101237" cy="101237"/>
          </a:xfrm>
          <a:prstGeom prst="rect">
            <a:avLst/>
          </a:prstGeom>
          <a:solidFill>
            <a:srgbClr val="E3A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Rectangle 580"/>
          <p:cNvSpPr/>
          <p:nvPr/>
        </p:nvSpPr>
        <p:spPr>
          <a:xfrm>
            <a:off x="2690948" y="2527662"/>
            <a:ext cx="101237" cy="101237"/>
          </a:xfrm>
          <a:prstGeom prst="rect">
            <a:avLst/>
          </a:prstGeom>
          <a:solidFill>
            <a:srgbClr val="E4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Rectangle 581"/>
          <p:cNvSpPr/>
          <p:nvPr/>
        </p:nvSpPr>
        <p:spPr>
          <a:xfrm>
            <a:off x="2792185" y="2527662"/>
            <a:ext cx="101237" cy="101237"/>
          </a:xfrm>
          <a:prstGeom prst="rect">
            <a:avLst/>
          </a:prstGeom>
          <a:solidFill>
            <a:srgbClr val="C8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Rectangle 582"/>
          <p:cNvSpPr/>
          <p:nvPr/>
        </p:nvSpPr>
        <p:spPr>
          <a:xfrm>
            <a:off x="2893422" y="2527662"/>
            <a:ext cx="101237" cy="101237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Rectangle 583"/>
          <p:cNvSpPr/>
          <p:nvPr/>
        </p:nvSpPr>
        <p:spPr>
          <a:xfrm>
            <a:off x="2994660" y="2527662"/>
            <a:ext cx="101237" cy="101237"/>
          </a:xfrm>
          <a:prstGeom prst="rect">
            <a:avLst/>
          </a:prstGeom>
          <a:solidFill>
            <a:srgbClr val="C74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Rectangle 584"/>
          <p:cNvSpPr/>
          <p:nvPr/>
        </p:nvSpPr>
        <p:spPr>
          <a:xfrm>
            <a:off x="3095897" y="2527662"/>
            <a:ext cx="101237" cy="101237"/>
          </a:xfrm>
          <a:prstGeom prst="rect">
            <a:avLst/>
          </a:prstGeom>
          <a:solidFill>
            <a:srgbClr val="C64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Rectangle 585"/>
          <p:cNvSpPr/>
          <p:nvPr/>
        </p:nvSpPr>
        <p:spPr>
          <a:xfrm>
            <a:off x="3197134" y="2527662"/>
            <a:ext cx="101237" cy="101237"/>
          </a:xfrm>
          <a:prstGeom prst="rect">
            <a:avLst/>
          </a:prstGeom>
          <a:solidFill>
            <a:srgbClr val="C74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Rectangle 586"/>
          <p:cNvSpPr/>
          <p:nvPr/>
        </p:nvSpPr>
        <p:spPr>
          <a:xfrm>
            <a:off x="3298371" y="2527662"/>
            <a:ext cx="101237" cy="101237"/>
          </a:xfrm>
          <a:prstGeom prst="rect">
            <a:avLst/>
          </a:prstGeom>
          <a:solidFill>
            <a:srgbClr val="CA5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Rectangle 587"/>
          <p:cNvSpPr/>
          <p:nvPr/>
        </p:nvSpPr>
        <p:spPr>
          <a:xfrm>
            <a:off x="3399608" y="2527662"/>
            <a:ext cx="101237" cy="101237"/>
          </a:xfrm>
          <a:prstGeom prst="rect">
            <a:avLst/>
          </a:prstGeom>
          <a:solidFill>
            <a:srgbClr val="AF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Rectangle 588"/>
          <p:cNvSpPr/>
          <p:nvPr/>
        </p:nvSpPr>
        <p:spPr>
          <a:xfrm>
            <a:off x="3500845" y="2527662"/>
            <a:ext cx="101237" cy="101237"/>
          </a:xfrm>
          <a:prstGeom prst="rect">
            <a:avLst/>
          </a:prstGeom>
          <a:solidFill>
            <a:srgbClr val="52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Rectangle 589"/>
          <p:cNvSpPr/>
          <p:nvPr/>
        </p:nvSpPr>
        <p:spPr>
          <a:xfrm>
            <a:off x="3602082" y="2527662"/>
            <a:ext cx="101237" cy="101237"/>
          </a:xfrm>
          <a:prstGeom prst="rect">
            <a:avLst/>
          </a:prstGeom>
          <a:solidFill>
            <a:srgbClr val="8EC3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Rectangle 590"/>
          <p:cNvSpPr/>
          <p:nvPr/>
        </p:nvSpPr>
        <p:spPr>
          <a:xfrm>
            <a:off x="868680" y="2628900"/>
            <a:ext cx="101237" cy="101237"/>
          </a:xfrm>
          <a:prstGeom prst="rect">
            <a:avLst/>
          </a:prstGeom>
          <a:solidFill>
            <a:srgbClr val="FE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Rectangle 591"/>
          <p:cNvSpPr/>
          <p:nvPr/>
        </p:nvSpPr>
        <p:spPr>
          <a:xfrm>
            <a:off x="969917" y="2628900"/>
            <a:ext cx="101237" cy="101237"/>
          </a:xfrm>
          <a:prstGeom prst="rect">
            <a:avLst/>
          </a:prstGeom>
          <a:solidFill>
            <a:srgbClr val="C3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Rectangle 592"/>
          <p:cNvSpPr/>
          <p:nvPr/>
        </p:nvSpPr>
        <p:spPr>
          <a:xfrm>
            <a:off x="1071154" y="2628900"/>
            <a:ext cx="101237" cy="101237"/>
          </a:xfrm>
          <a:prstGeom prst="rect">
            <a:avLst/>
          </a:prstGeom>
          <a:solidFill>
            <a:srgbClr val="C3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Rectangle 593"/>
          <p:cNvSpPr/>
          <p:nvPr/>
        </p:nvSpPr>
        <p:spPr>
          <a:xfrm>
            <a:off x="1172391" y="2628900"/>
            <a:ext cx="101237" cy="101237"/>
          </a:xfrm>
          <a:prstGeom prst="rect">
            <a:avLst/>
          </a:prstGeom>
          <a:solidFill>
            <a:srgbClr val="E29F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Rectangle 594"/>
          <p:cNvSpPr/>
          <p:nvPr/>
        </p:nvSpPr>
        <p:spPr>
          <a:xfrm>
            <a:off x="1273628" y="2628900"/>
            <a:ext cx="101237" cy="101237"/>
          </a:xfrm>
          <a:prstGeom prst="rect">
            <a:avLst/>
          </a:prstGeom>
          <a:solidFill>
            <a:srgbClr val="EDC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Rectangle 595"/>
          <p:cNvSpPr/>
          <p:nvPr/>
        </p:nvSpPr>
        <p:spPr>
          <a:xfrm>
            <a:off x="1374865" y="2628900"/>
            <a:ext cx="101237" cy="101237"/>
          </a:xfrm>
          <a:prstGeom prst="rect">
            <a:avLst/>
          </a:prstGeom>
          <a:solidFill>
            <a:srgbClr val="EAB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Rectangle 596"/>
          <p:cNvSpPr/>
          <p:nvPr/>
        </p:nvSpPr>
        <p:spPr>
          <a:xfrm>
            <a:off x="1476102" y="2628900"/>
            <a:ext cx="101237" cy="101237"/>
          </a:xfrm>
          <a:prstGeom prst="rect">
            <a:avLst/>
          </a:prstGeom>
          <a:solidFill>
            <a:srgbClr val="E7B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Rectangle 597"/>
          <p:cNvSpPr/>
          <p:nvPr/>
        </p:nvSpPr>
        <p:spPr>
          <a:xfrm>
            <a:off x="1577340" y="2628900"/>
            <a:ext cx="101237" cy="101237"/>
          </a:xfrm>
          <a:prstGeom prst="rect">
            <a:avLst/>
          </a:prstGeom>
          <a:solidFill>
            <a:srgbClr val="D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Rectangle 598"/>
          <p:cNvSpPr/>
          <p:nvPr/>
        </p:nvSpPr>
        <p:spPr>
          <a:xfrm>
            <a:off x="1678577" y="2628900"/>
            <a:ext cx="101237" cy="101237"/>
          </a:xfrm>
          <a:prstGeom prst="rect">
            <a:avLst/>
          </a:prstGeom>
          <a:solidFill>
            <a:srgbClr val="D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Rectangle 599"/>
          <p:cNvSpPr/>
          <p:nvPr/>
        </p:nvSpPr>
        <p:spPr>
          <a:xfrm>
            <a:off x="1779814" y="2628900"/>
            <a:ext cx="101237" cy="101237"/>
          </a:xfrm>
          <a:prstGeom prst="rect">
            <a:avLst/>
          </a:prstGeom>
          <a:solidFill>
            <a:srgbClr val="D0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Rectangle 600"/>
          <p:cNvSpPr/>
          <p:nvPr/>
        </p:nvSpPr>
        <p:spPr>
          <a:xfrm>
            <a:off x="1881051" y="2628900"/>
            <a:ext cx="101237" cy="101237"/>
          </a:xfrm>
          <a:prstGeom prst="rect">
            <a:avLst/>
          </a:prstGeom>
          <a:solidFill>
            <a:srgbClr val="8AC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Rectangle 601"/>
          <p:cNvSpPr/>
          <p:nvPr/>
        </p:nvSpPr>
        <p:spPr>
          <a:xfrm>
            <a:off x="1982288" y="2628900"/>
            <a:ext cx="101237" cy="101237"/>
          </a:xfrm>
          <a:prstGeom prst="rect">
            <a:avLst/>
          </a:prstGeom>
          <a:solidFill>
            <a:srgbClr val="F5D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Rectangle 602"/>
          <p:cNvSpPr/>
          <p:nvPr/>
        </p:nvSpPr>
        <p:spPr>
          <a:xfrm>
            <a:off x="2083525" y="2628900"/>
            <a:ext cx="101237" cy="101237"/>
          </a:xfrm>
          <a:prstGeom prst="rect">
            <a:avLst/>
          </a:prstGeom>
          <a:solidFill>
            <a:srgbClr val="E5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Rectangle 603"/>
          <p:cNvSpPr/>
          <p:nvPr/>
        </p:nvSpPr>
        <p:spPr>
          <a:xfrm>
            <a:off x="2184762" y="2628900"/>
            <a:ext cx="101237" cy="101237"/>
          </a:xfrm>
          <a:prstGeom prst="rect">
            <a:avLst/>
          </a:prstGeom>
          <a:solidFill>
            <a:srgbClr val="8FC3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Rectangle 604"/>
          <p:cNvSpPr/>
          <p:nvPr/>
        </p:nvSpPr>
        <p:spPr>
          <a:xfrm>
            <a:off x="2286000" y="2628900"/>
            <a:ext cx="101237" cy="101237"/>
          </a:xfrm>
          <a:prstGeom prst="rect">
            <a:avLst/>
          </a:prstGeom>
          <a:solidFill>
            <a:srgbClr val="C5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Rectangle 605"/>
          <p:cNvSpPr/>
          <p:nvPr/>
        </p:nvSpPr>
        <p:spPr>
          <a:xfrm>
            <a:off x="2387237" y="2628900"/>
            <a:ext cx="101237" cy="101237"/>
          </a:xfrm>
          <a:prstGeom prst="rect">
            <a:avLst/>
          </a:prstGeom>
          <a:solidFill>
            <a:srgbClr val="D1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Rectangle 606"/>
          <p:cNvSpPr/>
          <p:nvPr/>
        </p:nvSpPr>
        <p:spPr>
          <a:xfrm>
            <a:off x="2488474" y="2628900"/>
            <a:ext cx="101237" cy="101237"/>
          </a:xfrm>
          <a:prstGeom prst="rect">
            <a:avLst/>
          </a:prstGeom>
          <a:solidFill>
            <a:srgbClr val="C7E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Rectangle 607"/>
          <p:cNvSpPr/>
          <p:nvPr/>
        </p:nvSpPr>
        <p:spPr>
          <a:xfrm>
            <a:off x="2589711" y="2628900"/>
            <a:ext cx="101237" cy="101237"/>
          </a:xfrm>
          <a:prstGeom prst="rect">
            <a:avLst/>
          </a:prstGeom>
          <a:solidFill>
            <a:srgbClr val="E3A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Rectangle 608"/>
          <p:cNvSpPr/>
          <p:nvPr/>
        </p:nvSpPr>
        <p:spPr>
          <a:xfrm>
            <a:off x="2690948" y="2628900"/>
            <a:ext cx="101237" cy="101237"/>
          </a:xfrm>
          <a:prstGeom prst="rect">
            <a:avLst/>
          </a:prstGeom>
          <a:solidFill>
            <a:srgbClr val="E19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Rectangle 609"/>
          <p:cNvSpPr/>
          <p:nvPr/>
        </p:nvSpPr>
        <p:spPr>
          <a:xfrm>
            <a:off x="2792185" y="2628900"/>
            <a:ext cx="101237" cy="101237"/>
          </a:xfrm>
          <a:prstGeom prst="rect">
            <a:avLst/>
          </a:prstGeom>
          <a:solidFill>
            <a:srgbClr val="C54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Rectangle 610"/>
          <p:cNvSpPr/>
          <p:nvPr/>
        </p:nvSpPr>
        <p:spPr>
          <a:xfrm>
            <a:off x="2893422" y="2628900"/>
            <a:ext cx="101237" cy="101237"/>
          </a:xfrm>
          <a:prstGeom prst="rect">
            <a:avLst/>
          </a:prstGeom>
          <a:solidFill>
            <a:srgbClr val="C74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Rectangle 611"/>
          <p:cNvSpPr/>
          <p:nvPr/>
        </p:nvSpPr>
        <p:spPr>
          <a:xfrm>
            <a:off x="2994660" y="2628900"/>
            <a:ext cx="101237" cy="101237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Rectangle 612"/>
          <p:cNvSpPr/>
          <p:nvPr/>
        </p:nvSpPr>
        <p:spPr>
          <a:xfrm>
            <a:off x="3095897" y="2628900"/>
            <a:ext cx="101237" cy="101237"/>
          </a:xfrm>
          <a:prstGeom prst="rect">
            <a:avLst/>
          </a:prstGeom>
          <a:solidFill>
            <a:srgbClr val="C74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Rectangle 613"/>
          <p:cNvSpPr/>
          <p:nvPr/>
        </p:nvSpPr>
        <p:spPr>
          <a:xfrm>
            <a:off x="3197134" y="2628900"/>
            <a:ext cx="101237" cy="101237"/>
          </a:xfrm>
          <a:prstGeom prst="rect">
            <a:avLst/>
          </a:prstGeom>
          <a:solidFill>
            <a:srgbClr val="C94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Rectangle 614"/>
          <p:cNvSpPr/>
          <p:nvPr/>
        </p:nvSpPr>
        <p:spPr>
          <a:xfrm>
            <a:off x="3298371" y="2628900"/>
            <a:ext cx="101237" cy="101237"/>
          </a:xfrm>
          <a:prstGeom prst="rect">
            <a:avLst/>
          </a:prstGeom>
          <a:solidFill>
            <a:srgbClr val="C94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Rectangle 615"/>
          <p:cNvSpPr/>
          <p:nvPr/>
        </p:nvSpPr>
        <p:spPr>
          <a:xfrm>
            <a:off x="3399608" y="2628900"/>
            <a:ext cx="101237" cy="101237"/>
          </a:xfrm>
          <a:prstGeom prst="rect">
            <a:avLst/>
          </a:prstGeom>
          <a:solidFill>
            <a:srgbClr val="ADD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Rectangle 616"/>
          <p:cNvSpPr/>
          <p:nvPr/>
        </p:nvSpPr>
        <p:spPr>
          <a:xfrm>
            <a:off x="3500845" y="2628900"/>
            <a:ext cx="101237" cy="101237"/>
          </a:xfrm>
          <a:prstGeom prst="rect">
            <a:avLst/>
          </a:prstGeom>
          <a:solidFill>
            <a:srgbClr val="49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Rectangle 617"/>
          <p:cNvSpPr/>
          <p:nvPr/>
        </p:nvSpPr>
        <p:spPr>
          <a:xfrm>
            <a:off x="3602082" y="2628900"/>
            <a:ext cx="101237" cy="101237"/>
          </a:xfrm>
          <a:prstGeom prst="rect">
            <a:avLst/>
          </a:prstGeom>
          <a:solidFill>
            <a:srgbClr val="92C5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Rectangle 618"/>
          <p:cNvSpPr/>
          <p:nvPr/>
        </p:nvSpPr>
        <p:spPr>
          <a:xfrm>
            <a:off x="868680" y="2730137"/>
            <a:ext cx="101237" cy="101237"/>
          </a:xfrm>
          <a:prstGeom prst="rect">
            <a:avLst/>
          </a:prstGeom>
          <a:solidFill>
            <a:srgbClr val="FE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Rectangle 619"/>
          <p:cNvSpPr/>
          <p:nvPr/>
        </p:nvSpPr>
        <p:spPr>
          <a:xfrm>
            <a:off x="969917" y="2730137"/>
            <a:ext cx="101237" cy="101237"/>
          </a:xfrm>
          <a:prstGeom prst="rect">
            <a:avLst/>
          </a:prstGeom>
          <a:solidFill>
            <a:srgbClr val="C0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Rectangle 620"/>
          <p:cNvSpPr/>
          <p:nvPr/>
        </p:nvSpPr>
        <p:spPr>
          <a:xfrm>
            <a:off x="1071154" y="2730137"/>
            <a:ext cx="101237" cy="101237"/>
          </a:xfrm>
          <a:prstGeom prst="rect">
            <a:avLst/>
          </a:prstGeom>
          <a:solidFill>
            <a:srgbClr val="C0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Rectangle 621"/>
          <p:cNvSpPr/>
          <p:nvPr/>
        </p:nvSpPr>
        <p:spPr>
          <a:xfrm>
            <a:off x="1172391" y="2730137"/>
            <a:ext cx="101237" cy="101237"/>
          </a:xfrm>
          <a:prstGeom prst="rect">
            <a:avLst/>
          </a:prstGeom>
          <a:solidFill>
            <a:srgbClr val="E5AA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Rectangle 622"/>
          <p:cNvSpPr/>
          <p:nvPr/>
        </p:nvSpPr>
        <p:spPr>
          <a:xfrm>
            <a:off x="1273628" y="2730137"/>
            <a:ext cx="101237" cy="101237"/>
          </a:xfrm>
          <a:prstGeom prst="rect">
            <a:avLst/>
          </a:prstGeom>
          <a:solidFill>
            <a:srgbClr val="EAB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Rectangle 623"/>
          <p:cNvSpPr/>
          <p:nvPr/>
        </p:nvSpPr>
        <p:spPr>
          <a:xfrm>
            <a:off x="1374865" y="2730137"/>
            <a:ext cx="101237" cy="101237"/>
          </a:xfrm>
          <a:prstGeom prst="rect">
            <a:avLst/>
          </a:prstGeom>
          <a:solidFill>
            <a:srgbClr val="EEC7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Rectangle 624"/>
          <p:cNvSpPr/>
          <p:nvPr/>
        </p:nvSpPr>
        <p:spPr>
          <a:xfrm>
            <a:off x="1476102" y="2730137"/>
            <a:ext cx="101237" cy="101237"/>
          </a:xfrm>
          <a:prstGeom prst="rect">
            <a:avLst/>
          </a:prstGeom>
          <a:solidFill>
            <a:srgbClr val="EAB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Rectangle 625"/>
          <p:cNvSpPr/>
          <p:nvPr/>
        </p:nvSpPr>
        <p:spPr>
          <a:xfrm>
            <a:off x="1577340" y="2730137"/>
            <a:ext cx="101237" cy="101237"/>
          </a:xfrm>
          <a:prstGeom prst="rect">
            <a:avLst/>
          </a:prstGeom>
          <a:solidFill>
            <a:srgbClr val="BD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Rectangle 626"/>
          <p:cNvSpPr/>
          <p:nvPr/>
        </p:nvSpPr>
        <p:spPr>
          <a:xfrm>
            <a:off x="1678577" y="2730137"/>
            <a:ext cx="101237" cy="101237"/>
          </a:xfrm>
          <a:prstGeom prst="rect">
            <a:avLst/>
          </a:prstGeom>
          <a:solidFill>
            <a:srgbClr val="D9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Rectangle 627"/>
          <p:cNvSpPr/>
          <p:nvPr/>
        </p:nvSpPr>
        <p:spPr>
          <a:xfrm>
            <a:off x="1779814" y="2730137"/>
            <a:ext cx="101237" cy="101237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Rectangle 628"/>
          <p:cNvSpPr/>
          <p:nvPr/>
        </p:nvSpPr>
        <p:spPr>
          <a:xfrm>
            <a:off x="1881051" y="2730137"/>
            <a:ext cx="101237" cy="101237"/>
          </a:xfrm>
          <a:prstGeom prst="rect">
            <a:avLst/>
          </a:prstGeom>
          <a:solidFill>
            <a:srgbClr val="9AC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Rectangle 629"/>
          <p:cNvSpPr/>
          <p:nvPr/>
        </p:nvSpPr>
        <p:spPr>
          <a:xfrm>
            <a:off x="1982288" y="2730137"/>
            <a:ext cx="101237" cy="101237"/>
          </a:xfrm>
          <a:prstGeom prst="rect">
            <a:avLst/>
          </a:prstGeom>
          <a:solidFill>
            <a:srgbClr val="F2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Rectangle 630"/>
          <p:cNvSpPr/>
          <p:nvPr/>
        </p:nvSpPr>
        <p:spPr>
          <a:xfrm>
            <a:off x="2083525" y="2730137"/>
            <a:ext cx="101237" cy="101237"/>
          </a:xfrm>
          <a:prstGeom prst="rect">
            <a:avLst/>
          </a:prstGeom>
          <a:solidFill>
            <a:srgbClr val="E6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Rectangle 631"/>
          <p:cNvSpPr/>
          <p:nvPr/>
        </p:nvSpPr>
        <p:spPr>
          <a:xfrm>
            <a:off x="2184762" y="2730137"/>
            <a:ext cx="101237" cy="101237"/>
          </a:xfrm>
          <a:prstGeom prst="rect">
            <a:avLst/>
          </a:prstGeom>
          <a:solidFill>
            <a:srgbClr val="A1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Rectangle 632"/>
          <p:cNvSpPr/>
          <p:nvPr/>
        </p:nvSpPr>
        <p:spPr>
          <a:xfrm>
            <a:off x="2286000" y="2730137"/>
            <a:ext cx="101237" cy="101237"/>
          </a:xfrm>
          <a:prstGeom prst="rect">
            <a:avLst/>
          </a:prstGeom>
          <a:solidFill>
            <a:srgbClr val="D3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Rectangle 633"/>
          <p:cNvSpPr/>
          <p:nvPr/>
        </p:nvSpPr>
        <p:spPr>
          <a:xfrm>
            <a:off x="2387237" y="2730137"/>
            <a:ext cx="101237" cy="101237"/>
          </a:xfrm>
          <a:prstGeom prst="rect">
            <a:avLst/>
          </a:prstGeom>
          <a:solidFill>
            <a:srgbClr val="ED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Rectangle 634"/>
          <p:cNvSpPr/>
          <p:nvPr/>
        </p:nvSpPr>
        <p:spPr>
          <a:xfrm>
            <a:off x="2488474" y="2730137"/>
            <a:ext cx="101237" cy="101237"/>
          </a:xfrm>
          <a:prstGeom prst="rect">
            <a:avLst/>
          </a:prstGeom>
          <a:solidFill>
            <a:srgbClr val="E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Rectangle 635"/>
          <p:cNvSpPr/>
          <p:nvPr/>
        </p:nvSpPr>
        <p:spPr>
          <a:xfrm>
            <a:off x="2589711" y="2730137"/>
            <a:ext cx="101237" cy="101237"/>
          </a:xfrm>
          <a:prstGeom prst="rect">
            <a:avLst/>
          </a:prstGeom>
          <a:solidFill>
            <a:srgbClr val="E09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Rectangle 636"/>
          <p:cNvSpPr/>
          <p:nvPr/>
        </p:nvSpPr>
        <p:spPr>
          <a:xfrm>
            <a:off x="2690948" y="2730137"/>
            <a:ext cx="101237" cy="101237"/>
          </a:xfrm>
          <a:prstGeom prst="rect">
            <a:avLst/>
          </a:prstGeom>
          <a:solidFill>
            <a:srgbClr val="E5A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Rectangle 637"/>
          <p:cNvSpPr/>
          <p:nvPr/>
        </p:nvSpPr>
        <p:spPr>
          <a:xfrm>
            <a:off x="2792185" y="2730137"/>
            <a:ext cx="101237" cy="101237"/>
          </a:xfrm>
          <a:prstGeom prst="rect">
            <a:avLst/>
          </a:prstGeom>
          <a:solidFill>
            <a:srgbClr val="C94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Rectangle 638"/>
          <p:cNvSpPr/>
          <p:nvPr/>
        </p:nvSpPr>
        <p:spPr>
          <a:xfrm>
            <a:off x="2893422" y="2730137"/>
            <a:ext cx="101237" cy="101237"/>
          </a:xfrm>
          <a:prstGeom prst="rect">
            <a:avLst/>
          </a:prstGeom>
          <a:solidFill>
            <a:srgbClr val="C64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Rectangle 639"/>
          <p:cNvSpPr/>
          <p:nvPr/>
        </p:nvSpPr>
        <p:spPr>
          <a:xfrm>
            <a:off x="2994660" y="2730137"/>
            <a:ext cx="101237" cy="101237"/>
          </a:xfrm>
          <a:prstGeom prst="rect">
            <a:avLst/>
          </a:prstGeom>
          <a:solidFill>
            <a:srgbClr val="C74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Rectangle 640"/>
          <p:cNvSpPr/>
          <p:nvPr/>
        </p:nvSpPr>
        <p:spPr>
          <a:xfrm>
            <a:off x="3095897" y="2730137"/>
            <a:ext cx="101237" cy="101237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Rectangle 641"/>
          <p:cNvSpPr/>
          <p:nvPr/>
        </p:nvSpPr>
        <p:spPr>
          <a:xfrm>
            <a:off x="3197134" y="2730137"/>
            <a:ext cx="101237" cy="101237"/>
          </a:xfrm>
          <a:prstGeom prst="rect">
            <a:avLst/>
          </a:prstGeom>
          <a:solidFill>
            <a:srgbClr val="C53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Rectangle 642"/>
          <p:cNvSpPr/>
          <p:nvPr/>
        </p:nvSpPr>
        <p:spPr>
          <a:xfrm>
            <a:off x="3298371" y="2730137"/>
            <a:ext cx="101237" cy="101237"/>
          </a:xfrm>
          <a:prstGeom prst="rect">
            <a:avLst/>
          </a:prstGeom>
          <a:solidFill>
            <a:srgbClr val="CA5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Rectangle 643"/>
          <p:cNvSpPr/>
          <p:nvPr/>
        </p:nvSpPr>
        <p:spPr>
          <a:xfrm>
            <a:off x="3399608" y="2730137"/>
            <a:ext cx="101237" cy="101237"/>
          </a:xfrm>
          <a:prstGeom prst="rect">
            <a:avLst/>
          </a:prstGeom>
          <a:solidFill>
            <a:srgbClr val="C2D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Rectangle 644"/>
          <p:cNvSpPr/>
          <p:nvPr/>
        </p:nvSpPr>
        <p:spPr>
          <a:xfrm>
            <a:off x="3500845" y="2730137"/>
            <a:ext cx="101237" cy="101237"/>
          </a:xfrm>
          <a:prstGeom prst="rect">
            <a:avLst/>
          </a:prstGeom>
          <a:solidFill>
            <a:srgbClr val="58A6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Rectangle 645"/>
          <p:cNvSpPr/>
          <p:nvPr/>
        </p:nvSpPr>
        <p:spPr>
          <a:xfrm>
            <a:off x="3602082" y="2730137"/>
            <a:ext cx="101237" cy="101237"/>
          </a:xfrm>
          <a:prstGeom prst="rect">
            <a:avLst/>
          </a:prstGeom>
          <a:solidFill>
            <a:srgbClr val="A0C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Rectangle 646"/>
          <p:cNvSpPr/>
          <p:nvPr/>
        </p:nvSpPr>
        <p:spPr>
          <a:xfrm>
            <a:off x="868680" y="2831374"/>
            <a:ext cx="101237" cy="101237"/>
          </a:xfrm>
          <a:prstGeom prst="rect">
            <a:avLst/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Rectangle 647"/>
          <p:cNvSpPr/>
          <p:nvPr/>
        </p:nvSpPr>
        <p:spPr>
          <a:xfrm>
            <a:off x="969917" y="2831374"/>
            <a:ext cx="101237" cy="101237"/>
          </a:xfrm>
          <a:prstGeom prst="rect">
            <a:avLst/>
          </a:prstGeom>
          <a:solidFill>
            <a:srgbClr val="BF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Rectangle 648"/>
          <p:cNvSpPr/>
          <p:nvPr/>
        </p:nvSpPr>
        <p:spPr>
          <a:xfrm>
            <a:off x="1071154" y="2831374"/>
            <a:ext cx="101237" cy="101237"/>
          </a:xfrm>
          <a:prstGeom prst="rect">
            <a:avLst/>
          </a:prstGeom>
          <a:solidFill>
            <a:srgbClr val="BF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Rectangle 649"/>
          <p:cNvSpPr/>
          <p:nvPr/>
        </p:nvSpPr>
        <p:spPr>
          <a:xfrm>
            <a:off x="1172391" y="2831374"/>
            <a:ext cx="101237" cy="101237"/>
          </a:xfrm>
          <a:prstGeom prst="rect">
            <a:avLst/>
          </a:prstGeom>
          <a:solidFill>
            <a:srgbClr val="E7B1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Rectangle 650"/>
          <p:cNvSpPr/>
          <p:nvPr/>
        </p:nvSpPr>
        <p:spPr>
          <a:xfrm>
            <a:off x="1273628" y="2831374"/>
            <a:ext cx="101237" cy="101237"/>
          </a:xfrm>
          <a:prstGeom prst="rect">
            <a:avLst/>
          </a:prstGeom>
          <a:solidFill>
            <a:srgbClr val="EBB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Rectangle 651"/>
          <p:cNvSpPr/>
          <p:nvPr/>
        </p:nvSpPr>
        <p:spPr>
          <a:xfrm>
            <a:off x="1374865" y="2831374"/>
            <a:ext cx="101237" cy="101237"/>
          </a:xfrm>
          <a:prstGeom prst="rect">
            <a:avLst/>
          </a:prstGeom>
          <a:solidFill>
            <a:srgbClr val="EEC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Rectangle 652"/>
          <p:cNvSpPr/>
          <p:nvPr/>
        </p:nvSpPr>
        <p:spPr>
          <a:xfrm>
            <a:off x="1476102" y="2831374"/>
            <a:ext cx="101237" cy="101237"/>
          </a:xfrm>
          <a:prstGeom prst="rect">
            <a:avLst/>
          </a:prstGeom>
          <a:solidFill>
            <a:srgbClr val="ECC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Rectangle 653"/>
          <p:cNvSpPr/>
          <p:nvPr/>
        </p:nvSpPr>
        <p:spPr>
          <a:xfrm>
            <a:off x="1577340" y="2831374"/>
            <a:ext cx="101237" cy="101237"/>
          </a:xfrm>
          <a:prstGeom prst="rect">
            <a:avLst/>
          </a:prstGeom>
          <a:solidFill>
            <a:srgbClr val="BAD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Rectangle 654"/>
          <p:cNvSpPr/>
          <p:nvPr/>
        </p:nvSpPr>
        <p:spPr>
          <a:xfrm>
            <a:off x="1678577" y="2831374"/>
            <a:ext cx="101237" cy="101237"/>
          </a:xfrm>
          <a:prstGeom prst="rect">
            <a:avLst/>
          </a:prstGeom>
          <a:solidFill>
            <a:srgbClr val="D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Rectangle 655"/>
          <p:cNvSpPr/>
          <p:nvPr/>
        </p:nvSpPr>
        <p:spPr>
          <a:xfrm>
            <a:off x="1779814" y="2831374"/>
            <a:ext cx="101237" cy="101237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Rectangle 656"/>
          <p:cNvSpPr/>
          <p:nvPr/>
        </p:nvSpPr>
        <p:spPr>
          <a:xfrm>
            <a:off x="1881051" y="2831374"/>
            <a:ext cx="101237" cy="101237"/>
          </a:xfrm>
          <a:prstGeom prst="rect">
            <a:avLst/>
          </a:prstGeom>
          <a:solidFill>
            <a:srgbClr val="9DCB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Rectangle 657"/>
          <p:cNvSpPr/>
          <p:nvPr/>
        </p:nvSpPr>
        <p:spPr>
          <a:xfrm>
            <a:off x="1982288" y="2831374"/>
            <a:ext cx="101237" cy="101237"/>
          </a:xfrm>
          <a:prstGeom prst="rect">
            <a:avLst/>
          </a:prstGeom>
          <a:solidFill>
            <a:srgbClr val="F3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Rectangle 658"/>
          <p:cNvSpPr/>
          <p:nvPr/>
        </p:nvSpPr>
        <p:spPr>
          <a:xfrm>
            <a:off x="2083525" y="2831374"/>
            <a:ext cx="101237" cy="101237"/>
          </a:xfrm>
          <a:prstGeom prst="rect">
            <a:avLst/>
          </a:prstGeom>
          <a:solidFill>
            <a:srgbClr val="E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Rectangle 659"/>
          <p:cNvSpPr/>
          <p:nvPr/>
        </p:nvSpPr>
        <p:spPr>
          <a:xfrm>
            <a:off x="2184762" y="2831374"/>
            <a:ext cx="101237" cy="101237"/>
          </a:xfrm>
          <a:prstGeom prst="rect">
            <a:avLst/>
          </a:prstGeom>
          <a:solidFill>
            <a:srgbClr val="A6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Rectangle 660"/>
          <p:cNvSpPr/>
          <p:nvPr/>
        </p:nvSpPr>
        <p:spPr>
          <a:xfrm>
            <a:off x="2286000" y="2831374"/>
            <a:ext cx="101237" cy="101237"/>
          </a:xfrm>
          <a:prstGeom prst="rect">
            <a:avLst/>
          </a:prstGeom>
          <a:solidFill>
            <a:srgbClr val="D1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Rectangle 661"/>
          <p:cNvSpPr/>
          <p:nvPr/>
        </p:nvSpPr>
        <p:spPr>
          <a:xfrm>
            <a:off x="2387237" y="2831374"/>
            <a:ext cx="101237" cy="101237"/>
          </a:xfrm>
          <a:prstGeom prst="rect">
            <a:avLst/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Rectangle 662"/>
          <p:cNvSpPr/>
          <p:nvPr/>
        </p:nvSpPr>
        <p:spPr>
          <a:xfrm>
            <a:off x="2488474" y="2831374"/>
            <a:ext cx="101237" cy="101237"/>
          </a:xfrm>
          <a:prstGeom prst="rect">
            <a:avLst/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Rectangle 663"/>
          <p:cNvSpPr/>
          <p:nvPr/>
        </p:nvSpPr>
        <p:spPr>
          <a:xfrm>
            <a:off x="2589711" y="2831374"/>
            <a:ext cx="101237" cy="101237"/>
          </a:xfrm>
          <a:prstGeom prst="rect">
            <a:avLst/>
          </a:prstGeom>
          <a:solidFill>
            <a:srgbClr val="E09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Rectangle 664"/>
          <p:cNvSpPr/>
          <p:nvPr/>
        </p:nvSpPr>
        <p:spPr>
          <a:xfrm>
            <a:off x="2690948" y="2831374"/>
            <a:ext cx="101237" cy="101237"/>
          </a:xfrm>
          <a:prstGeom prst="rect">
            <a:avLst/>
          </a:prstGeom>
          <a:solidFill>
            <a:srgbClr val="E4A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Rectangle 665"/>
          <p:cNvSpPr/>
          <p:nvPr/>
        </p:nvSpPr>
        <p:spPr>
          <a:xfrm>
            <a:off x="2792185" y="2831374"/>
            <a:ext cx="101237" cy="101237"/>
          </a:xfrm>
          <a:prstGeom prst="rect">
            <a:avLst/>
          </a:prstGeom>
          <a:solidFill>
            <a:srgbClr val="CA5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Rectangle 666"/>
          <p:cNvSpPr/>
          <p:nvPr/>
        </p:nvSpPr>
        <p:spPr>
          <a:xfrm>
            <a:off x="2893422" y="2831374"/>
            <a:ext cx="101237" cy="101237"/>
          </a:xfrm>
          <a:prstGeom prst="rect">
            <a:avLst/>
          </a:prstGeom>
          <a:solidFill>
            <a:srgbClr val="C74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Rectangle 667"/>
          <p:cNvSpPr/>
          <p:nvPr/>
        </p:nvSpPr>
        <p:spPr>
          <a:xfrm>
            <a:off x="2994660" y="2831374"/>
            <a:ext cx="101237" cy="101237"/>
          </a:xfrm>
          <a:prstGeom prst="rect">
            <a:avLst/>
          </a:prstGeom>
          <a:solidFill>
            <a:srgbClr val="C94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Rectangle 668"/>
          <p:cNvSpPr/>
          <p:nvPr/>
        </p:nvSpPr>
        <p:spPr>
          <a:xfrm>
            <a:off x="3095897" y="2831374"/>
            <a:ext cx="101237" cy="101237"/>
          </a:xfrm>
          <a:prstGeom prst="rect">
            <a:avLst/>
          </a:prstGeom>
          <a:solidFill>
            <a:srgbClr val="C53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Rectangle 669"/>
          <p:cNvSpPr/>
          <p:nvPr/>
        </p:nvSpPr>
        <p:spPr>
          <a:xfrm>
            <a:off x="3197134" y="2831374"/>
            <a:ext cx="101237" cy="101237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Rectangle 670"/>
          <p:cNvSpPr/>
          <p:nvPr/>
        </p:nvSpPr>
        <p:spPr>
          <a:xfrm>
            <a:off x="3298371" y="2831374"/>
            <a:ext cx="101237" cy="101237"/>
          </a:xfrm>
          <a:prstGeom prst="rect">
            <a:avLst/>
          </a:prstGeom>
          <a:solidFill>
            <a:srgbClr val="CB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Rectangle 671"/>
          <p:cNvSpPr/>
          <p:nvPr/>
        </p:nvSpPr>
        <p:spPr>
          <a:xfrm>
            <a:off x="3399608" y="2831374"/>
            <a:ext cx="101237" cy="101237"/>
          </a:xfrm>
          <a:prstGeom prst="rect">
            <a:avLst/>
          </a:prstGeom>
          <a:solidFill>
            <a:srgbClr val="C6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Rectangle 672"/>
          <p:cNvSpPr/>
          <p:nvPr/>
        </p:nvSpPr>
        <p:spPr>
          <a:xfrm>
            <a:off x="3500845" y="2831374"/>
            <a:ext cx="101237" cy="101237"/>
          </a:xfrm>
          <a:prstGeom prst="rect">
            <a:avLst/>
          </a:prstGeom>
          <a:solidFill>
            <a:srgbClr val="60AA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Rectangle 673"/>
          <p:cNvSpPr/>
          <p:nvPr/>
        </p:nvSpPr>
        <p:spPr>
          <a:xfrm>
            <a:off x="3602082" y="2831374"/>
            <a:ext cx="101237" cy="101237"/>
          </a:xfrm>
          <a:prstGeom prst="rect">
            <a:avLst/>
          </a:prstGeom>
          <a:solidFill>
            <a:srgbClr val="A6C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Rectangle 674"/>
          <p:cNvSpPr/>
          <p:nvPr/>
        </p:nvSpPr>
        <p:spPr>
          <a:xfrm>
            <a:off x="868680" y="2932611"/>
            <a:ext cx="101237" cy="101237"/>
          </a:xfrm>
          <a:prstGeom prst="rect">
            <a:avLst/>
          </a:prstGeom>
          <a:solidFill>
            <a:srgbClr val="FB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Rectangle 675"/>
          <p:cNvSpPr/>
          <p:nvPr/>
        </p:nvSpPr>
        <p:spPr>
          <a:xfrm>
            <a:off x="969917" y="2932611"/>
            <a:ext cx="101237" cy="101237"/>
          </a:xfrm>
          <a:prstGeom prst="rect">
            <a:avLst/>
          </a:prstGeom>
          <a:solidFill>
            <a:srgbClr val="B8D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Rectangle 676"/>
          <p:cNvSpPr/>
          <p:nvPr/>
        </p:nvSpPr>
        <p:spPr>
          <a:xfrm>
            <a:off x="1071154" y="2932611"/>
            <a:ext cx="101237" cy="101237"/>
          </a:xfrm>
          <a:prstGeom prst="rect">
            <a:avLst/>
          </a:prstGeom>
          <a:solidFill>
            <a:srgbClr val="B8D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Rectangle 677"/>
          <p:cNvSpPr/>
          <p:nvPr/>
        </p:nvSpPr>
        <p:spPr>
          <a:xfrm>
            <a:off x="1172391" y="2932611"/>
            <a:ext cx="101237" cy="101237"/>
          </a:xfrm>
          <a:prstGeom prst="rect">
            <a:avLst/>
          </a:prstGeom>
          <a:solidFill>
            <a:srgbClr val="EAB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Rectangle 678"/>
          <p:cNvSpPr/>
          <p:nvPr/>
        </p:nvSpPr>
        <p:spPr>
          <a:xfrm>
            <a:off x="1273628" y="2932611"/>
            <a:ext cx="101237" cy="101237"/>
          </a:xfrm>
          <a:prstGeom prst="rect">
            <a:avLst/>
          </a:prstGeom>
          <a:solidFill>
            <a:srgbClr val="EFC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Rectangle 679"/>
          <p:cNvSpPr/>
          <p:nvPr/>
        </p:nvSpPr>
        <p:spPr>
          <a:xfrm>
            <a:off x="1374865" y="2932611"/>
            <a:ext cx="101237" cy="101237"/>
          </a:xfrm>
          <a:prstGeom prst="rect">
            <a:avLst/>
          </a:prstGeom>
          <a:solidFill>
            <a:srgbClr val="F1D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Rectangle 680"/>
          <p:cNvSpPr/>
          <p:nvPr/>
        </p:nvSpPr>
        <p:spPr>
          <a:xfrm>
            <a:off x="1476102" y="2932611"/>
            <a:ext cx="101237" cy="101237"/>
          </a:xfrm>
          <a:prstGeom prst="rect">
            <a:avLst/>
          </a:prstGeom>
          <a:solidFill>
            <a:srgbClr val="EDC4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Rectangle 681"/>
          <p:cNvSpPr/>
          <p:nvPr/>
        </p:nvSpPr>
        <p:spPr>
          <a:xfrm>
            <a:off x="1577340" y="2932611"/>
            <a:ext cx="101237" cy="101237"/>
          </a:xfrm>
          <a:prstGeom prst="rect">
            <a:avLst/>
          </a:prstGeom>
          <a:solidFill>
            <a:srgbClr val="CB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Rectangle 682"/>
          <p:cNvSpPr/>
          <p:nvPr/>
        </p:nvSpPr>
        <p:spPr>
          <a:xfrm>
            <a:off x="1678577" y="2932611"/>
            <a:ext cx="101237" cy="101237"/>
          </a:xfrm>
          <a:prstGeom prst="rect">
            <a:avLst/>
          </a:prstGeom>
          <a:solidFill>
            <a:srgbClr val="CD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Rectangle 683"/>
          <p:cNvSpPr/>
          <p:nvPr/>
        </p:nvSpPr>
        <p:spPr>
          <a:xfrm>
            <a:off x="1779814" y="2932611"/>
            <a:ext cx="101237" cy="101237"/>
          </a:xfrm>
          <a:prstGeom prst="rect">
            <a:avLst/>
          </a:prstGeom>
          <a:solidFill>
            <a:srgbClr val="E2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Rectangle 684"/>
          <p:cNvSpPr/>
          <p:nvPr/>
        </p:nvSpPr>
        <p:spPr>
          <a:xfrm>
            <a:off x="1881051" y="2932611"/>
            <a:ext cx="101237" cy="101237"/>
          </a:xfrm>
          <a:prstGeom prst="rect">
            <a:avLst/>
          </a:prstGeom>
          <a:solidFill>
            <a:srgbClr val="98C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Rectangle 685"/>
          <p:cNvSpPr/>
          <p:nvPr/>
        </p:nvSpPr>
        <p:spPr>
          <a:xfrm>
            <a:off x="1982288" y="2932611"/>
            <a:ext cx="101237" cy="101237"/>
          </a:xfrm>
          <a:prstGeom prst="rect">
            <a:avLst/>
          </a:prstGeom>
          <a:solidFill>
            <a:srgbClr val="F7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Rectangle 686"/>
          <p:cNvSpPr/>
          <p:nvPr/>
        </p:nvSpPr>
        <p:spPr>
          <a:xfrm>
            <a:off x="2083525" y="2932611"/>
            <a:ext cx="101237" cy="101237"/>
          </a:xfrm>
          <a:prstGeom prst="rect">
            <a:avLst/>
          </a:prstGeom>
          <a:solidFill>
            <a:srgbClr val="D6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Rectangle 687"/>
          <p:cNvSpPr/>
          <p:nvPr/>
        </p:nvSpPr>
        <p:spPr>
          <a:xfrm>
            <a:off x="2184762" y="2932611"/>
            <a:ext cx="101237" cy="101237"/>
          </a:xfrm>
          <a:prstGeom prst="rect">
            <a:avLst/>
          </a:prstGeom>
          <a:solidFill>
            <a:srgbClr val="AF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Rectangle 688"/>
          <p:cNvSpPr/>
          <p:nvPr/>
        </p:nvSpPr>
        <p:spPr>
          <a:xfrm>
            <a:off x="2286000" y="2932611"/>
            <a:ext cx="101237" cy="101237"/>
          </a:xfrm>
          <a:prstGeom prst="rect">
            <a:avLst/>
          </a:prstGeom>
          <a:solidFill>
            <a:srgbClr val="D0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Rectangle 689"/>
          <p:cNvSpPr/>
          <p:nvPr/>
        </p:nvSpPr>
        <p:spPr>
          <a:xfrm>
            <a:off x="2387237" y="2932611"/>
            <a:ext cx="101237" cy="101237"/>
          </a:xfrm>
          <a:prstGeom prst="rect">
            <a:avLst/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Rectangle 690"/>
          <p:cNvSpPr/>
          <p:nvPr/>
        </p:nvSpPr>
        <p:spPr>
          <a:xfrm>
            <a:off x="2488474" y="2932611"/>
            <a:ext cx="101237" cy="101237"/>
          </a:xfrm>
          <a:prstGeom prst="rect">
            <a:avLst/>
          </a:prstGeom>
          <a:solidFill>
            <a:srgbClr val="F9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Rectangle 691"/>
          <p:cNvSpPr/>
          <p:nvPr/>
        </p:nvSpPr>
        <p:spPr>
          <a:xfrm>
            <a:off x="2589711" y="2932611"/>
            <a:ext cx="101237" cy="101237"/>
          </a:xfrm>
          <a:prstGeom prst="rect">
            <a:avLst/>
          </a:prstGeom>
          <a:solidFill>
            <a:srgbClr val="E09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Rectangle 692"/>
          <p:cNvSpPr/>
          <p:nvPr/>
        </p:nvSpPr>
        <p:spPr>
          <a:xfrm>
            <a:off x="2690948" y="2932611"/>
            <a:ext cx="101237" cy="101237"/>
          </a:xfrm>
          <a:prstGeom prst="rect">
            <a:avLst/>
          </a:prstGeom>
          <a:solidFill>
            <a:srgbClr val="DE9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Rectangle 693"/>
          <p:cNvSpPr/>
          <p:nvPr/>
        </p:nvSpPr>
        <p:spPr>
          <a:xfrm>
            <a:off x="2792185" y="2932611"/>
            <a:ext cx="101237" cy="101237"/>
          </a:xfrm>
          <a:prstGeom prst="rect">
            <a:avLst/>
          </a:prstGeom>
          <a:solidFill>
            <a:srgbClr val="CB5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Rectangle 694"/>
          <p:cNvSpPr/>
          <p:nvPr/>
        </p:nvSpPr>
        <p:spPr>
          <a:xfrm>
            <a:off x="2893422" y="2932611"/>
            <a:ext cx="101237" cy="101237"/>
          </a:xfrm>
          <a:prstGeom prst="rect">
            <a:avLst/>
          </a:prstGeom>
          <a:solidFill>
            <a:srgbClr val="CA5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Rectangle 695"/>
          <p:cNvSpPr/>
          <p:nvPr/>
        </p:nvSpPr>
        <p:spPr>
          <a:xfrm>
            <a:off x="2994660" y="2932611"/>
            <a:ext cx="101237" cy="101237"/>
          </a:xfrm>
          <a:prstGeom prst="rect">
            <a:avLst/>
          </a:prstGeom>
          <a:solidFill>
            <a:srgbClr val="C94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Rectangle 696"/>
          <p:cNvSpPr/>
          <p:nvPr/>
        </p:nvSpPr>
        <p:spPr>
          <a:xfrm>
            <a:off x="3095897" y="2932611"/>
            <a:ext cx="101237" cy="101237"/>
          </a:xfrm>
          <a:prstGeom prst="rect">
            <a:avLst/>
          </a:prstGeom>
          <a:solidFill>
            <a:srgbClr val="CA5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Rectangle 697"/>
          <p:cNvSpPr/>
          <p:nvPr/>
        </p:nvSpPr>
        <p:spPr>
          <a:xfrm>
            <a:off x="3197134" y="2932611"/>
            <a:ext cx="101237" cy="101237"/>
          </a:xfrm>
          <a:prstGeom prst="rect">
            <a:avLst/>
          </a:prstGeom>
          <a:solidFill>
            <a:srgbClr val="CB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Rectangle 698"/>
          <p:cNvSpPr/>
          <p:nvPr/>
        </p:nvSpPr>
        <p:spPr>
          <a:xfrm>
            <a:off x="3298371" y="2932611"/>
            <a:ext cx="101237" cy="101237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Rectangle 699"/>
          <p:cNvSpPr/>
          <p:nvPr/>
        </p:nvSpPr>
        <p:spPr>
          <a:xfrm>
            <a:off x="3399608" y="2932611"/>
            <a:ext cx="101237" cy="101237"/>
          </a:xfrm>
          <a:prstGeom prst="rect">
            <a:avLst/>
          </a:prstGeom>
          <a:solidFill>
            <a:srgbClr val="D7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Rectangle 700"/>
          <p:cNvSpPr/>
          <p:nvPr/>
        </p:nvSpPr>
        <p:spPr>
          <a:xfrm>
            <a:off x="3500845" y="2932611"/>
            <a:ext cx="101237" cy="101237"/>
          </a:xfrm>
          <a:prstGeom prst="rect">
            <a:avLst/>
          </a:prstGeom>
          <a:solidFill>
            <a:srgbClr val="70B3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Rectangle 701"/>
          <p:cNvSpPr/>
          <p:nvPr/>
        </p:nvSpPr>
        <p:spPr>
          <a:xfrm>
            <a:off x="3602082" y="2932611"/>
            <a:ext cx="101237" cy="101237"/>
          </a:xfrm>
          <a:prstGeom prst="rect">
            <a:avLst/>
          </a:prstGeom>
          <a:solidFill>
            <a:srgbClr val="B3D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Rectangle 702"/>
          <p:cNvSpPr/>
          <p:nvPr/>
        </p:nvSpPr>
        <p:spPr>
          <a:xfrm>
            <a:off x="868680" y="3033848"/>
            <a:ext cx="101237" cy="101237"/>
          </a:xfrm>
          <a:prstGeom prst="rect">
            <a:avLst/>
          </a:prstGeom>
          <a:solidFill>
            <a:srgbClr val="F2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Rectangle 703"/>
          <p:cNvSpPr/>
          <p:nvPr/>
        </p:nvSpPr>
        <p:spPr>
          <a:xfrm>
            <a:off x="969917" y="3033848"/>
            <a:ext cx="101237" cy="101237"/>
          </a:xfrm>
          <a:prstGeom prst="rect">
            <a:avLst/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Rectangle 704"/>
          <p:cNvSpPr/>
          <p:nvPr/>
        </p:nvSpPr>
        <p:spPr>
          <a:xfrm>
            <a:off x="1071154" y="3033848"/>
            <a:ext cx="101237" cy="101237"/>
          </a:xfrm>
          <a:prstGeom prst="rect">
            <a:avLst/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Rectangle 705"/>
          <p:cNvSpPr/>
          <p:nvPr/>
        </p:nvSpPr>
        <p:spPr>
          <a:xfrm>
            <a:off x="1172391" y="3033848"/>
            <a:ext cx="101237" cy="101237"/>
          </a:xfrm>
          <a:prstGeom prst="rect">
            <a:avLst/>
          </a:prstGeom>
          <a:solidFill>
            <a:srgbClr val="ACD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Rectangle 706"/>
          <p:cNvSpPr/>
          <p:nvPr/>
        </p:nvSpPr>
        <p:spPr>
          <a:xfrm>
            <a:off x="1273628" y="3033848"/>
            <a:ext cx="101237" cy="101237"/>
          </a:xfrm>
          <a:prstGeom prst="rect">
            <a:avLst/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Rectangle 707"/>
          <p:cNvSpPr/>
          <p:nvPr/>
        </p:nvSpPr>
        <p:spPr>
          <a:xfrm>
            <a:off x="1374865" y="3033848"/>
            <a:ext cx="101237" cy="101237"/>
          </a:xfrm>
          <a:prstGeom prst="rect">
            <a:avLst/>
          </a:prstGeom>
          <a:solidFill>
            <a:srgbClr val="BB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Rectangle 708"/>
          <p:cNvSpPr/>
          <p:nvPr/>
        </p:nvSpPr>
        <p:spPr>
          <a:xfrm>
            <a:off x="1476102" y="3033848"/>
            <a:ext cx="101237" cy="101237"/>
          </a:xfrm>
          <a:prstGeom prst="rect">
            <a:avLst/>
          </a:prstGeom>
          <a:solidFill>
            <a:srgbClr val="DD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Rectangle 709"/>
          <p:cNvSpPr/>
          <p:nvPr/>
        </p:nvSpPr>
        <p:spPr>
          <a:xfrm>
            <a:off x="1577340" y="3033848"/>
            <a:ext cx="101237" cy="101237"/>
          </a:xfrm>
          <a:prstGeom prst="rect">
            <a:avLst/>
          </a:prstGeom>
          <a:solidFill>
            <a:srgbClr val="F8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Rectangle 710"/>
          <p:cNvSpPr/>
          <p:nvPr/>
        </p:nvSpPr>
        <p:spPr>
          <a:xfrm>
            <a:off x="1678577" y="3033848"/>
            <a:ext cx="101237" cy="101237"/>
          </a:xfrm>
          <a:prstGeom prst="rect">
            <a:avLst/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Rectangle 711"/>
          <p:cNvSpPr/>
          <p:nvPr/>
        </p:nvSpPr>
        <p:spPr>
          <a:xfrm>
            <a:off x="1779814" y="3033848"/>
            <a:ext cx="101237" cy="101237"/>
          </a:xfrm>
          <a:prstGeom prst="rect">
            <a:avLst/>
          </a:prstGeom>
          <a:solidFill>
            <a:srgbClr val="EFC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Rectangle 712"/>
          <p:cNvSpPr/>
          <p:nvPr/>
        </p:nvSpPr>
        <p:spPr>
          <a:xfrm>
            <a:off x="1881051" y="3033848"/>
            <a:ext cx="101237" cy="101237"/>
          </a:xfrm>
          <a:prstGeom prst="rect">
            <a:avLst/>
          </a:prstGeom>
          <a:solidFill>
            <a:srgbClr val="E6AC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Rectangle 713"/>
          <p:cNvSpPr/>
          <p:nvPr/>
        </p:nvSpPr>
        <p:spPr>
          <a:xfrm>
            <a:off x="1982288" y="3033848"/>
            <a:ext cx="101237" cy="101237"/>
          </a:xfrm>
          <a:prstGeom prst="rect">
            <a:avLst/>
          </a:prstGeom>
          <a:solidFill>
            <a:srgbClr val="F9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Rectangle 714"/>
          <p:cNvSpPr/>
          <p:nvPr/>
        </p:nvSpPr>
        <p:spPr>
          <a:xfrm>
            <a:off x="2083525" y="3033848"/>
            <a:ext cx="101237" cy="101237"/>
          </a:xfrm>
          <a:prstGeom prst="rect">
            <a:avLst/>
          </a:prstGeom>
          <a:solidFill>
            <a:srgbClr val="F6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Rectangle 715"/>
          <p:cNvSpPr/>
          <p:nvPr/>
        </p:nvSpPr>
        <p:spPr>
          <a:xfrm>
            <a:off x="2184762" y="3033848"/>
            <a:ext cx="101237" cy="101237"/>
          </a:xfrm>
          <a:prstGeom prst="rect">
            <a:avLst/>
          </a:prstGeom>
          <a:solidFill>
            <a:srgbClr val="DD8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Rectangle 716"/>
          <p:cNvSpPr/>
          <p:nvPr/>
        </p:nvSpPr>
        <p:spPr>
          <a:xfrm>
            <a:off x="2286000" y="3033848"/>
            <a:ext cx="101237" cy="101237"/>
          </a:xfrm>
          <a:prstGeom prst="rect">
            <a:avLst/>
          </a:prstGeom>
          <a:solidFill>
            <a:srgbClr val="EA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Rectangle 717"/>
          <p:cNvSpPr/>
          <p:nvPr/>
        </p:nvSpPr>
        <p:spPr>
          <a:xfrm>
            <a:off x="2387237" y="3033848"/>
            <a:ext cx="101237" cy="101237"/>
          </a:xfrm>
          <a:prstGeom prst="rect">
            <a:avLst/>
          </a:prstGeom>
          <a:solidFill>
            <a:srgbClr val="C8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Rectangle 718"/>
          <p:cNvSpPr/>
          <p:nvPr/>
        </p:nvSpPr>
        <p:spPr>
          <a:xfrm>
            <a:off x="2488474" y="3033848"/>
            <a:ext cx="101237" cy="101237"/>
          </a:xfrm>
          <a:prstGeom prst="rect">
            <a:avLst/>
          </a:prstGeom>
          <a:solidFill>
            <a:srgbClr val="C94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Rectangle 719"/>
          <p:cNvSpPr/>
          <p:nvPr/>
        </p:nvSpPr>
        <p:spPr>
          <a:xfrm>
            <a:off x="2589711" y="3033848"/>
            <a:ext cx="101237" cy="101237"/>
          </a:xfrm>
          <a:prstGeom prst="rect">
            <a:avLst/>
          </a:prstGeom>
          <a:solidFill>
            <a:srgbClr val="FA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Rectangle 720"/>
          <p:cNvSpPr/>
          <p:nvPr/>
        </p:nvSpPr>
        <p:spPr>
          <a:xfrm>
            <a:off x="2690948" y="3033848"/>
            <a:ext cx="101237" cy="101237"/>
          </a:xfrm>
          <a:prstGeom prst="rect">
            <a:avLst/>
          </a:prstGeom>
          <a:solidFill>
            <a:srgbClr val="C3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Rectangle 721"/>
          <p:cNvSpPr/>
          <p:nvPr/>
        </p:nvSpPr>
        <p:spPr>
          <a:xfrm>
            <a:off x="2792185" y="3033848"/>
            <a:ext cx="101237" cy="101237"/>
          </a:xfrm>
          <a:prstGeom prst="rect">
            <a:avLst/>
          </a:prstGeom>
          <a:solidFill>
            <a:srgbClr val="B0D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Rectangle 722"/>
          <p:cNvSpPr/>
          <p:nvPr/>
        </p:nvSpPr>
        <p:spPr>
          <a:xfrm>
            <a:off x="2893422" y="3033848"/>
            <a:ext cx="101237" cy="101237"/>
          </a:xfrm>
          <a:prstGeom prst="rect">
            <a:avLst/>
          </a:prstGeom>
          <a:solidFill>
            <a:srgbClr val="AF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Rectangle 723"/>
          <p:cNvSpPr/>
          <p:nvPr/>
        </p:nvSpPr>
        <p:spPr>
          <a:xfrm>
            <a:off x="2994660" y="3033848"/>
            <a:ext cx="101237" cy="101237"/>
          </a:xfrm>
          <a:prstGeom prst="rect">
            <a:avLst/>
          </a:prstGeom>
          <a:solidFill>
            <a:srgbClr val="ADD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Rectangle 724"/>
          <p:cNvSpPr/>
          <p:nvPr/>
        </p:nvSpPr>
        <p:spPr>
          <a:xfrm>
            <a:off x="3095897" y="3033848"/>
            <a:ext cx="101237" cy="101237"/>
          </a:xfrm>
          <a:prstGeom prst="rect">
            <a:avLst/>
          </a:prstGeom>
          <a:solidFill>
            <a:srgbClr val="C2D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Rectangle 725"/>
          <p:cNvSpPr/>
          <p:nvPr/>
        </p:nvSpPr>
        <p:spPr>
          <a:xfrm>
            <a:off x="3197134" y="3033848"/>
            <a:ext cx="101237" cy="101237"/>
          </a:xfrm>
          <a:prstGeom prst="rect">
            <a:avLst/>
          </a:prstGeom>
          <a:solidFill>
            <a:srgbClr val="C6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Rectangle 726"/>
          <p:cNvSpPr/>
          <p:nvPr/>
        </p:nvSpPr>
        <p:spPr>
          <a:xfrm>
            <a:off x="3298371" y="3033848"/>
            <a:ext cx="101237" cy="101237"/>
          </a:xfrm>
          <a:prstGeom prst="rect">
            <a:avLst/>
          </a:prstGeom>
          <a:solidFill>
            <a:srgbClr val="D7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Rectangle 727"/>
          <p:cNvSpPr/>
          <p:nvPr/>
        </p:nvSpPr>
        <p:spPr>
          <a:xfrm>
            <a:off x="3399608" y="3033848"/>
            <a:ext cx="101237" cy="101237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Rectangle 728"/>
          <p:cNvSpPr/>
          <p:nvPr/>
        </p:nvSpPr>
        <p:spPr>
          <a:xfrm>
            <a:off x="3500845" y="3033848"/>
            <a:ext cx="101237" cy="101237"/>
          </a:xfrm>
          <a:prstGeom prst="rect">
            <a:avLst/>
          </a:prstGeom>
          <a:solidFill>
            <a:srgbClr val="DA8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Rectangle 729"/>
          <p:cNvSpPr/>
          <p:nvPr/>
        </p:nvSpPr>
        <p:spPr>
          <a:xfrm>
            <a:off x="3602082" y="3033848"/>
            <a:ext cx="101237" cy="101237"/>
          </a:xfrm>
          <a:prstGeom prst="rect">
            <a:avLst/>
          </a:prstGeom>
          <a:solidFill>
            <a:srgbClr val="D26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Rectangle 730"/>
          <p:cNvSpPr/>
          <p:nvPr/>
        </p:nvSpPr>
        <p:spPr>
          <a:xfrm>
            <a:off x="868680" y="3135085"/>
            <a:ext cx="101237" cy="101237"/>
          </a:xfrm>
          <a:prstGeom prst="rect">
            <a:avLst/>
          </a:prstGeom>
          <a:solidFill>
            <a:srgbClr val="F8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Rectangle 731"/>
          <p:cNvSpPr/>
          <p:nvPr/>
        </p:nvSpPr>
        <p:spPr>
          <a:xfrm>
            <a:off x="969917" y="3135085"/>
            <a:ext cx="101237" cy="101237"/>
          </a:xfrm>
          <a:prstGeom prst="rect">
            <a:avLst/>
          </a:prstGeom>
          <a:solidFill>
            <a:srgbClr val="FA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Rectangle 732"/>
          <p:cNvSpPr/>
          <p:nvPr/>
        </p:nvSpPr>
        <p:spPr>
          <a:xfrm>
            <a:off x="1071154" y="3135085"/>
            <a:ext cx="101237" cy="101237"/>
          </a:xfrm>
          <a:prstGeom prst="rect">
            <a:avLst/>
          </a:prstGeom>
          <a:solidFill>
            <a:srgbClr val="FA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Rectangle 733"/>
          <p:cNvSpPr/>
          <p:nvPr/>
        </p:nvSpPr>
        <p:spPr>
          <a:xfrm>
            <a:off x="1172391" y="3135085"/>
            <a:ext cx="101237" cy="101237"/>
          </a:xfrm>
          <a:prstGeom prst="rect">
            <a:avLst/>
          </a:prstGeom>
          <a:solidFill>
            <a:srgbClr val="74B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Rectangle 734"/>
          <p:cNvSpPr/>
          <p:nvPr/>
        </p:nvSpPr>
        <p:spPr>
          <a:xfrm>
            <a:off x="1273628" y="3135085"/>
            <a:ext cx="101237" cy="101237"/>
          </a:xfrm>
          <a:prstGeom prst="rect">
            <a:avLst/>
          </a:prstGeom>
          <a:solidFill>
            <a:srgbClr val="A6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Rectangle 735"/>
          <p:cNvSpPr/>
          <p:nvPr/>
        </p:nvSpPr>
        <p:spPr>
          <a:xfrm>
            <a:off x="1374865" y="3135085"/>
            <a:ext cx="101237" cy="101237"/>
          </a:xfrm>
          <a:prstGeom prst="rect">
            <a:avLst/>
          </a:prstGeom>
          <a:solidFill>
            <a:srgbClr val="A9D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Rectangle 736"/>
          <p:cNvSpPr/>
          <p:nvPr/>
        </p:nvSpPr>
        <p:spPr>
          <a:xfrm>
            <a:off x="1476102" y="3135085"/>
            <a:ext cx="101237" cy="101237"/>
          </a:xfrm>
          <a:prstGeom prst="rect">
            <a:avLst/>
          </a:prstGeom>
          <a:solidFill>
            <a:srgbClr val="B4D7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Rectangle 737"/>
          <p:cNvSpPr/>
          <p:nvPr/>
        </p:nvSpPr>
        <p:spPr>
          <a:xfrm>
            <a:off x="1577340" y="3135085"/>
            <a:ext cx="101237" cy="101237"/>
          </a:xfrm>
          <a:prstGeom prst="rect">
            <a:avLst/>
          </a:prstGeom>
          <a:solidFill>
            <a:srgbClr val="F6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Rectangle 738"/>
          <p:cNvSpPr/>
          <p:nvPr/>
        </p:nvSpPr>
        <p:spPr>
          <a:xfrm>
            <a:off x="1678577" y="3135085"/>
            <a:ext cx="101237" cy="101237"/>
          </a:xfrm>
          <a:prstGeom prst="rect">
            <a:avLst/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Rectangle 739"/>
          <p:cNvSpPr/>
          <p:nvPr/>
        </p:nvSpPr>
        <p:spPr>
          <a:xfrm>
            <a:off x="1779814" y="3135085"/>
            <a:ext cx="101237" cy="101237"/>
          </a:xfrm>
          <a:prstGeom prst="rect">
            <a:avLst/>
          </a:prstGeom>
          <a:solidFill>
            <a:srgbClr val="EDC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Rectangle 740"/>
          <p:cNvSpPr/>
          <p:nvPr/>
        </p:nvSpPr>
        <p:spPr>
          <a:xfrm>
            <a:off x="1881051" y="3135085"/>
            <a:ext cx="101237" cy="101237"/>
          </a:xfrm>
          <a:prstGeom prst="rect">
            <a:avLst/>
          </a:prstGeom>
          <a:solidFill>
            <a:srgbClr val="DC8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Rectangle 741"/>
          <p:cNvSpPr/>
          <p:nvPr/>
        </p:nvSpPr>
        <p:spPr>
          <a:xfrm>
            <a:off x="1982288" y="3135085"/>
            <a:ext cx="101237" cy="101237"/>
          </a:xfrm>
          <a:prstGeom prst="rect">
            <a:avLst/>
          </a:prstGeom>
          <a:solidFill>
            <a:srgbClr val="FB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Rectangle 742"/>
          <p:cNvSpPr/>
          <p:nvPr/>
        </p:nvSpPr>
        <p:spPr>
          <a:xfrm>
            <a:off x="2083525" y="3135085"/>
            <a:ext cx="101237" cy="101237"/>
          </a:xfrm>
          <a:prstGeom prst="rect">
            <a:avLst/>
          </a:prstGeom>
          <a:solidFill>
            <a:srgbClr val="F2D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Rectangle 743"/>
          <p:cNvSpPr/>
          <p:nvPr/>
        </p:nvSpPr>
        <p:spPr>
          <a:xfrm>
            <a:off x="2184762" y="3135085"/>
            <a:ext cx="101237" cy="101237"/>
          </a:xfrm>
          <a:prstGeom prst="rect">
            <a:avLst/>
          </a:prstGeom>
          <a:solidFill>
            <a:srgbClr val="D88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Rectangle 744"/>
          <p:cNvSpPr/>
          <p:nvPr/>
        </p:nvSpPr>
        <p:spPr>
          <a:xfrm>
            <a:off x="2286000" y="3135085"/>
            <a:ext cx="101237" cy="101237"/>
          </a:xfrm>
          <a:prstGeom prst="rect">
            <a:avLst/>
          </a:prstGeom>
          <a:solidFill>
            <a:srgbClr val="E7B1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Rectangle 745"/>
          <p:cNvSpPr/>
          <p:nvPr/>
        </p:nvSpPr>
        <p:spPr>
          <a:xfrm>
            <a:off x="2387237" y="3135085"/>
            <a:ext cx="101237" cy="101237"/>
          </a:xfrm>
          <a:prstGeom prst="rect">
            <a:avLst/>
          </a:prstGeom>
          <a:solidFill>
            <a:srgbClr val="E09A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Rectangle 746"/>
          <p:cNvSpPr/>
          <p:nvPr/>
        </p:nvSpPr>
        <p:spPr>
          <a:xfrm>
            <a:off x="2488474" y="3135085"/>
            <a:ext cx="101237" cy="101237"/>
          </a:xfrm>
          <a:prstGeom prst="rect">
            <a:avLst/>
          </a:prstGeom>
          <a:solidFill>
            <a:srgbClr val="DF9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Rectangle 747"/>
          <p:cNvSpPr/>
          <p:nvPr/>
        </p:nvSpPr>
        <p:spPr>
          <a:xfrm>
            <a:off x="2589711" y="3135085"/>
            <a:ext cx="101237" cy="101237"/>
          </a:xfrm>
          <a:prstGeom prst="rect">
            <a:avLst/>
          </a:prstGeom>
          <a:solidFill>
            <a:srgbClr val="CD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Rectangle 748"/>
          <p:cNvSpPr/>
          <p:nvPr/>
        </p:nvSpPr>
        <p:spPr>
          <a:xfrm>
            <a:off x="2690948" y="3135085"/>
            <a:ext cx="101237" cy="101237"/>
          </a:xfrm>
          <a:prstGeom prst="rect">
            <a:avLst/>
          </a:prstGeom>
          <a:solidFill>
            <a:srgbClr val="B0D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Rectangle 749"/>
          <p:cNvSpPr/>
          <p:nvPr/>
        </p:nvSpPr>
        <p:spPr>
          <a:xfrm>
            <a:off x="2792185" y="3135085"/>
            <a:ext cx="101237" cy="101237"/>
          </a:xfrm>
          <a:prstGeom prst="rect">
            <a:avLst/>
          </a:prstGeom>
          <a:solidFill>
            <a:srgbClr val="50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Rectangle 750"/>
          <p:cNvSpPr/>
          <p:nvPr/>
        </p:nvSpPr>
        <p:spPr>
          <a:xfrm>
            <a:off x="2893422" y="3135085"/>
            <a:ext cx="101237" cy="101237"/>
          </a:xfrm>
          <a:prstGeom prst="rect">
            <a:avLst/>
          </a:prstGeom>
          <a:solidFill>
            <a:srgbClr val="52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Rectangle 751"/>
          <p:cNvSpPr/>
          <p:nvPr/>
        </p:nvSpPr>
        <p:spPr>
          <a:xfrm>
            <a:off x="2994660" y="3135085"/>
            <a:ext cx="101237" cy="101237"/>
          </a:xfrm>
          <a:prstGeom prst="rect">
            <a:avLst/>
          </a:prstGeom>
          <a:solidFill>
            <a:srgbClr val="49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Rectangle 752"/>
          <p:cNvSpPr/>
          <p:nvPr/>
        </p:nvSpPr>
        <p:spPr>
          <a:xfrm>
            <a:off x="3095897" y="3135085"/>
            <a:ext cx="101237" cy="101237"/>
          </a:xfrm>
          <a:prstGeom prst="rect">
            <a:avLst/>
          </a:prstGeom>
          <a:solidFill>
            <a:srgbClr val="58A6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Rectangle 753"/>
          <p:cNvSpPr/>
          <p:nvPr/>
        </p:nvSpPr>
        <p:spPr>
          <a:xfrm>
            <a:off x="3197134" y="3135085"/>
            <a:ext cx="101237" cy="101237"/>
          </a:xfrm>
          <a:prstGeom prst="rect">
            <a:avLst/>
          </a:prstGeom>
          <a:solidFill>
            <a:srgbClr val="60AA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Rectangle 754"/>
          <p:cNvSpPr/>
          <p:nvPr/>
        </p:nvSpPr>
        <p:spPr>
          <a:xfrm>
            <a:off x="3298371" y="3135085"/>
            <a:ext cx="101237" cy="101237"/>
          </a:xfrm>
          <a:prstGeom prst="rect">
            <a:avLst/>
          </a:prstGeom>
          <a:solidFill>
            <a:srgbClr val="70B3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Rectangle 755"/>
          <p:cNvSpPr/>
          <p:nvPr/>
        </p:nvSpPr>
        <p:spPr>
          <a:xfrm>
            <a:off x="3399608" y="3135085"/>
            <a:ext cx="101237" cy="101237"/>
          </a:xfrm>
          <a:prstGeom prst="rect">
            <a:avLst/>
          </a:prstGeom>
          <a:solidFill>
            <a:srgbClr val="DA8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Rectangle 756"/>
          <p:cNvSpPr/>
          <p:nvPr/>
        </p:nvSpPr>
        <p:spPr>
          <a:xfrm>
            <a:off x="3500845" y="3135085"/>
            <a:ext cx="101237" cy="101237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Rectangle 757"/>
          <p:cNvSpPr/>
          <p:nvPr/>
        </p:nvSpPr>
        <p:spPr>
          <a:xfrm>
            <a:off x="3602082" y="3135085"/>
            <a:ext cx="101237" cy="101237"/>
          </a:xfrm>
          <a:prstGeom prst="rect">
            <a:avLst/>
          </a:prstGeom>
          <a:solidFill>
            <a:srgbClr val="DA8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Rectangle 758"/>
          <p:cNvSpPr/>
          <p:nvPr/>
        </p:nvSpPr>
        <p:spPr>
          <a:xfrm>
            <a:off x="868680" y="3236322"/>
            <a:ext cx="101237" cy="101237"/>
          </a:xfrm>
          <a:prstGeom prst="rect">
            <a:avLst/>
          </a:prstGeom>
          <a:solidFill>
            <a:srgbClr val="F9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Rectangle 759"/>
          <p:cNvSpPr/>
          <p:nvPr/>
        </p:nvSpPr>
        <p:spPr>
          <a:xfrm>
            <a:off x="969917" y="3236322"/>
            <a:ext cx="101237" cy="101237"/>
          </a:xfrm>
          <a:prstGeom prst="rect">
            <a:avLst/>
          </a:prstGeom>
          <a:solidFill>
            <a:srgbClr val="FC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Rectangle 760"/>
          <p:cNvSpPr/>
          <p:nvPr/>
        </p:nvSpPr>
        <p:spPr>
          <a:xfrm>
            <a:off x="1071154" y="3236322"/>
            <a:ext cx="101237" cy="101237"/>
          </a:xfrm>
          <a:prstGeom prst="rect">
            <a:avLst/>
          </a:prstGeom>
          <a:solidFill>
            <a:srgbClr val="FC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Rectangle 761"/>
          <p:cNvSpPr/>
          <p:nvPr/>
        </p:nvSpPr>
        <p:spPr>
          <a:xfrm>
            <a:off x="1172391" y="3236322"/>
            <a:ext cx="101237" cy="101237"/>
          </a:xfrm>
          <a:prstGeom prst="rect">
            <a:avLst/>
          </a:prstGeom>
          <a:solidFill>
            <a:srgbClr val="B3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Rectangle 762"/>
          <p:cNvSpPr/>
          <p:nvPr/>
        </p:nvSpPr>
        <p:spPr>
          <a:xfrm>
            <a:off x="1273628" y="3236322"/>
            <a:ext cx="101237" cy="101237"/>
          </a:xfrm>
          <a:prstGeom prst="rect">
            <a:avLst/>
          </a:prstGeom>
          <a:solidFill>
            <a:srgbClr val="D8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Rectangle 763"/>
          <p:cNvSpPr/>
          <p:nvPr/>
        </p:nvSpPr>
        <p:spPr>
          <a:xfrm>
            <a:off x="1374865" y="3236322"/>
            <a:ext cx="101237" cy="101237"/>
          </a:xfrm>
          <a:prstGeom prst="rect">
            <a:avLst/>
          </a:prstGeom>
          <a:solidFill>
            <a:srgbClr val="C8E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Rectangle 764"/>
          <p:cNvSpPr/>
          <p:nvPr/>
        </p:nvSpPr>
        <p:spPr>
          <a:xfrm>
            <a:off x="1476102" y="3236322"/>
            <a:ext cx="101237" cy="101237"/>
          </a:xfrm>
          <a:prstGeom prst="rect">
            <a:avLst/>
          </a:prstGeom>
          <a:solidFill>
            <a:srgbClr val="F1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Rectangle 765"/>
          <p:cNvSpPr/>
          <p:nvPr/>
        </p:nvSpPr>
        <p:spPr>
          <a:xfrm>
            <a:off x="1577340" y="3236322"/>
            <a:ext cx="101237" cy="101237"/>
          </a:xfrm>
          <a:prstGeom prst="rect">
            <a:avLst/>
          </a:prstGeom>
          <a:solidFill>
            <a:srgbClr val="F3D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Rectangle 766"/>
          <p:cNvSpPr/>
          <p:nvPr/>
        </p:nvSpPr>
        <p:spPr>
          <a:xfrm>
            <a:off x="1678577" y="3236322"/>
            <a:ext cx="101237" cy="101237"/>
          </a:xfrm>
          <a:prstGeom prst="rect">
            <a:avLst/>
          </a:prstGeom>
          <a:solidFill>
            <a:srgbClr val="F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Rectangle 767"/>
          <p:cNvSpPr/>
          <p:nvPr/>
        </p:nvSpPr>
        <p:spPr>
          <a:xfrm>
            <a:off x="1779814" y="3236322"/>
            <a:ext cx="101237" cy="101237"/>
          </a:xfrm>
          <a:prstGeom prst="rect">
            <a:avLst/>
          </a:prstGeom>
          <a:solidFill>
            <a:srgbClr val="EA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Rectangle 768"/>
          <p:cNvSpPr/>
          <p:nvPr/>
        </p:nvSpPr>
        <p:spPr>
          <a:xfrm>
            <a:off x="1881051" y="3236322"/>
            <a:ext cx="101237" cy="101237"/>
          </a:xfrm>
          <a:prstGeom prst="rect">
            <a:avLst/>
          </a:prstGeom>
          <a:solidFill>
            <a:srgbClr val="E4A6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Rectangle 769"/>
          <p:cNvSpPr/>
          <p:nvPr/>
        </p:nvSpPr>
        <p:spPr>
          <a:xfrm>
            <a:off x="1982288" y="3236322"/>
            <a:ext cx="101237" cy="101237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Rectangle 770"/>
          <p:cNvSpPr/>
          <p:nvPr/>
        </p:nvSpPr>
        <p:spPr>
          <a:xfrm>
            <a:off x="2083525" y="3236322"/>
            <a:ext cx="101237" cy="101237"/>
          </a:xfrm>
          <a:prstGeom prst="rect">
            <a:avLst/>
          </a:prstGeom>
          <a:solidFill>
            <a:srgbClr val="F4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Rectangle 771"/>
          <p:cNvSpPr/>
          <p:nvPr/>
        </p:nvSpPr>
        <p:spPr>
          <a:xfrm>
            <a:off x="2184762" y="3236322"/>
            <a:ext cx="101237" cy="101237"/>
          </a:xfrm>
          <a:prstGeom prst="rect">
            <a:avLst/>
          </a:prstGeom>
          <a:solidFill>
            <a:srgbClr val="D87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Rectangle 772"/>
          <p:cNvSpPr/>
          <p:nvPr/>
        </p:nvSpPr>
        <p:spPr>
          <a:xfrm>
            <a:off x="2286000" y="3236322"/>
            <a:ext cx="101237" cy="101237"/>
          </a:xfrm>
          <a:prstGeom prst="rect">
            <a:avLst/>
          </a:prstGeom>
          <a:solidFill>
            <a:srgbClr val="EBB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Rectangle 773"/>
          <p:cNvSpPr/>
          <p:nvPr/>
        </p:nvSpPr>
        <p:spPr>
          <a:xfrm>
            <a:off x="2387237" y="3236322"/>
            <a:ext cx="101237" cy="101237"/>
          </a:xfrm>
          <a:prstGeom prst="rect">
            <a:avLst/>
          </a:prstGeom>
          <a:solidFill>
            <a:srgbClr val="D98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Rectangle 774"/>
          <p:cNvSpPr/>
          <p:nvPr/>
        </p:nvSpPr>
        <p:spPr>
          <a:xfrm>
            <a:off x="2488474" y="3236322"/>
            <a:ext cx="101237" cy="101237"/>
          </a:xfrm>
          <a:prstGeom prst="rect">
            <a:avLst/>
          </a:prstGeom>
          <a:solidFill>
            <a:srgbClr val="D26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Rectangle 775"/>
          <p:cNvSpPr/>
          <p:nvPr/>
        </p:nvSpPr>
        <p:spPr>
          <a:xfrm>
            <a:off x="2589711" y="3236322"/>
            <a:ext cx="101237" cy="101237"/>
          </a:xfrm>
          <a:prstGeom prst="rect">
            <a:avLst/>
          </a:prstGeom>
          <a:solidFill>
            <a:srgbClr val="F6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Rectangle 776"/>
          <p:cNvSpPr/>
          <p:nvPr/>
        </p:nvSpPr>
        <p:spPr>
          <a:xfrm>
            <a:off x="2690948" y="3236322"/>
            <a:ext cx="101237" cy="101237"/>
          </a:xfrm>
          <a:prstGeom prst="rect">
            <a:avLst/>
          </a:prstGeom>
          <a:solidFill>
            <a:srgbClr val="C3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Rectangle 777"/>
          <p:cNvSpPr/>
          <p:nvPr/>
        </p:nvSpPr>
        <p:spPr>
          <a:xfrm>
            <a:off x="2792185" y="3236322"/>
            <a:ext cx="101237" cy="101237"/>
          </a:xfrm>
          <a:prstGeom prst="rect">
            <a:avLst/>
          </a:prstGeom>
          <a:solidFill>
            <a:srgbClr val="98C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Rectangle 778"/>
          <p:cNvSpPr/>
          <p:nvPr/>
        </p:nvSpPr>
        <p:spPr>
          <a:xfrm>
            <a:off x="2893422" y="3236322"/>
            <a:ext cx="101237" cy="101237"/>
          </a:xfrm>
          <a:prstGeom prst="rect">
            <a:avLst/>
          </a:prstGeom>
          <a:solidFill>
            <a:srgbClr val="8EC3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Rectangle 779"/>
          <p:cNvSpPr/>
          <p:nvPr/>
        </p:nvSpPr>
        <p:spPr>
          <a:xfrm>
            <a:off x="2994660" y="3236322"/>
            <a:ext cx="101237" cy="101237"/>
          </a:xfrm>
          <a:prstGeom prst="rect">
            <a:avLst/>
          </a:prstGeom>
          <a:solidFill>
            <a:srgbClr val="92C5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Rectangle 780"/>
          <p:cNvSpPr/>
          <p:nvPr/>
        </p:nvSpPr>
        <p:spPr>
          <a:xfrm>
            <a:off x="3095897" y="3236322"/>
            <a:ext cx="101237" cy="101237"/>
          </a:xfrm>
          <a:prstGeom prst="rect">
            <a:avLst/>
          </a:prstGeom>
          <a:solidFill>
            <a:srgbClr val="A0C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Rectangle 781"/>
          <p:cNvSpPr/>
          <p:nvPr/>
        </p:nvSpPr>
        <p:spPr>
          <a:xfrm>
            <a:off x="3197134" y="3236322"/>
            <a:ext cx="101237" cy="101237"/>
          </a:xfrm>
          <a:prstGeom prst="rect">
            <a:avLst/>
          </a:prstGeom>
          <a:solidFill>
            <a:srgbClr val="A6C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Rectangle 782"/>
          <p:cNvSpPr/>
          <p:nvPr/>
        </p:nvSpPr>
        <p:spPr>
          <a:xfrm>
            <a:off x="3298371" y="3236322"/>
            <a:ext cx="101237" cy="101237"/>
          </a:xfrm>
          <a:prstGeom prst="rect">
            <a:avLst/>
          </a:prstGeom>
          <a:solidFill>
            <a:srgbClr val="B3D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Rectangle 783"/>
          <p:cNvSpPr/>
          <p:nvPr/>
        </p:nvSpPr>
        <p:spPr>
          <a:xfrm>
            <a:off x="3399608" y="3236322"/>
            <a:ext cx="101237" cy="101237"/>
          </a:xfrm>
          <a:prstGeom prst="rect">
            <a:avLst/>
          </a:prstGeom>
          <a:solidFill>
            <a:srgbClr val="D26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Rectangle 784"/>
          <p:cNvSpPr/>
          <p:nvPr/>
        </p:nvSpPr>
        <p:spPr>
          <a:xfrm>
            <a:off x="3500845" y="3236322"/>
            <a:ext cx="101237" cy="101237"/>
          </a:xfrm>
          <a:prstGeom prst="rect">
            <a:avLst/>
          </a:prstGeom>
          <a:solidFill>
            <a:srgbClr val="DA8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Rectangle 785"/>
          <p:cNvSpPr/>
          <p:nvPr/>
        </p:nvSpPr>
        <p:spPr>
          <a:xfrm>
            <a:off x="3602082" y="3236322"/>
            <a:ext cx="101237" cy="101237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Rectangle 786"/>
          <p:cNvSpPr/>
          <p:nvPr/>
        </p:nvSpPr>
        <p:spPr>
          <a:xfrm>
            <a:off x="868680" y="502920"/>
            <a:ext cx="2834640" cy="2834640"/>
          </a:xfrm>
          <a:prstGeom prst="rect">
            <a:avLst/>
          </a:prstGeom>
          <a:noFill/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Rectangle 787"/>
          <p:cNvSpPr/>
          <p:nvPr/>
        </p:nvSpPr>
        <p:spPr>
          <a:xfrm>
            <a:off x="868680" y="411480"/>
            <a:ext cx="101237" cy="73152"/>
          </a:xfrm>
          <a:prstGeom prst="rect">
            <a:avLst/>
          </a:prstGeom>
          <a:solidFill>
            <a:srgbClr val="775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Rectangle 788"/>
          <p:cNvSpPr/>
          <p:nvPr/>
        </p:nvSpPr>
        <p:spPr>
          <a:xfrm>
            <a:off x="777240" y="502920"/>
            <a:ext cx="73152" cy="101237"/>
          </a:xfrm>
          <a:prstGeom prst="rect">
            <a:avLst/>
          </a:prstGeom>
          <a:solidFill>
            <a:srgbClr val="775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Rectangle 789"/>
          <p:cNvSpPr/>
          <p:nvPr/>
        </p:nvSpPr>
        <p:spPr>
          <a:xfrm>
            <a:off x="969917" y="411480"/>
            <a:ext cx="101237" cy="73152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Rectangle 790"/>
          <p:cNvSpPr/>
          <p:nvPr/>
        </p:nvSpPr>
        <p:spPr>
          <a:xfrm>
            <a:off x="777240" y="604157"/>
            <a:ext cx="73152" cy="101237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Rectangle 791"/>
          <p:cNvSpPr/>
          <p:nvPr/>
        </p:nvSpPr>
        <p:spPr>
          <a:xfrm>
            <a:off x="1071154" y="411480"/>
            <a:ext cx="101237" cy="73152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Rectangle 792"/>
          <p:cNvSpPr/>
          <p:nvPr/>
        </p:nvSpPr>
        <p:spPr>
          <a:xfrm>
            <a:off x="777240" y="705394"/>
            <a:ext cx="73152" cy="101237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Rectangle 793"/>
          <p:cNvSpPr/>
          <p:nvPr/>
        </p:nvSpPr>
        <p:spPr>
          <a:xfrm>
            <a:off x="1172391" y="411480"/>
            <a:ext cx="101237" cy="73152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Rectangle 794"/>
          <p:cNvSpPr/>
          <p:nvPr/>
        </p:nvSpPr>
        <p:spPr>
          <a:xfrm>
            <a:off x="777240" y="806631"/>
            <a:ext cx="73152" cy="101237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Rectangle 795"/>
          <p:cNvSpPr/>
          <p:nvPr/>
        </p:nvSpPr>
        <p:spPr>
          <a:xfrm>
            <a:off x="1273628" y="411480"/>
            <a:ext cx="101237" cy="73152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Rectangle 796"/>
          <p:cNvSpPr/>
          <p:nvPr/>
        </p:nvSpPr>
        <p:spPr>
          <a:xfrm>
            <a:off x="777240" y="907868"/>
            <a:ext cx="73152" cy="101237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Rectangle 797"/>
          <p:cNvSpPr/>
          <p:nvPr/>
        </p:nvSpPr>
        <p:spPr>
          <a:xfrm>
            <a:off x="1374865" y="411480"/>
            <a:ext cx="101237" cy="73152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Rectangle 798"/>
          <p:cNvSpPr/>
          <p:nvPr/>
        </p:nvSpPr>
        <p:spPr>
          <a:xfrm>
            <a:off x="777240" y="1009105"/>
            <a:ext cx="73152" cy="101237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Rectangle 799"/>
          <p:cNvSpPr/>
          <p:nvPr/>
        </p:nvSpPr>
        <p:spPr>
          <a:xfrm>
            <a:off x="1476102" y="411480"/>
            <a:ext cx="101237" cy="73152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Rectangle 800"/>
          <p:cNvSpPr/>
          <p:nvPr/>
        </p:nvSpPr>
        <p:spPr>
          <a:xfrm>
            <a:off x="777240" y="1110342"/>
            <a:ext cx="73152" cy="101237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Rectangle 801"/>
          <p:cNvSpPr/>
          <p:nvPr/>
        </p:nvSpPr>
        <p:spPr>
          <a:xfrm>
            <a:off x="1577340" y="411480"/>
            <a:ext cx="101237" cy="73152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Rectangle 802"/>
          <p:cNvSpPr/>
          <p:nvPr/>
        </p:nvSpPr>
        <p:spPr>
          <a:xfrm>
            <a:off x="777240" y="1211580"/>
            <a:ext cx="73152" cy="101237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Rectangle 803"/>
          <p:cNvSpPr/>
          <p:nvPr/>
        </p:nvSpPr>
        <p:spPr>
          <a:xfrm>
            <a:off x="1678577" y="411480"/>
            <a:ext cx="101237" cy="73152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Rectangle 804"/>
          <p:cNvSpPr/>
          <p:nvPr/>
        </p:nvSpPr>
        <p:spPr>
          <a:xfrm>
            <a:off x="777240" y="1312817"/>
            <a:ext cx="73152" cy="101237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Rectangle 805"/>
          <p:cNvSpPr/>
          <p:nvPr/>
        </p:nvSpPr>
        <p:spPr>
          <a:xfrm>
            <a:off x="1779814" y="411480"/>
            <a:ext cx="101237" cy="73152"/>
          </a:xfrm>
          <a:prstGeom prst="rect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Rectangle 806"/>
          <p:cNvSpPr/>
          <p:nvPr/>
        </p:nvSpPr>
        <p:spPr>
          <a:xfrm>
            <a:off x="777240" y="1414054"/>
            <a:ext cx="73152" cy="101237"/>
          </a:xfrm>
          <a:prstGeom prst="rect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Rectangle 807"/>
          <p:cNvSpPr/>
          <p:nvPr/>
        </p:nvSpPr>
        <p:spPr>
          <a:xfrm>
            <a:off x="1881051" y="411480"/>
            <a:ext cx="101237" cy="73152"/>
          </a:xfrm>
          <a:prstGeom prst="rect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Rectangle 808"/>
          <p:cNvSpPr/>
          <p:nvPr/>
        </p:nvSpPr>
        <p:spPr>
          <a:xfrm>
            <a:off x="777240" y="1515291"/>
            <a:ext cx="73152" cy="101237"/>
          </a:xfrm>
          <a:prstGeom prst="rect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Rectangle 809"/>
          <p:cNvSpPr/>
          <p:nvPr/>
        </p:nvSpPr>
        <p:spPr>
          <a:xfrm>
            <a:off x="1982288" y="411480"/>
            <a:ext cx="101237" cy="73152"/>
          </a:xfrm>
          <a:prstGeom prst="rect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Rectangle 810"/>
          <p:cNvSpPr/>
          <p:nvPr/>
        </p:nvSpPr>
        <p:spPr>
          <a:xfrm>
            <a:off x="777240" y="1616528"/>
            <a:ext cx="73152" cy="101237"/>
          </a:xfrm>
          <a:prstGeom prst="rect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Rectangle 811"/>
          <p:cNvSpPr/>
          <p:nvPr/>
        </p:nvSpPr>
        <p:spPr>
          <a:xfrm>
            <a:off x="2083525" y="411480"/>
            <a:ext cx="101237" cy="73152"/>
          </a:xfrm>
          <a:prstGeom prst="rect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Rectangle 812"/>
          <p:cNvSpPr/>
          <p:nvPr/>
        </p:nvSpPr>
        <p:spPr>
          <a:xfrm>
            <a:off x="777240" y="1717765"/>
            <a:ext cx="73152" cy="101237"/>
          </a:xfrm>
          <a:prstGeom prst="rect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Rectangle 813"/>
          <p:cNvSpPr/>
          <p:nvPr/>
        </p:nvSpPr>
        <p:spPr>
          <a:xfrm>
            <a:off x="2184762" y="411480"/>
            <a:ext cx="101237" cy="73152"/>
          </a:xfrm>
          <a:prstGeom prst="rect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5" name="Rectangle 814"/>
          <p:cNvSpPr/>
          <p:nvPr/>
        </p:nvSpPr>
        <p:spPr>
          <a:xfrm>
            <a:off x="777240" y="1819002"/>
            <a:ext cx="73152" cy="101237"/>
          </a:xfrm>
          <a:prstGeom prst="rect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Rectangle 815"/>
          <p:cNvSpPr/>
          <p:nvPr/>
        </p:nvSpPr>
        <p:spPr>
          <a:xfrm>
            <a:off x="2286000" y="411480"/>
            <a:ext cx="101237" cy="73152"/>
          </a:xfrm>
          <a:prstGeom prst="rect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Rectangle 816"/>
          <p:cNvSpPr/>
          <p:nvPr/>
        </p:nvSpPr>
        <p:spPr>
          <a:xfrm>
            <a:off x="777240" y="1920240"/>
            <a:ext cx="73152" cy="101237"/>
          </a:xfrm>
          <a:prstGeom prst="rect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8" name="Rectangle 817"/>
          <p:cNvSpPr/>
          <p:nvPr/>
        </p:nvSpPr>
        <p:spPr>
          <a:xfrm>
            <a:off x="2387237" y="411480"/>
            <a:ext cx="101237" cy="73152"/>
          </a:xfrm>
          <a:prstGeom prst="rect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Rectangle 818"/>
          <p:cNvSpPr/>
          <p:nvPr/>
        </p:nvSpPr>
        <p:spPr>
          <a:xfrm>
            <a:off x="777240" y="2021477"/>
            <a:ext cx="73152" cy="101237"/>
          </a:xfrm>
          <a:prstGeom prst="rect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Rectangle 819"/>
          <p:cNvSpPr/>
          <p:nvPr/>
        </p:nvSpPr>
        <p:spPr>
          <a:xfrm>
            <a:off x="2488474" y="411480"/>
            <a:ext cx="101237" cy="73152"/>
          </a:xfrm>
          <a:prstGeom prst="rect">
            <a:avLst/>
          </a:prstGeom>
          <a:solidFill>
            <a:srgbClr val="5A8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" name="Rectangle 820"/>
          <p:cNvSpPr/>
          <p:nvPr/>
        </p:nvSpPr>
        <p:spPr>
          <a:xfrm>
            <a:off x="777240" y="2122714"/>
            <a:ext cx="73152" cy="101237"/>
          </a:xfrm>
          <a:prstGeom prst="rect">
            <a:avLst/>
          </a:prstGeom>
          <a:solidFill>
            <a:srgbClr val="5A8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Rectangle 821"/>
          <p:cNvSpPr/>
          <p:nvPr/>
        </p:nvSpPr>
        <p:spPr>
          <a:xfrm>
            <a:off x="2589711" y="411480"/>
            <a:ext cx="101237" cy="73152"/>
          </a:xfrm>
          <a:prstGeom prst="rect">
            <a:avLst/>
          </a:prstGeom>
          <a:solidFill>
            <a:srgbClr val="5A8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Rectangle 822"/>
          <p:cNvSpPr/>
          <p:nvPr/>
        </p:nvSpPr>
        <p:spPr>
          <a:xfrm>
            <a:off x="777240" y="2223951"/>
            <a:ext cx="73152" cy="101237"/>
          </a:xfrm>
          <a:prstGeom prst="rect">
            <a:avLst/>
          </a:prstGeom>
          <a:solidFill>
            <a:srgbClr val="5A8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Rectangle 823"/>
          <p:cNvSpPr/>
          <p:nvPr/>
        </p:nvSpPr>
        <p:spPr>
          <a:xfrm>
            <a:off x="2690948" y="411480"/>
            <a:ext cx="101237" cy="73152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Rectangle 824"/>
          <p:cNvSpPr/>
          <p:nvPr/>
        </p:nvSpPr>
        <p:spPr>
          <a:xfrm>
            <a:off x="777240" y="2325188"/>
            <a:ext cx="73152" cy="101237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Rectangle 825"/>
          <p:cNvSpPr/>
          <p:nvPr/>
        </p:nvSpPr>
        <p:spPr>
          <a:xfrm>
            <a:off x="2792185" y="411480"/>
            <a:ext cx="101237" cy="73152"/>
          </a:xfrm>
          <a:prstGeom prst="rect">
            <a:avLst/>
          </a:prstGeom>
          <a:solidFill>
            <a:srgbClr val="A2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Rectangle 826"/>
          <p:cNvSpPr/>
          <p:nvPr/>
        </p:nvSpPr>
        <p:spPr>
          <a:xfrm>
            <a:off x="777240" y="2426425"/>
            <a:ext cx="73152" cy="101237"/>
          </a:xfrm>
          <a:prstGeom prst="rect">
            <a:avLst/>
          </a:prstGeom>
          <a:solidFill>
            <a:srgbClr val="A2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Rectangle 827"/>
          <p:cNvSpPr/>
          <p:nvPr/>
        </p:nvSpPr>
        <p:spPr>
          <a:xfrm>
            <a:off x="2893422" y="411480"/>
            <a:ext cx="101237" cy="73152"/>
          </a:xfrm>
          <a:prstGeom prst="rect">
            <a:avLst/>
          </a:prstGeom>
          <a:solidFill>
            <a:srgbClr val="A2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Rectangle 828"/>
          <p:cNvSpPr/>
          <p:nvPr/>
        </p:nvSpPr>
        <p:spPr>
          <a:xfrm>
            <a:off x="777240" y="2527662"/>
            <a:ext cx="73152" cy="101237"/>
          </a:xfrm>
          <a:prstGeom prst="rect">
            <a:avLst/>
          </a:prstGeom>
          <a:solidFill>
            <a:srgbClr val="A2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0" name="Rectangle 829"/>
          <p:cNvSpPr/>
          <p:nvPr/>
        </p:nvSpPr>
        <p:spPr>
          <a:xfrm>
            <a:off x="2994660" y="411480"/>
            <a:ext cx="101237" cy="73152"/>
          </a:xfrm>
          <a:prstGeom prst="rect">
            <a:avLst/>
          </a:prstGeom>
          <a:solidFill>
            <a:srgbClr val="A2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Rectangle 830"/>
          <p:cNvSpPr/>
          <p:nvPr/>
        </p:nvSpPr>
        <p:spPr>
          <a:xfrm>
            <a:off x="777240" y="2628900"/>
            <a:ext cx="73152" cy="101237"/>
          </a:xfrm>
          <a:prstGeom prst="rect">
            <a:avLst/>
          </a:prstGeom>
          <a:solidFill>
            <a:srgbClr val="A2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Rectangle 831"/>
          <p:cNvSpPr/>
          <p:nvPr/>
        </p:nvSpPr>
        <p:spPr>
          <a:xfrm>
            <a:off x="3095897" y="411480"/>
            <a:ext cx="101237" cy="73152"/>
          </a:xfrm>
          <a:prstGeom prst="rect">
            <a:avLst/>
          </a:prstGeom>
          <a:solidFill>
            <a:srgbClr val="E3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3" name="Rectangle 832"/>
          <p:cNvSpPr/>
          <p:nvPr/>
        </p:nvSpPr>
        <p:spPr>
          <a:xfrm>
            <a:off x="777240" y="2730137"/>
            <a:ext cx="73152" cy="101237"/>
          </a:xfrm>
          <a:prstGeom prst="rect">
            <a:avLst/>
          </a:prstGeom>
          <a:solidFill>
            <a:srgbClr val="E3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Rectangle 833"/>
          <p:cNvSpPr/>
          <p:nvPr/>
        </p:nvSpPr>
        <p:spPr>
          <a:xfrm>
            <a:off x="3197134" y="411480"/>
            <a:ext cx="101237" cy="73152"/>
          </a:xfrm>
          <a:prstGeom prst="rect">
            <a:avLst/>
          </a:prstGeom>
          <a:solidFill>
            <a:srgbClr val="E3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Rectangle 834"/>
          <p:cNvSpPr/>
          <p:nvPr/>
        </p:nvSpPr>
        <p:spPr>
          <a:xfrm>
            <a:off x="777240" y="2831374"/>
            <a:ext cx="73152" cy="101237"/>
          </a:xfrm>
          <a:prstGeom prst="rect">
            <a:avLst/>
          </a:prstGeom>
          <a:solidFill>
            <a:srgbClr val="E3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6" name="Rectangle 835"/>
          <p:cNvSpPr/>
          <p:nvPr/>
        </p:nvSpPr>
        <p:spPr>
          <a:xfrm>
            <a:off x="3298371" y="411480"/>
            <a:ext cx="101237" cy="73152"/>
          </a:xfrm>
          <a:prstGeom prst="rect">
            <a:avLst/>
          </a:prstGeom>
          <a:solidFill>
            <a:srgbClr val="E3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Rectangle 836"/>
          <p:cNvSpPr/>
          <p:nvPr/>
        </p:nvSpPr>
        <p:spPr>
          <a:xfrm>
            <a:off x="777240" y="2932611"/>
            <a:ext cx="73152" cy="101237"/>
          </a:xfrm>
          <a:prstGeom prst="rect">
            <a:avLst/>
          </a:prstGeom>
          <a:solidFill>
            <a:srgbClr val="E3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Rectangle 837"/>
          <p:cNvSpPr/>
          <p:nvPr/>
        </p:nvSpPr>
        <p:spPr>
          <a:xfrm>
            <a:off x="3399608" y="411480"/>
            <a:ext cx="101237" cy="73152"/>
          </a:xfrm>
          <a:prstGeom prst="rect">
            <a:avLst/>
          </a:prstGeom>
          <a:solidFill>
            <a:srgbClr val="5A8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9" name="Rectangle 838"/>
          <p:cNvSpPr/>
          <p:nvPr/>
        </p:nvSpPr>
        <p:spPr>
          <a:xfrm>
            <a:off x="777240" y="3033848"/>
            <a:ext cx="73152" cy="101237"/>
          </a:xfrm>
          <a:prstGeom prst="rect">
            <a:avLst/>
          </a:prstGeom>
          <a:solidFill>
            <a:srgbClr val="5A8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Rectangle 839"/>
          <p:cNvSpPr/>
          <p:nvPr/>
        </p:nvSpPr>
        <p:spPr>
          <a:xfrm>
            <a:off x="3500845" y="411480"/>
            <a:ext cx="101237" cy="73152"/>
          </a:xfrm>
          <a:prstGeom prst="rect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Rectangle 840"/>
          <p:cNvSpPr/>
          <p:nvPr/>
        </p:nvSpPr>
        <p:spPr>
          <a:xfrm>
            <a:off x="777240" y="3135085"/>
            <a:ext cx="73152" cy="101237"/>
          </a:xfrm>
          <a:prstGeom prst="rect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2" name="Rectangle 841"/>
          <p:cNvSpPr/>
          <p:nvPr/>
        </p:nvSpPr>
        <p:spPr>
          <a:xfrm>
            <a:off x="3602082" y="411480"/>
            <a:ext cx="101237" cy="73152"/>
          </a:xfrm>
          <a:prstGeom prst="rect">
            <a:avLst/>
          </a:prstGeom>
          <a:solidFill>
            <a:srgbClr val="5A8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Rectangle 842"/>
          <p:cNvSpPr/>
          <p:nvPr/>
        </p:nvSpPr>
        <p:spPr>
          <a:xfrm>
            <a:off x="777240" y="3236322"/>
            <a:ext cx="73152" cy="101237"/>
          </a:xfrm>
          <a:prstGeom prst="rect">
            <a:avLst/>
          </a:prstGeom>
          <a:solidFill>
            <a:srgbClr val="5A8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4" name="Connector 843"/>
          <p:cNvCxnSpPr/>
          <p:nvPr/>
        </p:nvCxnSpPr>
        <p:spPr>
          <a:xfrm>
            <a:off x="919298" y="333756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5" name="TextBox 844"/>
          <p:cNvSpPr txBox="1"/>
          <p:nvPr/>
        </p:nvSpPr>
        <p:spPr>
          <a:xfrm>
            <a:off x="809570" y="3392424"/>
            <a:ext cx="219456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1</a:t>
            </a:r>
          </a:p>
        </p:txBody>
      </p:sp>
      <p:cxnSp>
        <p:nvCxnSpPr>
          <p:cNvPr id="846" name="Connector 845"/>
          <p:cNvCxnSpPr/>
          <p:nvPr/>
        </p:nvCxnSpPr>
        <p:spPr>
          <a:xfrm>
            <a:off x="1324247" y="333756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7" name="TextBox 846"/>
          <p:cNvSpPr txBox="1"/>
          <p:nvPr/>
        </p:nvSpPr>
        <p:spPr>
          <a:xfrm>
            <a:off x="1214519" y="3392424"/>
            <a:ext cx="219456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5</a:t>
            </a:r>
          </a:p>
        </p:txBody>
      </p:sp>
      <p:cxnSp>
        <p:nvCxnSpPr>
          <p:cNvPr id="848" name="Connector 847"/>
          <p:cNvCxnSpPr/>
          <p:nvPr/>
        </p:nvCxnSpPr>
        <p:spPr>
          <a:xfrm>
            <a:off x="1830432" y="333756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9" name="TextBox 848"/>
          <p:cNvSpPr txBox="1"/>
          <p:nvPr/>
        </p:nvSpPr>
        <p:spPr>
          <a:xfrm>
            <a:off x="1720704" y="3392424"/>
            <a:ext cx="219456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10</a:t>
            </a:r>
          </a:p>
        </p:txBody>
      </p:sp>
      <p:cxnSp>
        <p:nvCxnSpPr>
          <p:cNvPr id="850" name="Connector 849"/>
          <p:cNvCxnSpPr/>
          <p:nvPr/>
        </p:nvCxnSpPr>
        <p:spPr>
          <a:xfrm>
            <a:off x="2336618" y="333756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1" name="TextBox 850"/>
          <p:cNvSpPr txBox="1"/>
          <p:nvPr/>
        </p:nvSpPr>
        <p:spPr>
          <a:xfrm>
            <a:off x="2226890" y="3392424"/>
            <a:ext cx="219456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15</a:t>
            </a:r>
          </a:p>
        </p:txBody>
      </p:sp>
      <p:cxnSp>
        <p:nvCxnSpPr>
          <p:cNvPr id="852" name="Connector 851"/>
          <p:cNvCxnSpPr/>
          <p:nvPr/>
        </p:nvCxnSpPr>
        <p:spPr>
          <a:xfrm>
            <a:off x="2842804" y="333756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3" name="TextBox 852"/>
          <p:cNvSpPr txBox="1"/>
          <p:nvPr/>
        </p:nvSpPr>
        <p:spPr>
          <a:xfrm>
            <a:off x="2733076" y="3392424"/>
            <a:ext cx="219456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20</a:t>
            </a:r>
          </a:p>
        </p:txBody>
      </p:sp>
      <p:cxnSp>
        <p:nvCxnSpPr>
          <p:cNvPr id="854" name="Connector 853"/>
          <p:cNvCxnSpPr/>
          <p:nvPr/>
        </p:nvCxnSpPr>
        <p:spPr>
          <a:xfrm>
            <a:off x="3348990" y="333756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5" name="TextBox 854"/>
          <p:cNvSpPr txBox="1"/>
          <p:nvPr/>
        </p:nvSpPr>
        <p:spPr>
          <a:xfrm>
            <a:off x="3239262" y="3392424"/>
            <a:ext cx="219456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25</a:t>
            </a:r>
          </a:p>
        </p:txBody>
      </p:sp>
      <p:cxnSp>
        <p:nvCxnSpPr>
          <p:cNvPr id="856" name="Connector 855"/>
          <p:cNvCxnSpPr/>
          <p:nvPr/>
        </p:nvCxnSpPr>
        <p:spPr>
          <a:xfrm>
            <a:off x="3652701" y="333756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7" name="TextBox 856"/>
          <p:cNvSpPr txBox="1"/>
          <p:nvPr/>
        </p:nvSpPr>
        <p:spPr>
          <a:xfrm>
            <a:off x="3542973" y="3392424"/>
            <a:ext cx="219456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28</a:t>
            </a:r>
          </a:p>
        </p:txBody>
      </p:sp>
      <p:sp>
        <p:nvSpPr>
          <p:cNvPr id="858" name="TextBox 857"/>
          <p:cNvSpPr txBox="1"/>
          <p:nvPr/>
        </p:nvSpPr>
        <p:spPr>
          <a:xfrm>
            <a:off x="868680" y="3557016"/>
            <a:ext cx="28346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Feature index (1–28)</a:t>
            </a:r>
          </a:p>
        </p:txBody>
      </p:sp>
      <p:cxnSp>
        <p:nvCxnSpPr>
          <p:cNvPr id="859" name="Connector 858"/>
          <p:cNvCxnSpPr/>
          <p:nvPr/>
        </p:nvCxnSpPr>
        <p:spPr>
          <a:xfrm>
            <a:off x="822960" y="553538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0" name="TextBox 859"/>
          <p:cNvSpPr txBox="1"/>
          <p:nvPr/>
        </p:nvSpPr>
        <p:spPr>
          <a:xfrm>
            <a:off x="640080" y="489530"/>
            <a:ext cx="15544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1</a:t>
            </a:r>
          </a:p>
        </p:txBody>
      </p:sp>
      <p:cxnSp>
        <p:nvCxnSpPr>
          <p:cNvPr id="861" name="Connector 860"/>
          <p:cNvCxnSpPr/>
          <p:nvPr/>
        </p:nvCxnSpPr>
        <p:spPr>
          <a:xfrm>
            <a:off x="822960" y="958487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2" name="TextBox 861"/>
          <p:cNvSpPr txBox="1"/>
          <p:nvPr/>
        </p:nvSpPr>
        <p:spPr>
          <a:xfrm>
            <a:off x="640080" y="894479"/>
            <a:ext cx="15544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5</a:t>
            </a:r>
          </a:p>
        </p:txBody>
      </p:sp>
      <p:cxnSp>
        <p:nvCxnSpPr>
          <p:cNvPr id="863" name="Connector 862"/>
          <p:cNvCxnSpPr/>
          <p:nvPr/>
        </p:nvCxnSpPr>
        <p:spPr>
          <a:xfrm>
            <a:off x="822960" y="1464672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4" name="TextBox 863"/>
          <p:cNvSpPr txBox="1"/>
          <p:nvPr/>
        </p:nvSpPr>
        <p:spPr>
          <a:xfrm>
            <a:off x="640080" y="1400664"/>
            <a:ext cx="15544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10</a:t>
            </a:r>
          </a:p>
        </p:txBody>
      </p:sp>
      <p:cxnSp>
        <p:nvCxnSpPr>
          <p:cNvPr id="865" name="Connector 864"/>
          <p:cNvCxnSpPr/>
          <p:nvPr/>
        </p:nvCxnSpPr>
        <p:spPr>
          <a:xfrm>
            <a:off x="822960" y="1970858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6" name="TextBox 865"/>
          <p:cNvSpPr txBox="1"/>
          <p:nvPr/>
        </p:nvSpPr>
        <p:spPr>
          <a:xfrm>
            <a:off x="640080" y="1906850"/>
            <a:ext cx="15544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15</a:t>
            </a:r>
          </a:p>
        </p:txBody>
      </p:sp>
      <p:cxnSp>
        <p:nvCxnSpPr>
          <p:cNvPr id="867" name="Connector 866"/>
          <p:cNvCxnSpPr/>
          <p:nvPr/>
        </p:nvCxnSpPr>
        <p:spPr>
          <a:xfrm>
            <a:off x="822960" y="2477044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8" name="TextBox 867"/>
          <p:cNvSpPr txBox="1"/>
          <p:nvPr/>
        </p:nvSpPr>
        <p:spPr>
          <a:xfrm>
            <a:off x="640080" y="2413036"/>
            <a:ext cx="15544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20</a:t>
            </a:r>
          </a:p>
        </p:txBody>
      </p:sp>
      <p:cxnSp>
        <p:nvCxnSpPr>
          <p:cNvPr id="869" name="Connector 868"/>
          <p:cNvCxnSpPr/>
          <p:nvPr/>
        </p:nvCxnSpPr>
        <p:spPr>
          <a:xfrm>
            <a:off x="822960" y="2983230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0" name="TextBox 869"/>
          <p:cNvSpPr txBox="1"/>
          <p:nvPr/>
        </p:nvSpPr>
        <p:spPr>
          <a:xfrm>
            <a:off x="640080" y="2919222"/>
            <a:ext cx="15544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25</a:t>
            </a:r>
          </a:p>
        </p:txBody>
      </p:sp>
      <p:cxnSp>
        <p:nvCxnSpPr>
          <p:cNvPr id="871" name="Connector 870"/>
          <p:cNvCxnSpPr/>
          <p:nvPr/>
        </p:nvCxnSpPr>
        <p:spPr>
          <a:xfrm>
            <a:off x="822960" y="3286941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2" name="TextBox 871"/>
          <p:cNvSpPr txBox="1"/>
          <p:nvPr/>
        </p:nvSpPr>
        <p:spPr>
          <a:xfrm>
            <a:off x="640080" y="3222933"/>
            <a:ext cx="15544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28</a:t>
            </a:r>
          </a:p>
        </p:txBody>
      </p:sp>
      <p:sp>
        <p:nvSpPr>
          <p:cNvPr id="873" name="TextBox 872"/>
          <p:cNvSpPr txBox="1"/>
          <p:nvPr/>
        </p:nvSpPr>
        <p:spPr>
          <a:xfrm rot="16200000">
            <a:off x="91440" y="1371600"/>
            <a:ext cx="594360" cy="10972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Feature index (1–28)</a:t>
            </a:r>
          </a:p>
        </p:txBody>
      </p:sp>
      <p:sp>
        <p:nvSpPr>
          <p:cNvPr id="874" name="TextBox 873"/>
          <p:cNvSpPr txBox="1"/>
          <p:nvPr/>
        </p:nvSpPr>
        <p:spPr>
          <a:xfrm>
            <a:off x="868680" y="228600"/>
            <a:ext cx="283464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★ 4 LASSO-selected features annotated above</a:t>
            </a:r>
          </a:p>
        </p:txBody>
      </p:sp>
      <p:sp>
        <p:nvSpPr>
          <p:cNvPr id="875" name="Rectangle 874"/>
          <p:cNvSpPr/>
          <p:nvPr/>
        </p:nvSpPr>
        <p:spPr>
          <a:xfrm>
            <a:off x="3931920" y="548640"/>
            <a:ext cx="182880" cy="3171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Rectangle 875"/>
          <p:cNvSpPr/>
          <p:nvPr/>
        </p:nvSpPr>
        <p:spPr>
          <a:xfrm>
            <a:off x="3931920" y="578358"/>
            <a:ext cx="182880" cy="31718"/>
          </a:xfrm>
          <a:prstGeom prst="rect">
            <a:avLst/>
          </a:prstGeom>
          <a:solidFill>
            <a:srgbClr val="C74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7" name="Rectangle 876"/>
          <p:cNvSpPr/>
          <p:nvPr/>
        </p:nvSpPr>
        <p:spPr>
          <a:xfrm>
            <a:off x="3931920" y="608076"/>
            <a:ext cx="182880" cy="31718"/>
          </a:xfrm>
          <a:prstGeom prst="rect">
            <a:avLst/>
          </a:prstGeom>
          <a:solidFill>
            <a:srgbClr val="CA5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8" name="Rectangle 877"/>
          <p:cNvSpPr/>
          <p:nvPr/>
        </p:nvSpPr>
        <p:spPr>
          <a:xfrm>
            <a:off x="3931920" y="637794"/>
            <a:ext cx="182880" cy="31718"/>
          </a:xfrm>
          <a:prstGeom prst="rect">
            <a:avLst/>
          </a:prstGeom>
          <a:solidFill>
            <a:srgbClr val="CD5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9" name="Rectangle 878"/>
          <p:cNvSpPr/>
          <p:nvPr/>
        </p:nvSpPr>
        <p:spPr>
          <a:xfrm>
            <a:off x="3931920" y="667512"/>
            <a:ext cx="182880" cy="31718"/>
          </a:xfrm>
          <a:prstGeom prst="rect">
            <a:avLst/>
          </a:prstGeom>
          <a:solidFill>
            <a:srgbClr val="D06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0" name="Rectangle 879"/>
          <p:cNvSpPr/>
          <p:nvPr/>
        </p:nvSpPr>
        <p:spPr>
          <a:xfrm>
            <a:off x="3931920" y="697230"/>
            <a:ext cx="182880" cy="31718"/>
          </a:xfrm>
          <a:prstGeom prst="rect">
            <a:avLst/>
          </a:prstGeom>
          <a:solidFill>
            <a:srgbClr val="D36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1" name="Rectangle 880"/>
          <p:cNvSpPr/>
          <p:nvPr/>
        </p:nvSpPr>
        <p:spPr>
          <a:xfrm>
            <a:off x="3931920" y="726948"/>
            <a:ext cx="182880" cy="31718"/>
          </a:xfrm>
          <a:prstGeom prst="rect">
            <a:avLst/>
          </a:prstGeom>
          <a:solidFill>
            <a:srgbClr val="D679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2" name="Rectangle 881"/>
          <p:cNvSpPr/>
          <p:nvPr/>
        </p:nvSpPr>
        <p:spPr>
          <a:xfrm>
            <a:off x="3931920" y="756666"/>
            <a:ext cx="182880" cy="31718"/>
          </a:xfrm>
          <a:prstGeom prst="rect">
            <a:avLst/>
          </a:prstGeom>
          <a:solidFill>
            <a:srgbClr val="D98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3" name="Rectangle 882"/>
          <p:cNvSpPr/>
          <p:nvPr/>
        </p:nvSpPr>
        <p:spPr>
          <a:xfrm>
            <a:off x="3931920" y="786384"/>
            <a:ext cx="182880" cy="31718"/>
          </a:xfrm>
          <a:prstGeom prst="rect">
            <a:avLst/>
          </a:prstGeom>
          <a:solidFill>
            <a:srgbClr val="DC8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4" name="Rectangle 883"/>
          <p:cNvSpPr/>
          <p:nvPr/>
        </p:nvSpPr>
        <p:spPr>
          <a:xfrm>
            <a:off x="3931920" y="816102"/>
            <a:ext cx="182880" cy="31718"/>
          </a:xfrm>
          <a:prstGeom prst="rect">
            <a:avLst/>
          </a:prstGeom>
          <a:solidFill>
            <a:srgbClr val="DF97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5" name="Rectangle 884"/>
          <p:cNvSpPr/>
          <p:nvPr/>
        </p:nvSpPr>
        <p:spPr>
          <a:xfrm>
            <a:off x="3931920" y="845820"/>
            <a:ext cx="182880" cy="31718"/>
          </a:xfrm>
          <a:prstGeom prst="rect">
            <a:avLst/>
          </a:prstGeom>
          <a:solidFill>
            <a:srgbClr val="E2A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6" name="Rectangle 885"/>
          <p:cNvSpPr/>
          <p:nvPr/>
        </p:nvSpPr>
        <p:spPr>
          <a:xfrm>
            <a:off x="3931920" y="875538"/>
            <a:ext cx="182880" cy="31718"/>
          </a:xfrm>
          <a:prstGeom prst="rect">
            <a:avLst/>
          </a:prstGeom>
          <a:solidFill>
            <a:srgbClr val="E5AA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7" name="Rectangle 886"/>
          <p:cNvSpPr/>
          <p:nvPr/>
        </p:nvSpPr>
        <p:spPr>
          <a:xfrm>
            <a:off x="3931920" y="905256"/>
            <a:ext cx="182880" cy="31718"/>
          </a:xfrm>
          <a:prstGeom prst="rect">
            <a:avLst/>
          </a:prstGeom>
          <a:solidFill>
            <a:srgbClr val="E8B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8" name="Rectangle 887"/>
          <p:cNvSpPr/>
          <p:nvPr/>
        </p:nvSpPr>
        <p:spPr>
          <a:xfrm>
            <a:off x="3931920" y="934974"/>
            <a:ext cx="182880" cy="31718"/>
          </a:xfrm>
          <a:prstGeom prst="rect">
            <a:avLst/>
          </a:prstGeom>
          <a:solidFill>
            <a:srgbClr val="EBB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9" name="Rectangle 888"/>
          <p:cNvSpPr/>
          <p:nvPr/>
        </p:nvSpPr>
        <p:spPr>
          <a:xfrm>
            <a:off x="3931920" y="964692"/>
            <a:ext cx="182880" cy="31718"/>
          </a:xfrm>
          <a:prstGeom prst="rect">
            <a:avLst/>
          </a:prstGeom>
          <a:solidFill>
            <a:srgbClr val="EEC8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0" name="Rectangle 889"/>
          <p:cNvSpPr/>
          <p:nvPr/>
        </p:nvSpPr>
        <p:spPr>
          <a:xfrm>
            <a:off x="3931920" y="994410"/>
            <a:ext cx="182880" cy="31718"/>
          </a:xfrm>
          <a:prstGeom prst="rect">
            <a:avLst/>
          </a:prstGeom>
          <a:solidFill>
            <a:srgbClr val="F1D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Rectangle 890"/>
          <p:cNvSpPr/>
          <p:nvPr/>
        </p:nvSpPr>
        <p:spPr>
          <a:xfrm>
            <a:off x="3931920" y="1024128"/>
            <a:ext cx="182880" cy="31718"/>
          </a:xfrm>
          <a:prstGeom prst="rect">
            <a:avLst/>
          </a:prstGeom>
          <a:solidFill>
            <a:srgbClr val="F4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2" name="Rectangle 891"/>
          <p:cNvSpPr/>
          <p:nvPr/>
        </p:nvSpPr>
        <p:spPr>
          <a:xfrm>
            <a:off x="3931920" y="1053846"/>
            <a:ext cx="182880" cy="31718"/>
          </a:xfrm>
          <a:prstGeom prst="rect">
            <a:avLst/>
          </a:prstGeom>
          <a:solidFill>
            <a:srgbClr val="F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3" name="Rectangle 892"/>
          <p:cNvSpPr/>
          <p:nvPr/>
        </p:nvSpPr>
        <p:spPr>
          <a:xfrm>
            <a:off x="3931920" y="1083564"/>
            <a:ext cx="182880" cy="31718"/>
          </a:xfrm>
          <a:prstGeom prst="rect">
            <a:avLst/>
          </a:prstGeom>
          <a:solidFill>
            <a:srgbClr val="FA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4" name="Rectangle 893"/>
          <p:cNvSpPr/>
          <p:nvPr/>
        </p:nvSpPr>
        <p:spPr>
          <a:xfrm>
            <a:off x="3931920" y="1113282"/>
            <a:ext cx="182880" cy="31718"/>
          </a:xfrm>
          <a:prstGeom prst="rect">
            <a:avLst/>
          </a:prstGeom>
          <a:solidFill>
            <a:srgbClr val="FD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5" name="Rectangle 894"/>
          <p:cNvSpPr/>
          <p:nvPr/>
        </p:nvSpPr>
        <p:spPr>
          <a:xfrm>
            <a:off x="3931920" y="1143000"/>
            <a:ext cx="182880" cy="31718"/>
          </a:xfrm>
          <a:prstGeom prst="rect">
            <a:avLst/>
          </a:prstGeom>
          <a:solidFill>
            <a:srgbClr val="F8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6" name="Rectangle 895"/>
          <p:cNvSpPr/>
          <p:nvPr/>
        </p:nvSpPr>
        <p:spPr>
          <a:xfrm>
            <a:off x="3931920" y="1172718"/>
            <a:ext cx="182880" cy="31718"/>
          </a:xfrm>
          <a:prstGeom prst="rect">
            <a:avLst/>
          </a:prstGeom>
          <a:solidFill>
            <a:srgbClr val="EC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Rectangle 896"/>
          <p:cNvSpPr/>
          <p:nvPr/>
        </p:nvSpPr>
        <p:spPr>
          <a:xfrm>
            <a:off x="3931920" y="1202436"/>
            <a:ext cx="182880" cy="31718"/>
          </a:xfrm>
          <a:prstGeom prst="rect">
            <a:avLst/>
          </a:prstGeom>
          <a:solidFill>
            <a:srgbClr val="DF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8" name="Rectangle 897"/>
          <p:cNvSpPr/>
          <p:nvPr/>
        </p:nvSpPr>
        <p:spPr>
          <a:xfrm>
            <a:off x="3931920" y="1232154"/>
            <a:ext cx="182880" cy="31718"/>
          </a:xfrm>
          <a:prstGeom prst="rect">
            <a:avLst/>
          </a:prstGeom>
          <a:solidFill>
            <a:srgbClr val="D3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9" name="Rectangle 898"/>
          <p:cNvSpPr/>
          <p:nvPr/>
        </p:nvSpPr>
        <p:spPr>
          <a:xfrm>
            <a:off x="3931920" y="1261872"/>
            <a:ext cx="182880" cy="31718"/>
          </a:xfrm>
          <a:prstGeom prst="rect">
            <a:avLst/>
          </a:prstGeom>
          <a:solidFill>
            <a:srgbClr val="C6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" name="Rectangle 899"/>
          <p:cNvSpPr/>
          <p:nvPr/>
        </p:nvSpPr>
        <p:spPr>
          <a:xfrm>
            <a:off x="3931920" y="1291590"/>
            <a:ext cx="182880" cy="31718"/>
          </a:xfrm>
          <a:prstGeom prst="rect">
            <a:avLst/>
          </a:prstGeom>
          <a:solidFill>
            <a:srgbClr val="B9D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" name="Rectangle 900"/>
          <p:cNvSpPr/>
          <p:nvPr/>
        </p:nvSpPr>
        <p:spPr>
          <a:xfrm>
            <a:off x="3931920" y="1321308"/>
            <a:ext cx="182880" cy="31718"/>
          </a:xfrm>
          <a:prstGeom prst="rect">
            <a:avLst/>
          </a:prstGeom>
          <a:solidFill>
            <a:srgbClr val="ADD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Rectangle 901"/>
          <p:cNvSpPr/>
          <p:nvPr/>
        </p:nvSpPr>
        <p:spPr>
          <a:xfrm>
            <a:off x="3931920" y="1351026"/>
            <a:ext cx="182880" cy="31718"/>
          </a:xfrm>
          <a:prstGeom prst="rect">
            <a:avLst/>
          </a:prstGeom>
          <a:solidFill>
            <a:srgbClr val="A0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Rectangle 902"/>
          <p:cNvSpPr/>
          <p:nvPr/>
        </p:nvSpPr>
        <p:spPr>
          <a:xfrm>
            <a:off x="3931920" y="1380744"/>
            <a:ext cx="182880" cy="31718"/>
          </a:xfrm>
          <a:prstGeom prst="rect">
            <a:avLst/>
          </a:prstGeom>
          <a:solidFill>
            <a:srgbClr val="94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Rectangle 903"/>
          <p:cNvSpPr/>
          <p:nvPr/>
        </p:nvSpPr>
        <p:spPr>
          <a:xfrm>
            <a:off x="3931920" y="1410462"/>
            <a:ext cx="182880" cy="31718"/>
          </a:xfrm>
          <a:prstGeom prst="rect">
            <a:avLst/>
          </a:prstGeom>
          <a:solidFill>
            <a:srgbClr val="87B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" name="Rectangle 904"/>
          <p:cNvSpPr/>
          <p:nvPr/>
        </p:nvSpPr>
        <p:spPr>
          <a:xfrm>
            <a:off x="3931920" y="1440180"/>
            <a:ext cx="182880" cy="31718"/>
          </a:xfrm>
          <a:prstGeom prst="rect">
            <a:avLst/>
          </a:prstGeom>
          <a:solidFill>
            <a:srgbClr val="7BB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Rectangle 905"/>
          <p:cNvSpPr/>
          <p:nvPr/>
        </p:nvSpPr>
        <p:spPr>
          <a:xfrm>
            <a:off x="3931920" y="1469898"/>
            <a:ext cx="182880" cy="31718"/>
          </a:xfrm>
          <a:prstGeom prst="rect">
            <a:avLst/>
          </a:prstGeom>
          <a:solidFill>
            <a:srgbClr val="6EB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Rectangle 906"/>
          <p:cNvSpPr/>
          <p:nvPr/>
        </p:nvSpPr>
        <p:spPr>
          <a:xfrm>
            <a:off x="3931920" y="1499616"/>
            <a:ext cx="182880" cy="31718"/>
          </a:xfrm>
          <a:prstGeom prst="rect">
            <a:avLst/>
          </a:prstGeom>
          <a:solidFill>
            <a:srgbClr val="61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Rectangle 907"/>
          <p:cNvSpPr/>
          <p:nvPr/>
        </p:nvSpPr>
        <p:spPr>
          <a:xfrm>
            <a:off x="3931920" y="1529334"/>
            <a:ext cx="182880" cy="31718"/>
          </a:xfrm>
          <a:prstGeom prst="rect">
            <a:avLst/>
          </a:prstGeom>
          <a:solidFill>
            <a:srgbClr val="55A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Rectangle 908"/>
          <p:cNvSpPr/>
          <p:nvPr/>
        </p:nvSpPr>
        <p:spPr>
          <a:xfrm>
            <a:off x="3931920" y="1559052"/>
            <a:ext cx="182880" cy="31718"/>
          </a:xfrm>
          <a:prstGeom prst="rect">
            <a:avLst/>
          </a:prstGeom>
          <a:solidFill>
            <a:srgbClr val="48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Rectangle 909"/>
          <p:cNvSpPr/>
          <p:nvPr/>
        </p:nvSpPr>
        <p:spPr>
          <a:xfrm>
            <a:off x="3931920" y="1588770"/>
            <a:ext cx="182880" cy="31718"/>
          </a:xfrm>
          <a:prstGeom prst="rect">
            <a:avLst/>
          </a:prstGeom>
          <a:solidFill>
            <a:srgbClr val="3C9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Rectangle 910"/>
          <p:cNvSpPr/>
          <p:nvPr/>
        </p:nvSpPr>
        <p:spPr>
          <a:xfrm>
            <a:off x="3931920" y="1618488"/>
            <a:ext cx="182880" cy="31718"/>
          </a:xfrm>
          <a:prstGeom prst="rect">
            <a:avLst/>
          </a:prstGeom>
          <a:solidFill>
            <a:srgbClr val="2F9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Rectangle 911"/>
          <p:cNvSpPr/>
          <p:nvPr/>
        </p:nvSpPr>
        <p:spPr>
          <a:xfrm>
            <a:off x="3931920" y="1648206"/>
            <a:ext cx="182880" cy="31718"/>
          </a:xfrm>
          <a:prstGeom prst="rect">
            <a:avLst/>
          </a:prstGeom>
          <a:solidFill>
            <a:srgbClr val="238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" name="Rectangle 912"/>
          <p:cNvSpPr/>
          <p:nvPr/>
        </p:nvSpPr>
        <p:spPr>
          <a:xfrm>
            <a:off x="3931920" y="1677924"/>
            <a:ext cx="182880" cy="31718"/>
          </a:xfrm>
          <a:prstGeom prst="rect">
            <a:avLst/>
          </a:prstGeom>
          <a:solidFill>
            <a:srgbClr val="168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Rectangle 913"/>
          <p:cNvSpPr/>
          <p:nvPr/>
        </p:nvSpPr>
        <p:spPr>
          <a:xfrm>
            <a:off x="3931920" y="1707642"/>
            <a:ext cx="182880" cy="3171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5" name="Rectangle 914"/>
          <p:cNvSpPr/>
          <p:nvPr/>
        </p:nvSpPr>
        <p:spPr>
          <a:xfrm>
            <a:off x="3931920" y="548640"/>
            <a:ext cx="182880" cy="1188720"/>
          </a:xfrm>
          <a:prstGeom prst="rect">
            <a:avLst/>
          </a:prstGeom>
          <a:noFill/>
          <a:ln w="50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6" name="Connector 915"/>
          <p:cNvCxnSpPr/>
          <p:nvPr/>
        </p:nvCxnSpPr>
        <p:spPr>
          <a:xfrm>
            <a:off x="4114800" y="548640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7" name="TextBox 916"/>
          <p:cNvSpPr txBox="1"/>
          <p:nvPr/>
        </p:nvSpPr>
        <p:spPr>
          <a:xfrm>
            <a:off x="4160520" y="484632"/>
            <a:ext cx="29260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+1</a:t>
            </a:r>
          </a:p>
        </p:txBody>
      </p:sp>
      <p:cxnSp>
        <p:nvCxnSpPr>
          <p:cNvPr id="918" name="Connector 917"/>
          <p:cNvCxnSpPr/>
          <p:nvPr/>
        </p:nvCxnSpPr>
        <p:spPr>
          <a:xfrm>
            <a:off x="4114800" y="845820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9" name="TextBox 918"/>
          <p:cNvSpPr txBox="1"/>
          <p:nvPr/>
        </p:nvSpPr>
        <p:spPr>
          <a:xfrm>
            <a:off x="4160520" y="781812"/>
            <a:ext cx="29260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+0.5</a:t>
            </a:r>
          </a:p>
        </p:txBody>
      </p:sp>
      <p:cxnSp>
        <p:nvCxnSpPr>
          <p:cNvPr id="920" name="Connector 919"/>
          <p:cNvCxnSpPr/>
          <p:nvPr/>
        </p:nvCxnSpPr>
        <p:spPr>
          <a:xfrm>
            <a:off x="4114800" y="1143000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1" name="TextBox 920"/>
          <p:cNvSpPr txBox="1"/>
          <p:nvPr/>
        </p:nvSpPr>
        <p:spPr>
          <a:xfrm>
            <a:off x="4160520" y="1078992"/>
            <a:ext cx="29260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922" name="Connector 921"/>
          <p:cNvCxnSpPr/>
          <p:nvPr/>
        </p:nvCxnSpPr>
        <p:spPr>
          <a:xfrm>
            <a:off x="4114800" y="1440180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3" name="TextBox 922"/>
          <p:cNvSpPr txBox="1"/>
          <p:nvPr/>
        </p:nvSpPr>
        <p:spPr>
          <a:xfrm>
            <a:off x="4160520" y="1376172"/>
            <a:ext cx="29260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−0.5</a:t>
            </a:r>
          </a:p>
        </p:txBody>
      </p:sp>
      <p:cxnSp>
        <p:nvCxnSpPr>
          <p:cNvPr id="924" name="Connector 923"/>
          <p:cNvCxnSpPr/>
          <p:nvPr/>
        </p:nvCxnSpPr>
        <p:spPr>
          <a:xfrm>
            <a:off x="4114800" y="1737360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5" name="TextBox 924"/>
          <p:cNvSpPr txBox="1"/>
          <p:nvPr/>
        </p:nvSpPr>
        <p:spPr>
          <a:xfrm>
            <a:off x="4160520" y="1673352"/>
            <a:ext cx="29260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−1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3840480" y="365760"/>
            <a:ext cx="8229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Spearman ρ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3840480" y="475488"/>
            <a:ext cx="8229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555555"/>
                </a:solidFill>
                <a:latin typeface="Arial"/>
              </a:rPr>
              <a:t>teal = good-aligned, coral = bad-aligned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3931920" y="1819656"/>
            <a:ext cx="11887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222222"/>
                </a:solidFill>
                <a:latin typeface="Arial"/>
              </a:rPr>
              <a:t>Feature group</a:t>
            </a:r>
          </a:p>
        </p:txBody>
      </p:sp>
      <p:sp>
        <p:nvSpPr>
          <p:cNvPr id="929" name="Rectangle 928"/>
          <p:cNvSpPr/>
          <p:nvPr/>
        </p:nvSpPr>
        <p:spPr>
          <a:xfrm>
            <a:off x="3931920" y="1965960"/>
            <a:ext cx="128016" cy="91440"/>
          </a:xfrm>
          <a:prstGeom prst="rect">
            <a:avLst/>
          </a:prstGeom>
          <a:solidFill>
            <a:srgbClr val="A2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" name="TextBox 929"/>
          <p:cNvSpPr txBox="1"/>
          <p:nvPr/>
        </p:nvSpPr>
        <p:spPr>
          <a:xfrm>
            <a:off x="4096512" y="1955960"/>
            <a:ext cx="10972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DNA repair</a:t>
            </a:r>
          </a:p>
        </p:txBody>
      </p:sp>
      <p:sp>
        <p:nvSpPr>
          <p:cNvPr id="931" name="Rectangle 930"/>
          <p:cNvSpPr/>
          <p:nvPr/>
        </p:nvSpPr>
        <p:spPr>
          <a:xfrm>
            <a:off x="3931920" y="2093976"/>
            <a:ext cx="128016" cy="91440"/>
          </a:xfrm>
          <a:prstGeom prst="rect">
            <a:avLst/>
          </a:prstGeom>
          <a:solidFill>
            <a:srgbClr val="E3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TextBox 931"/>
          <p:cNvSpPr txBox="1"/>
          <p:nvPr/>
        </p:nvSpPr>
        <p:spPr>
          <a:xfrm>
            <a:off x="4096512" y="2083976"/>
            <a:ext cx="10972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Cell cycle</a:t>
            </a:r>
          </a:p>
        </p:txBody>
      </p:sp>
      <p:sp>
        <p:nvSpPr>
          <p:cNvPr id="933" name="Rectangle 932"/>
          <p:cNvSpPr/>
          <p:nvPr/>
        </p:nvSpPr>
        <p:spPr>
          <a:xfrm>
            <a:off x="3931920" y="2221992"/>
            <a:ext cx="128016" cy="91440"/>
          </a:xfrm>
          <a:prstGeom prst="rect">
            <a:avLst/>
          </a:prstGeom>
          <a:solidFill>
            <a:srgbClr val="5A8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TextBox 933"/>
          <p:cNvSpPr txBox="1"/>
          <p:nvPr/>
        </p:nvSpPr>
        <p:spPr>
          <a:xfrm>
            <a:off x="4096512" y="2211992"/>
            <a:ext cx="10972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EMT / hypoxia</a:t>
            </a:r>
          </a:p>
        </p:txBody>
      </p:sp>
      <p:sp>
        <p:nvSpPr>
          <p:cNvPr id="935" name="Rectangle 934"/>
          <p:cNvSpPr/>
          <p:nvPr/>
        </p:nvSpPr>
        <p:spPr>
          <a:xfrm>
            <a:off x="3931920" y="2350008"/>
            <a:ext cx="128016" cy="91440"/>
          </a:xfrm>
          <a:prstGeom prst="rect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" name="TextBox 935"/>
          <p:cNvSpPr txBox="1"/>
          <p:nvPr/>
        </p:nvSpPr>
        <p:spPr>
          <a:xfrm>
            <a:off x="4096512" y="2340008"/>
            <a:ext cx="10972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Immune</a:t>
            </a:r>
          </a:p>
        </p:txBody>
      </p:sp>
      <p:sp>
        <p:nvSpPr>
          <p:cNvPr id="937" name="Rectangle 936"/>
          <p:cNvSpPr/>
          <p:nvPr/>
        </p:nvSpPr>
        <p:spPr>
          <a:xfrm>
            <a:off x="3931920" y="2478024"/>
            <a:ext cx="128016" cy="914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8" name="TextBox 937"/>
          <p:cNvSpPr txBox="1"/>
          <p:nvPr/>
        </p:nvSpPr>
        <p:spPr>
          <a:xfrm>
            <a:off x="4096512" y="2468024"/>
            <a:ext cx="10972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Genomic</a:t>
            </a:r>
          </a:p>
        </p:txBody>
      </p:sp>
      <p:sp>
        <p:nvSpPr>
          <p:cNvPr id="939" name="Rectangle 938"/>
          <p:cNvSpPr/>
          <p:nvPr/>
        </p:nvSpPr>
        <p:spPr>
          <a:xfrm>
            <a:off x="3931920" y="2606040"/>
            <a:ext cx="128016" cy="91440"/>
          </a:xfrm>
          <a:prstGeom prst="rect">
            <a:avLst/>
          </a:prstGeom>
          <a:solidFill>
            <a:srgbClr val="775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TextBox 939"/>
          <p:cNvSpPr txBox="1"/>
          <p:nvPr/>
        </p:nvSpPr>
        <p:spPr>
          <a:xfrm>
            <a:off x="4096512" y="2596040"/>
            <a:ext cx="10972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Clinical</a:t>
            </a:r>
          </a:p>
        </p:txBody>
      </p:sp>
      <p:sp>
        <p:nvSpPr>
          <p:cNvPr id="941" name="Rectangle 940"/>
          <p:cNvSpPr/>
          <p:nvPr/>
        </p:nvSpPr>
        <p:spPr>
          <a:xfrm>
            <a:off x="3931920" y="2734056"/>
            <a:ext cx="128016" cy="91440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TextBox 941"/>
          <p:cNvSpPr txBox="1"/>
          <p:nvPr/>
        </p:nvSpPr>
        <p:spPr>
          <a:xfrm>
            <a:off x="4096512" y="2724056"/>
            <a:ext cx="10972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Other</a:t>
            </a:r>
          </a:p>
        </p:txBody>
      </p:sp>
      <p:sp>
        <p:nvSpPr>
          <p:cNvPr id="943" name="Rectangle 942"/>
          <p:cNvSpPr/>
          <p:nvPr/>
        </p:nvSpPr>
        <p:spPr>
          <a:xfrm>
            <a:off x="868680" y="2426425"/>
            <a:ext cx="2834640" cy="101237"/>
          </a:xfrm>
          <a:prstGeom prst="rect">
            <a:avLst/>
          </a:prstGeom>
          <a:noFill/>
          <a:ln w="1016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4" name="Rectangle 943"/>
          <p:cNvSpPr/>
          <p:nvPr/>
        </p:nvSpPr>
        <p:spPr>
          <a:xfrm>
            <a:off x="2792185" y="502920"/>
            <a:ext cx="101237" cy="2834640"/>
          </a:xfrm>
          <a:prstGeom prst="rect">
            <a:avLst/>
          </a:prstGeom>
          <a:noFill/>
          <a:ln w="1016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Diamond 944"/>
          <p:cNvSpPr/>
          <p:nvPr/>
        </p:nvSpPr>
        <p:spPr>
          <a:xfrm>
            <a:off x="2824803" y="430056"/>
            <a:ext cx="36000" cy="36000"/>
          </a:xfrm>
          <a:prstGeom prst="diamond">
            <a:avLst/>
          </a:prstGeom>
          <a:solidFill>
            <a:srgbClr val="D4A30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TextBox 945"/>
          <p:cNvSpPr txBox="1"/>
          <p:nvPr/>
        </p:nvSpPr>
        <p:spPr>
          <a:xfrm>
            <a:off x="2568483" y="301752"/>
            <a:ext cx="548640" cy="914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1" i="0">
                <a:solidFill>
                  <a:srgbClr val="D4A300"/>
                </a:solidFill>
                <a:latin typeface="Arial"/>
              </a:rPr>
              <a:t>DSB repair</a:t>
            </a:r>
          </a:p>
        </p:txBody>
      </p:sp>
      <p:sp>
        <p:nvSpPr>
          <p:cNvPr id="947" name="Rectangle 946"/>
          <p:cNvSpPr/>
          <p:nvPr/>
        </p:nvSpPr>
        <p:spPr>
          <a:xfrm>
            <a:off x="868680" y="907868"/>
            <a:ext cx="2834640" cy="101237"/>
          </a:xfrm>
          <a:prstGeom prst="rect">
            <a:avLst/>
          </a:prstGeom>
          <a:noFill/>
          <a:ln w="1016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8" name="Rectangle 947"/>
          <p:cNvSpPr/>
          <p:nvPr/>
        </p:nvSpPr>
        <p:spPr>
          <a:xfrm>
            <a:off x="1273628" y="502920"/>
            <a:ext cx="101237" cy="2834640"/>
          </a:xfrm>
          <a:prstGeom prst="rect">
            <a:avLst/>
          </a:prstGeom>
          <a:noFill/>
          <a:ln w="1016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Diamond 948"/>
          <p:cNvSpPr/>
          <p:nvPr/>
        </p:nvSpPr>
        <p:spPr>
          <a:xfrm>
            <a:off x="1306246" y="430056"/>
            <a:ext cx="36000" cy="36000"/>
          </a:xfrm>
          <a:prstGeom prst="diamond">
            <a:avLst/>
          </a:prstGeom>
          <a:solidFill>
            <a:srgbClr val="D4A30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0" name="TextBox 949"/>
          <p:cNvSpPr txBox="1"/>
          <p:nvPr/>
        </p:nvSpPr>
        <p:spPr>
          <a:xfrm>
            <a:off x="1049926" y="301752"/>
            <a:ext cx="548640" cy="914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1" i="0">
                <a:solidFill>
                  <a:srgbClr val="D4A300"/>
                </a:solidFill>
                <a:latin typeface="Arial"/>
              </a:rPr>
              <a:t>Del. fraction</a:t>
            </a:r>
          </a:p>
        </p:txBody>
      </p:sp>
      <p:sp>
        <p:nvSpPr>
          <p:cNvPr id="951" name="Rectangle 950"/>
          <p:cNvSpPr/>
          <p:nvPr/>
        </p:nvSpPr>
        <p:spPr>
          <a:xfrm>
            <a:off x="868680" y="1515291"/>
            <a:ext cx="2834640" cy="101237"/>
          </a:xfrm>
          <a:prstGeom prst="rect">
            <a:avLst/>
          </a:prstGeom>
          <a:noFill/>
          <a:ln w="1016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Rectangle 951"/>
          <p:cNvSpPr/>
          <p:nvPr/>
        </p:nvSpPr>
        <p:spPr>
          <a:xfrm>
            <a:off x="1881051" y="502920"/>
            <a:ext cx="101237" cy="2834640"/>
          </a:xfrm>
          <a:prstGeom prst="rect">
            <a:avLst/>
          </a:prstGeom>
          <a:noFill/>
          <a:ln w="1016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Diamond 952"/>
          <p:cNvSpPr/>
          <p:nvPr/>
        </p:nvSpPr>
        <p:spPr>
          <a:xfrm>
            <a:off x="1913669" y="430056"/>
            <a:ext cx="36000" cy="36000"/>
          </a:xfrm>
          <a:prstGeom prst="diamond">
            <a:avLst/>
          </a:prstGeom>
          <a:solidFill>
            <a:srgbClr val="D4A30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TextBox 953"/>
          <p:cNvSpPr txBox="1"/>
          <p:nvPr/>
        </p:nvSpPr>
        <p:spPr>
          <a:xfrm>
            <a:off x="1657349" y="301752"/>
            <a:ext cx="548640" cy="914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1" i="0">
                <a:solidFill>
                  <a:srgbClr val="D4A300"/>
                </a:solidFill>
                <a:latin typeface="Arial"/>
              </a:rPr>
              <a:t>MHC II</a:t>
            </a:r>
          </a:p>
        </p:txBody>
      </p:sp>
      <p:sp>
        <p:nvSpPr>
          <p:cNvPr id="955" name="Rectangle 954"/>
          <p:cNvSpPr/>
          <p:nvPr/>
        </p:nvSpPr>
        <p:spPr>
          <a:xfrm>
            <a:off x="868680" y="1110342"/>
            <a:ext cx="2834640" cy="101237"/>
          </a:xfrm>
          <a:prstGeom prst="rect">
            <a:avLst/>
          </a:prstGeom>
          <a:noFill/>
          <a:ln w="1016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Rectangle 955"/>
          <p:cNvSpPr/>
          <p:nvPr/>
        </p:nvSpPr>
        <p:spPr>
          <a:xfrm>
            <a:off x="1476102" y="502920"/>
            <a:ext cx="101237" cy="2834640"/>
          </a:xfrm>
          <a:prstGeom prst="rect">
            <a:avLst/>
          </a:prstGeom>
          <a:noFill/>
          <a:ln w="1016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Diamond 956"/>
          <p:cNvSpPr/>
          <p:nvPr/>
        </p:nvSpPr>
        <p:spPr>
          <a:xfrm>
            <a:off x="1508720" y="430056"/>
            <a:ext cx="36000" cy="36000"/>
          </a:xfrm>
          <a:prstGeom prst="diamond">
            <a:avLst/>
          </a:prstGeom>
          <a:solidFill>
            <a:srgbClr val="D4A30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TextBox 957"/>
          <p:cNvSpPr txBox="1"/>
          <p:nvPr/>
        </p:nvSpPr>
        <p:spPr>
          <a:xfrm>
            <a:off x="1252400" y="301752"/>
            <a:ext cx="548640" cy="914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1" i="0">
                <a:solidFill>
                  <a:srgbClr val="D4A300"/>
                </a:solidFill>
                <a:latin typeface="Arial"/>
              </a:rPr>
              <a:t>MSI %</a:t>
            </a:r>
          </a:p>
        </p:txBody>
      </p:sp>
      <p:sp>
        <p:nvSpPr>
          <p:cNvPr id="959" name="Diamond 958"/>
          <p:cNvSpPr/>
          <p:nvPr/>
        </p:nvSpPr>
        <p:spPr>
          <a:xfrm>
            <a:off x="3981072" y="3020952"/>
            <a:ext cx="48000" cy="48000"/>
          </a:xfrm>
          <a:prstGeom prst="diamond">
            <a:avLst/>
          </a:prstGeom>
          <a:solidFill>
            <a:srgbClr val="D4A30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TextBox 959"/>
          <p:cNvSpPr txBox="1"/>
          <p:nvPr/>
        </p:nvSpPr>
        <p:spPr>
          <a:xfrm>
            <a:off x="4114800" y="2994232"/>
            <a:ext cx="10972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D4A300"/>
                </a:solidFill>
                <a:latin typeface="Arial"/>
              </a:rPr>
              <a:t>LASSO-selected</a:t>
            </a:r>
          </a:p>
        </p:txBody>
      </p:sp>
      <p:sp>
        <p:nvSpPr>
          <p:cNvPr id="961" name="TextBox 960"/>
          <p:cNvSpPr txBox="1"/>
          <p:nvPr/>
        </p:nvSpPr>
        <p:spPr>
          <a:xfrm>
            <a:off x="182880" y="4023360"/>
            <a:ext cx="55778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28 integrated numeric features fed to nested-CV LASSO (cell-cycle-contaminated CD8-proliferation removed; ID/label/categorical columns excluded; age retained); top / left strips mark feature group; gold borders mark the 4 LASSO-selected features.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rial"/>
              </a:rPr>
              <a:t>B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3474720"/>
            <a:ext cx="4206240" cy="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14400" y="548640"/>
            <a:ext cx="0" cy="292608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14400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353472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55648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527048" y="353472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96896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68296" y="353472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38144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209544" y="353472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9392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050792" y="353472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120640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892040" y="353472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1.0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4400" y="3474720"/>
            <a:ext cx="4000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5760" y="3392424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0.0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4400" y="2889504"/>
            <a:ext cx="4000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65760" y="2807208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0.2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4400" y="2304288"/>
            <a:ext cx="4000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65760" y="2221992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0.4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4400" y="1719072"/>
            <a:ext cx="4000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65760" y="1636776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0.6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4400" y="1133856"/>
            <a:ext cx="4000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65760" y="1051560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0.8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4400" y="548640"/>
            <a:ext cx="4000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65760" y="466344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1.0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767328"/>
            <a:ext cx="42062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False-positive rate (1 − specificity)</a:t>
            </a:r>
          </a:p>
        </p:txBody>
      </p:sp>
      <p:sp>
        <p:nvSpPr>
          <p:cNvPr id="30" name="TextBox 29"/>
          <p:cNvSpPr txBox="1"/>
          <p:nvPr/>
        </p:nvSpPr>
        <p:spPr>
          <a:xfrm rot="16200000">
            <a:off x="45720" y="1463040"/>
            <a:ext cx="777240" cy="10972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True-positive rate (sensitivity)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914400" y="548640"/>
            <a:ext cx="4206240" cy="2926080"/>
          </a:xfrm>
          <a:prstGeom prst="line">
            <a:avLst/>
          </a:prstGeom>
          <a:ln w="508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914400" y="1402080"/>
            <a:ext cx="247425" cy="207264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61825" y="1174496"/>
            <a:ext cx="247426" cy="2145792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409251" y="946912"/>
            <a:ext cx="494852" cy="1365504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04103" y="890016"/>
            <a:ext cx="494852" cy="1170432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398955" y="833120"/>
            <a:ext cx="989703" cy="97536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88658" y="662432"/>
            <a:ext cx="494852" cy="390144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83510" y="605536"/>
            <a:ext cx="494852" cy="195072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400" y="2987040"/>
            <a:ext cx="247425" cy="487680"/>
          </a:xfrm>
          <a:prstGeom prst="rect">
            <a:avLst/>
          </a:prstGeom>
          <a:solidFill>
            <a:srgbClr val="9F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61825" y="2336800"/>
            <a:ext cx="247426" cy="965797"/>
          </a:xfrm>
          <a:prstGeom prst="rect">
            <a:avLst/>
          </a:prstGeom>
          <a:solidFill>
            <a:srgbClr val="9F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409251" y="1686559"/>
            <a:ext cx="494852" cy="1443916"/>
          </a:xfrm>
          <a:prstGeom prst="rect">
            <a:avLst/>
          </a:prstGeom>
          <a:solidFill>
            <a:srgbClr val="9F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904103" y="1524000"/>
            <a:ext cx="494852" cy="1262230"/>
          </a:xfrm>
          <a:prstGeom prst="rect">
            <a:avLst/>
          </a:prstGeom>
          <a:solidFill>
            <a:srgbClr val="9F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398955" y="1361440"/>
            <a:ext cx="989703" cy="1080545"/>
          </a:xfrm>
          <a:prstGeom prst="rect">
            <a:avLst/>
          </a:prstGeom>
          <a:solidFill>
            <a:srgbClr val="9F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388658" y="873760"/>
            <a:ext cx="494852" cy="879736"/>
          </a:xfrm>
          <a:prstGeom prst="rect">
            <a:avLst/>
          </a:prstGeom>
          <a:solidFill>
            <a:srgbClr val="9F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883510" y="711200"/>
            <a:ext cx="494852" cy="698051"/>
          </a:xfrm>
          <a:prstGeom prst="rect">
            <a:avLst/>
          </a:prstGeom>
          <a:solidFill>
            <a:srgbClr val="9F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78362" y="548640"/>
            <a:ext cx="742278" cy="516367"/>
          </a:xfrm>
          <a:prstGeom prst="rect">
            <a:avLst/>
          </a:prstGeom>
          <a:solidFill>
            <a:srgbClr val="9F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V="1">
            <a:off x="914400" y="3312160"/>
            <a:ext cx="0" cy="16256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914400" y="2987040"/>
            <a:ext cx="0" cy="32512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14400" y="2987040"/>
            <a:ext cx="247425" cy="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161825" y="2336800"/>
            <a:ext cx="0" cy="65024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161825" y="2336800"/>
            <a:ext cx="247426" cy="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409251" y="1686559"/>
            <a:ext cx="0" cy="650241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409251" y="1686559"/>
            <a:ext cx="494852" cy="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904103" y="1524000"/>
            <a:ext cx="0" cy="162559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904103" y="1524000"/>
            <a:ext cx="494852" cy="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398955" y="1361440"/>
            <a:ext cx="0" cy="16256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398955" y="1361440"/>
            <a:ext cx="989703" cy="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388658" y="873760"/>
            <a:ext cx="0" cy="48768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3388658" y="873760"/>
            <a:ext cx="494852" cy="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883510" y="711200"/>
            <a:ext cx="0" cy="16256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883510" y="711200"/>
            <a:ext cx="494852" cy="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4378362" y="548640"/>
            <a:ext cx="0" cy="16256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378362" y="548640"/>
            <a:ext cx="742278" cy="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889400" y="3449720"/>
            <a:ext cx="50000" cy="5000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89400" y="2962040"/>
            <a:ext cx="50000" cy="5000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136825" y="2311800"/>
            <a:ext cx="50000" cy="5000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384251" y="1661559"/>
            <a:ext cx="50000" cy="5000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879103" y="1499000"/>
            <a:ext cx="50000" cy="5000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373955" y="1336440"/>
            <a:ext cx="50000" cy="5000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363658" y="848760"/>
            <a:ext cx="50000" cy="5000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858510" y="686200"/>
            <a:ext cx="50000" cy="5000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353362" y="523640"/>
            <a:ext cx="50000" cy="5000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Diamond 72"/>
          <p:cNvSpPr/>
          <p:nvPr/>
        </p:nvSpPr>
        <p:spPr>
          <a:xfrm>
            <a:off x="1354251" y="1631559"/>
            <a:ext cx="110000" cy="110000"/>
          </a:xfrm>
          <a:prstGeom prst="diamond">
            <a:avLst/>
          </a:prstGeom>
          <a:solidFill>
            <a:srgbClr val="D4A300"/>
          </a:solidFill>
          <a:ln w="165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88043" y="1823719"/>
            <a:ext cx="100584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1">
                <a:solidFill>
                  <a:srgbClr val="D4A300"/>
                </a:solidFill>
                <a:latin typeface="Arial"/>
              </a:rPr>
              <a:t>Youden J max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88043" y="1942591"/>
            <a:ext cx="100584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D4A300"/>
                </a:solidFill>
                <a:latin typeface="Arial"/>
              </a:rPr>
              <a:t>sens 0.61 / spec 0.88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27832" y="2596896"/>
            <a:ext cx="164592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300984" y="2616896"/>
            <a:ext cx="1508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ElasticNet, nested outer-LOOCV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300984" y="2798064"/>
            <a:ext cx="1508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AUC = 0.745  (95 % CI 0.56–0.89)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1005840" y="731520"/>
            <a:ext cx="274320" cy="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1325880" y="658368"/>
            <a:ext cx="2560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Observed ROC curve (mean over 35 LOOCV folds)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05840" y="859536"/>
            <a:ext cx="274320" cy="9144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325880" y="822960"/>
            <a:ext cx="2560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95 % bootstrap CI ribbon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05840" y="987552"/>
            <a:ext cx="274320" cy="91440"/>
          </a:xfrm>
          <a:prstGeom prst="rect">
            <a:avLst/>
          </a:prstGeom>
          <a:solidFill>
            <a:srgbClr val="9F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325880" y="950976"/>
            <a:ext cx="2560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area under ROC (above diagonal)</a:t>
            </a:r>
          </a:p>
        </p:txBody>
      </p:sp>
      <p:sp>
        <p:nvSpPr>
          <p:cNvPr id="85" name="Diamond 84"/>
          <p:cNvSpPr/>
          <p:nvPr/>
        </p:nvSpPr>
        <p:spPr>
          <a:xfrm>
            <a:off x="1087568" y="1115000"/>
            <a:ext cx="56000" cy="56000"/>
          </a:xfrm>
          <a:prstGeom prst="diamond">
            <a:avLst/>
          </a:prstGeom>
          <a:solidFill>
            <a:srgbClr val="D4A300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325880" y="1078992"/>
            <a:ext cx="2743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Youden J optimal operating 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rial"/>
              </a:rPr>
              <a:t>C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60320" y="3474720"/>
            <a:ext cx="2560320" cy="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560320" y="548640"/>
            <a:ext cx="0" cy="292608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676698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448098" y="353472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-1.0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58589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029989" y="353472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-0.5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40480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611880" y="353472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+0.0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22370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93770" y="353472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+0.5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04261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775661" y="353472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+1.0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767328"/>
            <a:ext cx="25603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ElasticNet coefficient (standardised scale)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0480" y="548640"/>
            <a:ext cx="0" cy="2926080"/>
          </a:xfrm>
          <a:prstGeom prst="line">
            <a:avLst/>
          </a:prstGeom>
          <a:ln w="1016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60120" y="3054096"/>
            <a:ext cx="82296" cy="109728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008376"/>
            <a:ext cx="14173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Genomic deletion fraction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2960583" y="3108960"/>
            <a:ext cx="879897" cy="0"/>
          </a:xfrm>
          <a:prstGeom prst="line">
            <a:avLst/>
          </a:prstGeom>
          <a:ln w="190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2910583" y="3058960"/>
            <a:ext cx="100000" cy="100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33735" y="3026664"/>
            <a:ext cx="6400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C53E1F"/>
                </a:solidFill>
                <a:latin typeface="Arial"/>
              </a:rPr>
              <a:t>-0.76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63503" y="3035808"/>
            <a:ext cx="91440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1">
                <a:solidFill>
                  <a:srgbClr val="C53E1F"/>
                </a:solidFill>
                <a:latin typeface="Arial"/>
              </a:rPr>
              <a:t>→ predicts bad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" y="2322576"/>
            <a:ext cx="82296" cy="109728"/>
          </a:xfrm>
          <a:prstGeom prst="rect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2276856"/>
            <a:ext cx="14173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MHC class II signature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3571787" y="2377440"/>
            <a:ext cx="268693" cy="0"/>
          </a:xfrm>
          <a:prstGeom prst="line">
            <a:avLst/>
          </a:prstGeom>
          <a:ln w="190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3521787" y="2327440"/>
            <a:ext cx="100000" cy="100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44939" y="2295144"/>
            <a:ext cx="6400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C53E1F"/>
                </a:solidFill>
                <a:latin typeface="Arial"/>
              </a:rPr>
              <a:t>-0.23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74707" y="2304288"/>
            <a:ext cx="91440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1">
                <a:solidFill>
                  <a:srgbClr val="C53E1F"/>
                </a:solidFill>
                <a:latin typeface="Arial"/>
              </a:rPr>
              <a:t>→ predicts bad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" y="1591056"/>
            <a:ext cx="82296" cy="109728"/>
          </a:xfrm>
          <a:prstGeom prst="rect">
            <a:avLst/>
          </a:prstGeom>
          <a:solidFill>
            <a:srgbClr val="E3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" y="1545336"/>
            <a:ext cx="14173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MSI (%)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840480" y="1645920"/>
            <a:ext cx="140242" cy="0"/>
          </a:xfrm>
          <a:prstGeom prst="line">
            <a:avLst/>
          </a:prstGeom>
          <a:ln w="190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3930722" y="1595920"/>
            <a:ext cx="100000" cy="100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53874" y="1563624"/>
            <a:ext cx="6400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0A7D6E"/>
                </a:solidFill>
                <a:latin typeface="Arial"/>
              </a:rPr>
              <a:t>+0.12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3642" y="1572768"/>
            <a:ext cx="91440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1">
                <a:solidFill>
                  <a:srgbClr val="0A7D6E"/>
                </a:solidFill>
                <a:latin typeface="Arial"/>
              </a:rPr>
              <a:t>→ predicts good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" y="859536"/>
            <a:ext cx="82296" cy="109728"/>
          </a:xfrm>
          <a:prstGeom prst="rect">
            <a:avLst/>
          </a:prstGeom>
          <a:solidFill>
            <a:srgbClr val="A2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8992" y="813816"/>
            <a:ext cx="14173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DSB repair (R-HSA-5693532)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840480" y="914400"/>
            <a:ext cx="1034279" cy="0"/>
          </a:xfrm>
          <a:prstGeom prst="line">
            <a:avLst/>
          </a:prstGeom>
          <a:ln w="190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4824759" y="864400"/>
            <a:ext cx="100000" cy="100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47911" y="832104"/>
            <a:ext cx="6400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0A7D6E"/>
                </a:solidFill>
                <a:latin typeface="Arial"/>
              </a:rPr>
              <a:t>+0.89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77679" y="841248"/>
            <a:ext cx="91440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1">
                <a:solidFill>
                  <a:srgbClr val="0A7D6E"/>
                </a:solidFill>
                <a:latin typeface="Arial"/>
              </a:rPr>
              <a:t>→ predicts good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" y="3621024"/>
            <a:ext cx="10972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222222"/>
                </a:solidFill>
                <a:latin typeface="Arial"/>
              </a:rPr>
              <a:t>Feature group: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5840" y="3639312"/>
            <a:ext cx="82296" cy="91440"/>
          </a:xfrm>
          <a:prstGeom prst="rect">
            <a:avLst/>
          </a:prstGeom>
          <a:solidFill>
            <a:srgbClr val="A2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06424" y="3634312"/>
            <a:ext cx="91440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DNA repair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65960" y="3639312"/>
            <a:ext cx="82296" cy="914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66544" y="3634312"/>
            <a:ext cx="91440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Genomic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26080" y="3639312"/>
            <a:ext cx="82296" cy="91440"/>
          </a:xfrm>
          <a:prstGeom prst="rect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26664" y="3634312"/>
            <a:ext cx="91440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Immune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86200" y="3639312"/>
            <a:ext cx="82296" cy="91440"/>
          </a:xfrm>
          <a:prstGeom prst="rect">
            <a:avLst/>
          </a:prstGeom>
          <a:solidFill>
            <a:srgbClr val="E3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986784" y="3634312"/>
            <a:ext cx="91440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MSI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7160" y="3858768"/>
            <a:ext cx="56692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4 non-zero features selected by nested inner-CV (of the 28-feature panel); teal lollipop → predicts good (positive coef), coral → predicts bad (negative coef).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rial"/>
              </a:rPr>
              <a:t>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3474720"/>
            <a:ext cx="4206240" cy="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14400" y="548640"/>
            <a:ext cx="0" cy="292608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14400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353472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-4.0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65960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737360" y="353472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-2.5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17520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88920" y="353472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-1.0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69080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840480" y="353472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120640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892040" y="353472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2.0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4400" y="3474720"/>
            <a:ext cx="4000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65760" y="3392424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6.0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4400" y="2722299"/>
            <a:ext cx="4000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5760" y="2640003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7.8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4400" y="2011680"/>
            <a:ext cx="4000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65760" y="1929384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9.5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4400" y="1301060"/>
            <a:ext cx="4000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65760" y="1218764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11.2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4400" y="548640"/>
            <a:ext cx="4000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65760" y="466344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13.0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767328"/>
            <a:ext cx="42062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UMAP 1</a:t>
            </a:r>
          </a:p>
        </p:txBody>
      </p:sp>
      <p:sp>
        <p:nvSpPr>
          <p:cNvPr id="26" name="TextBox 25"/>
          <p:cNvSpPr txBox="1"/>
          <p:nvPr/>
        </p:nvSpPr>
        <p:spPr>
          <a:xfrm rot="16200000">
            <a:off x="45720" y="1463040"/>
            <a:ext cx="777240" cy="10972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UMAP 2</a:t>
            </a:r>
          </a:p>
        </p:txBody>
      </p:sp>
      <p:sp>
        <p:nvSpPr>
          <p:cNvPr id="27" name="Oval 26"/>
          <p:cNvSpPr/>
          <p:nvPr/>
        </p:nvSpPr>
        <p:spPr>
          <a:xfrm rot="5449020">
            <a:off x="1470828" y="1614573"/>
            <a:ext cx="3029899" cy="1350821"/>
          </a:xfrm>
          <a:prstGeom prst="ellipse">
            <a:avLst/>
          </a:prstGeom>
          <a:noFill/>
          <a:ln w="1524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2953778" y="2257984"/>
            <a:ext cx="64000" cy="64000"/>
          </a:xfrm>
          <a:prstGeom prst="diamond">
            <a:avLst/>
          </a:prstGeom>
          <a:solidFill>
            <a:srgbClr val="0A7D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 rot="6156820">
            <a:off x="1108519" y="1404481"/>
            <a:ext cx="3704703" cy="1100712"/>
          </a:xfrm>
          <a:prstGeom prst="ellipse">
            <a:avLst/>
          </a:prstGeom>
          <a:noFill/>
          <a:ln w="1524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iamond 29"/>
          <p:cNvSpPr/>
          <p:nvPr/>
        </p:nvSpPr>
        <p:spPr>
          <a:xfrm>
            <a:off x="2928871" y="1922837"/>
            <a:ext cx="64000" cy="64000"/>
          </a:xfrm>
          <a:prstGeom prst="diamond">
            <a:avLst/>
          </a:prstGeom>
          <a:solidFill>
            <a:srgbClr val="C53E1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486534" y="2207473"/>
            <a:ext cx="110000" cy="110000"/>
          </a:xfrm>
          <a:prstGeom prst="ellipse">
            <a:avLst/>
          </a:prstGeom>
          <a:solidFill>
            <a:srgbClr val="C53E1F"/>
          </a:solidFill>
          <a:ln w="1778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14686" y="2189321"/>
            <a:ext cx="45720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D4A300"/>
                </a:solidFill>
                <a:latin typeface="Arial"/>
              </a:rPr>
              <a:t>1</a:t>
            </a:r>
          </a:p>
        </p:txBody>
      </p:sp>
      <p:sp>
        <p:nvSpPr>
          <p:cNvPr id="33" name="Oval 32"/>
          <p:cNvSpPr/>
          <p:nvPr/>
        </p:nvSpPr>
        <p:spPr>
          <a:xfrm>
            <a:off x="3973796" y="2355093"/>
            <a:ext cx="80000" cy="80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196052" y="2819305"/>
            <a:ext cx="80000" cy="80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318577" y="2390675"/>
            <a:ext cx="80000" cy="80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088703" y="2659967"/>
            <a:ext cx="110000" cy="110000"/>
          </a:xfrm>
          <a:prstGeom prst="ellipse">
            <a:avLst/>
          </a:prstGeom>
          <a:solidFill>
            <a:srgbClr val="C53E1F"/>
          </a:solidFill>
          <a:ln w="1778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16855" y="2641815"/>
            <a:ext cx="45720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D4A300"/>
                </a:solidFill>
                <a:latin typeface="Arial"/>
              </a:rPr>
              <a:t>5</a:t>
            </a:r>
          </a:p>
        </p:txBody>
      </p:sp>
      <p:sp>
        <p:nvSpPr>
          <p:cNvPr id="38" name="Oval 37"/>
          <p:cNvSpPr/>
          <p:nvPr/>
        </p:nvSpPr>
        <p:spPr>
          <a:xfrm>
            <a:off x="3454365" y="3119651"/>
            <a:ext cx="80000" cy="80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922670" y="1633664"/>
            <a:ext cx="110000" cy="110000"/>
          </a:xfrm>
          <a:prstGeom prst="ellipse">
            <a:avLst/>
          </a:prstGeom>
          <a:solidFill>
            <a:srgbClr val="C53E1F"/>
          </a:solidFill>
          <a:ln w="1778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0822" y="1615512"/>
            <a:ext cx="45720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D4A300"/>
                </a:solidFill>
                <a:latin typeface="Arial"/>
              </a:rPr>
              <a:t>7</a:t>
            </a:r>
          </a:p>
        </p:txBody>
      </p:sp>
      <p:sp>
        <p:nvSpPr>
          <p:cNvPr id="41" name="Oval 40"/>
          <p:cNvSpPr/>
          <p:nvPr/>
        </p:nvSpPr>
        <p:spPr>
          <a:xfrm>
            <a:off x="1646800" y="1960371"/>
            <a:ext cx="110000" cy="110000"/>
          </a:xfrm>
          <a:prstGeom prst="ellipse">
            <a:avLst/>
          </a:prstGeom>
          <a:solidFill>
            <a:srgbClr val="0A7D6E"/>
          </a:solidFill>
          <a:ln w="1778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774952" y="1942219"/>
            <a:ext cx="45720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D4A300"/>
                </a:solidFill>
                <a:latin typeface="Arial"/>
              </a:rPr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2953237" y="2189320"/>
            <a:ext cx="80000" cy="80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851132" y="2966979"/>
            <a:ext cx="110000" cy="110000"/>
          </a:xfrm>
          <a:prstGeom prst="ellipse">
            <a:avLst/>
          </a:prstGeom>
          <a:solidFill>
            <a:srgbClr val="C53E1F"/>
          </a:solidFill>
          <a:ln w="1778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79284" y="2948827"/>
            <a:ext cx="45720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D4A300"/>
                </a:solidFill>
                <a:latin typeface="Arial"/>
              </a:rPr>
              <a:t>10</a:t>
            </a:r>
          </a:p>
        </p:txBody>
      </p:sp>
      <p:sp>
        <p:nvSpPr>
          <p:cNvPr id="46" name="Oval 45"/>
          <p:cNvSpPr/>
          <p:nvPr/>
        </p:nvSpPr>
        <p:spPr>
          <a:xfrm>
            <a:off x="2008853" y="2325204"/>
            <a:ext cx="110000" cy="110000"/>
          </a:xfrm>
          <a:prstGeom prst="ellipse">
            <a:avLst/>
          </a:prstGeom>
          <a:solidFill>
            <a:srgbClr val="C53E1F"/>
          </a:solidFill>
          <a:ln w="1778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137005" y="2307052"/>
            <a:ext cx="45720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D4A300"/>
                </a:solidFill>
                <a:latin typeface="Arial"/>
              </a:rPr>
              <a:t>11</a:t>
            </a:r>
          </a:p>
        </p:txBody>
      </p:sp>
      <p:sp>
        <p:nvSpPr>
          <p:cNvPr id="48" name="Oval 47"/>
          <p:cNvSpPr/>
          <p:nvPr/>
        </p:nvSpPr>
        <p:spPr>
          <a:xfrm>
            <a:off x="3321059" y="2047147"/>
            <a:ext cx="110000" cy="110000"/>
          </a:xfrm>
          <a:prstGeom prst="ellipse">
            <a:avLst/>
          </a:prstGeom>
          <a:solidFill>
            <a:srgbClr val="C53E1F"/>
          </a:solidFill>
          <a:ln w="1778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49211" y="2028995"/>
            <a:ext cx="45720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D4A300"/>
                </a:solidFill>
                <a:latin typeface="Arial"/>
              </a:rPr>
              <a:t>12</a:t>
            </a:r>
          </a:p>
        </p:txBody>
      </p:sp>
      <p:sp>
        <p:nvSpPr>
          <p:cNvPr id="50" name="Oval 49"/>
          <p:cNvSpPr/>
          <p:nvPr/>
        </p:nvSpPr>
        <p:spPr>
          <a:xfrm>
            <a:off x="2234756" y="1224878"/>
            <a:ext cx="80000" cy="80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003291" y="2600094"/>
            <a:ext cx="80000" cy="80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230635" y="1442651"/>
            <a:ext cx="80000" cy="80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224874" y="918463"/>
            <a:ext cx="110000" cy="110000"/>
          </a:xfrm>
          <a:prstGeom prst="ellipse">
            <a:avLst/>
          </a:prstGeom>
          <a:solidFill>
            <a:srgbClr val="0A7D6E"/>
          </a:solidFill>
          <a:ln w="1778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53026" y="900311"/>
            <a:ext cx="45720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D4A300"/>
                </a:solidFill>
                <a:latin typeface="Arial"/>
              </a:rPr>
              <a:t>16</a:t>
            </a:r>
          </a:p>
        </p:txBody>
      </p:sp>
      <p:sp>
        <p:nvSpPr>
          <p:cNvPr id="55" name="Oval 54"/>
          <p:cNvSpPr/>
          <p:nvPr/>
        </p:nvSpPr>
        <p:spPr>
          <a:xfrm>
            <a:off x="2561063" y="1259295"/>
            <a:ext cx="110000" cy="110000"/>
          </a:xfrm>
          <a:prstGeom prst="ellipse">
            <a:avLst/>
          </a:prstGeom>
          <a:solidFill>
            <a:srgbClr val="0A7D6E"/>
          </a:solidFill>
          <a:ln w="1778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89215" y="1241143"/>
            <a:ext cx="45720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D4A300"/>
                </a:solidFill>
                <a:latin typeface="Arial"/>
              </a:rPr>
              <a:t>17</a:t>
            </a:r>
          </a:p>
        </p:txBody>
      </p:sp>
      <p:sp>
        <p:nvSpPr>
          <p:cNvPr id="57" name="Oval 56"/>
          <p:cNvSpPr/>
          <p:nvPr/>
        </p:nvSpPr>
        <p:spPr>
          <a:xfrm>
            <a:off x="3331374" y="1095656"/>
            <a:ext cx="80000" cy="80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083868" y="1216164"/>
            <a:ext cx="80000" cy="80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357825" y="1974777"/>
            <a:ext cx="80000" cy="80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703583" y="2589587"/>
            <a:ext cx="110000" cy="110000"/>
          </a:xfrm>
          <a:prstGeom prst="ellipse">
            <a:avLst/>
          </a:prstGeom>
          <a:solidFill>
            <a:srgbClr val="C53E1F"/>
          </a:solidFill>
          <a:ln w="1778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831735" y="2571435"/>
            <a:ext cx="45720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D4A300"/>
                </a:solidFill>
                <a:latin typeface="Arial"/>
              </a:rPr>
              <a:t>21</a:t>
            </a:r>
          </a:p>
        </p:txBody>
      </p:sp>
      <p:sp>
        <p:nvSpPr>
          <p:cNvPr id="62" name="Oval 61"/>
          <p:cNvSpPr/>
          <p:nvPr/>
        </p:nvSpPr>
        <p:spPr>
          <a:xfrm>
            <a:off x="2769242" y="1846997"/>
            <a:ext cx="80000" cy="80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930334" y="1824110"/>
            <a:ext cx="110000" cy="110000"/>
          </a:xfrm>
          <a:prstGeom prst="ellipse">
            <a:avLst/>
          </a:prstGeom>
          <a:solidFill>
            <a:srgbClr val="0A7D6E"/>
          </a:solidFill>
          <a:ln w="1778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058486" y="1805958"/>
            <a:ext cx="45720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D4A300"/>
                </a:solidFill>
                <a:latin typeface="Arial"/>
              </a:rPr>
              <a:t>23</a:t>
            </a:r>
          </a:p>
        </p:txBody>
      </p:sp>
      <p:sp>
        <p:nvSpPr>
          <p:cNvPr id="65" name="Oval 64"/>
          <p:cNvSpPr/>
          <p:nvPr/>
        </p:nvSpPr>
        <p:spPr>
          <a:xfrm>
            <a:off x="3129532" y="3142916"/>
            <a:ext cx="80000" cy="80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578472" y="1867427"/>
            <a:ext cx="110000" cy="110000"/>
          </a:xfrm>
          <a:prstGeom prst="ellipse">
            <a:avLst/>
          </a:prstGeom>
          <a:solidFill>
            <a:srgbClr val="0A7D6E"/>
          </a:solidFill>
          <a:ln w="1778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706624" y="1849275"/>
            <a:ext cx="45720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D4A300"/>
                </a:solidFill>
                <a:latin typeface="Arial"/>
              </a:rPr>
              <a:t>25</a:t>
            </a:r>
          </a:p>
        </p:txBody>
      </p:sp>
      <p:sp>
        <p:nvSpPr>
          <p:cNvPr id="68" name="Oval 67"/>
          <p:cNvSpPr/>
          <p:nvPr/>
        </p:nvSpPr>
        <p:spPr>
          <a:xfrm>
            <a:off x="2153874" y="2577248"/>
            <a:ext cx="110000" cy="110000"/>
          </a:xfrm>
          <a:prstGeom prst="ellipse">
            <a:avLst/>
          </a:prstGeom>
          <a:solidFill>
            <a:srgbClr val="C53E1F"/>
          </a:solidFill>
          <a:ln w="1778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282026" y="2559096"/>
            <a:ext cx="45720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D4A300"/>
                </a:solidFill>
                <a:latin typeface="Arial"/>
              </a:rPr>
              <a:t>26</a:t>
            </a:r>
          </a:p>
        </p:txBody>
      </p:sp>
      <p:sp>
        <p:nvSpPr>
          <p:cNvPr id="70" name="Oval 69"/>
          <p:cNvSpPr/>
          <p:nvPr/>
        </p:nvSpPr>
        <p:spPr>
          <a:xfrm>
            <a:off x="3925897" y="2096234"/>
            <a:ext cx="80000" cy="80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2494607" y="2526756"/>
            <a:ext cx="80000" cy="80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806614" y="2684453"/>
            <a:ext cx="80000" cy="80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77953" y="2871055"/>
            <a:ext cx="80000" cy="80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015710" y="1824725"/>
            <a:ext cx="80000" cy="80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001921" y="3041087"/>
            <a:ext cx="80000" cy="80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120435" y="1701685"/>
            <a:ext cx="110000" cy="110000"/>
          </a:xfrm>
          <a:prstGeom prst="ellipse">
            <a:avLst/>
          </a:prstGeom>
          <a:solidFill>
            <a:srgbClr val="C53E1F"/>
          </a:solidFill>
          <a:ln w="1778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248587" y="1683533"/>
            <a:ext cx="45720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D4A300"/>
                </a:solidFill>
                <a:latin typeface="Arial"/>
              </a:rPr>
              <a:t>33</a:t>
            </a:r>
          </a:p>
        </p:txBody>
      </p:sp>
      <p:sp>
        <p:nvSpPr>
          <p:cNvPr id="78" name="Oval 77"/>
          <p:cNvSpPr/>
          <p:nvPr/>
        </p:nvSpPr>
        <p:spPr>
          <a:xfrm>
            <a:off x="2348849" y="1006162"/>
            <a:ext cx="80000" cy="80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862322" y="834678"/>
            <a:ext cx="80000" cy="80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878632" y="650800"/>
            <a:ext cx="70000" cy="7000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023360" y="594360"/>
            <a:ext cx="9144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good (n=18)</a:t>
            </a:r>
          </a:p>
        </p:txBody>
      </p:sp>
      <p:sp>
        <p:nvSpPr>
          <p:cNvPr id="82" name="Oval 81"/>
          <p:cNvSpPr/>
          <p:nvPr/>
        </p:nvSpPr>
        <p:spPr>
          <a:xfrm>
            <a:off x="3878632" y="815392"/>
            <a:ext cx="70000" cy="7000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023360" y="758952"/>
            <a:ext cx="9144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bad (n=17)</a:t>
            </a:r>
          </a:p>
        </p:txBody>
      </p:sp>
      <p:sp>
        <p:nvSpPr>
          <p:cNvPr id="84" name="Oval 83"/>
          <p:cNvSpPr/>
          <p:nvPr/>
        </p:nvSpPr>
        <p:spPr>
          <a:xfrm>
            <a:off x="3868632" y="988272"/>
            <a:ext cx="90000" cy="90000"/>
          </a:xfrm>
          <a:prstGeom prst="ellipse">
            <a:avLst/>
          </a:prstGeom>
          <a:solidFill>
            <a:srgbClr val="0A7D6E"/>
          </a:solidFill>
          <a:ln w="1778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023360" y="941832"/>
            <a:ext cx="1188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D4A300"/>
                </a:solidFill>
                <a:latin typeface="Arial"/>
              </a:rPr>
              <a:t>misclassified  (gold ring, subject ID)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840480" y="1188720"/>
            <a:ext cx="155448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555555"/>
                </a:solidFill>
                <a:latin typeface="Arial"/>
              </a:rPr>
              <a:t>solid ellipse: 68 % CI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840480" y="1325880"/>
            <a:ext cx="155448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555555"/>
                </a:solidFill>
                <a:latin typeface="Arial"/>
              </a:rPr>
              <a:t>UMAP on 28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rial"/>
              </a:rPr>
              <a:t>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60320" y="3474720"/>
            <a:ext cx="2560320" cy="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560320" y="548640"/>
            <a:ext cx="0" cy="292608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7326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068726" y="353472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-1.50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68903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40303" y="353472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-0.75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40480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611880" y="353472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+0.00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2056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883456" y="353472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+0.75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383633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55033" y="353472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+1.50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767328"/>
            <a:ext cx="25603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SHAP value (log-odds contribution)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0480" y="548640"/>
            <a:ext cx="0" cy="2926080"/>
          </a:xfrm>
          <a:prstGeom prst="line">
            <a:avLst/>
          </a:prstGeom>
          <a:ln w="1016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" y="3008376"/>
            <a:ext cx="15544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MSI (%)</a:t>
            </a:r>
          </a:p>
        </p:txBody>
      </p:sp>
      <p:sp>
        <p:nvSpPr>
          <p:cNvPr id="18" name="Oval 17"/>
          <p:cNvSpPr/>
          <p:nvPr/>
        </p:nvSpPr>
        <p:spPr>
          <a:xfrm>
            <a:off x="3790160" y="3078441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90160" y="3089758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51419" y="3055851"/>
            <a:ext cx="50000" cy="50000"/>
          </a:xfrm>
          <a:prstGeom prst="ellipse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19699" y="3079355"/>
            <a:ext cx="50000" cy="50000"/>
          </a:xfrm>
          <a:prstGeom prst="ellipse">
            <a:avLst/>
          </a:prstGeom>
          <a:solidFill>
            <a:srgbClr val="BB4123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790160" y="3107471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790160" y="3068089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790160" y="3026725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790160" y="3042391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19699" y="3114847"/>
            <a:ext cx="50000" cy="50000"/>
          </a:xfrm>
          <a:prstGeom prst="ellipse">
            <a:avLst/>
          </a:prstGeom>
          <a:solidFill>
            <a:srgbClr val="BB4123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790160" y="3139500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790160" y="3111316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790160" y="3082146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790160" y="3186008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790160" y="3093563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790160" y="3138644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790160" y="3116100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790160" y="3107848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790160" y="3097842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790160" y="3065893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790160" y="3038202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819699" y="3089601"/>
            <a:ext cx="50000" cy="50000"/>
          </a:xfrm>
          <a:prstGeom prst="ellipse">
            <a:avLst/>
          </a:prstGeom>
          <a:solidFill>
            <a:srgbClr val="BB4123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790160" y="3023984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819699" y="3113156"/>
            <a:ext cx="50000" cy="50000"/>
          </a:xfrm>
          <a:prstGeom prst="ellipse">
            <a:avLst/>
          </a:prstGeom>
          <a:solidFill>
            <a:srgbClr val="BB4123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790160" y="3068531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790160" y="3044305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790160" y="3079833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790160" y="3116593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790160" y="3124415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996939" y="3104050"/>
            <a:ext cx="50000" cy="50000"/>
          </a:xfrm>
          <a:prstGeom prst="ellipse">
            <a:avLst/>
          </a:prstGeom>
          <a:solidFill>
            <a:srgbClr val="80553C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790160" y="3074295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790160" y="3128273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790160" y="3093140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790160" y="3090948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790160" y="3060221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790160" y="3074538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" y="2276856"/>
            <a:ext cx="15544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MHC class II</a:t>
            </a:r>
          </a:p>
        </p:txBody>
      </p:sp>
      <p:sp>
        <p:nvSpPr>
          <p:cNvPr id="54" name="Oval 53"/>
          <p:cNvSpPr/>
          <p:nvPr/>
        </p:nvSpPr>
        <p:spPr>
          <a:xfrm>
            <a:off x="3827834" y="2336842"/>
            <a:ext cx="50000" cy="50000"/>
          </a:xfrm>
          <a:prstGeom prst="ellipse">
            <a:avLst/>
          </a:prstGeom>
          <a:solidFill>
            <a:srgbClr val="6A5C45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816196" y="2381137"/>
            <a:ext cx="50000" cy="50000"/>
          </a:xfrm>
          <a:prstGeom prst="ellipse">
            <a:avLst/>
          </a:prstGeom>
          <a:solidFill>
            <a:srgbClr val="655E47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990097" y="2358128"/>
            <a:ext cx="50000" cy="50000"/>
          </a:xfrm>
          <a:prstGeom prst="ellipse">
            <a:avLst/>
          </a:prstGeom>
          <a:solidFill>
            <a:srgbClr val="AB4629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839020" y="2318030"/>
            <a:ext cx="50000" cy="50000"/>
          </a:xfrm>
          <a:prstGeom prst="ellipse">
            <a:avLst/>
          </a:prstGeom>
          <a:solidFill>
            <a:srgbClr val="6E5B43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800094" y="2286891"/>
            <a:ext cx="50000" cy="50000"/>
          </a:xfrm>
          <a:prstGeom prst="ellipse">
            <a:avLst/>
          </a:prstGeom>
          <a:solidFill>
            <a:srgbClr val="5F604A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934159" y="2407701"/>
            <a:ext cx="50000" cy="50000"/>
          </a:xfrm>
          <a:prstGeom prst="ellipse">
            <a:avLst/>
          </a:prstGeom>
          <a:solidFill>
            <a:srgbClr val="954E33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895337" y="2285992"/>
            <a:ext cx="50000" cy="50000"/>
          </a:xfrm>
          <a:prstGeom prst="ellipse">
            <a:avLst/>
          </a:prstGeom>
          <a:solidFill>
            <a:srgbClr val="855339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053431" y="2293367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856043" y="2318147"/>
            <a:ext cx="50000" cy="50000"/>
          </a:xfrm>
          <a:prstGeom prst="ellipse">
            <a:avLst/>
          </a:prstGeom>
          <a:solidFill>
            <a:srgbClr val="75584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910273" y="2340832"/>
            <a:ext cx="50000" cy="50000"/>
          </a:xfrm>
          <a:prstGeom prst="ellipse">
            <a:avLst/>
          </a:prstGeom>
          <a:solidFill>
            <a:srgbClr val="8B5137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3823421" y="2366218"/>
            <a:ext cx="50000" cy="50000"/>
          </a:xfrm>
          <a:prstGeom prst="ellipse">
            <a:avLst/>
          </a:prstGeom>
          <a:solidFill>
            <a:srgbClr val="685D46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851510" y="2288445"/>
            <a:ext cx="50000" cy="50000"/>
          </a:xfrm>
          <a:prstGeom prst="ellipse">
            <a:avLst/>
          </a:prstGeom>
          <a:solidFill>
            <a:srgbClr val="735941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845973" y="2266401"/>
            <a:ext cx="50000" cy="50000"/>
          </a:xfrm>
          <a:prstGeom prst="ellipse">
            <a:avLst/>
          </a:prstGeom>
          <a:solidFill>
            <a:srgbClr val="715A42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823421" y="2273364"/>
            <a:ext cx="50000" cy="50000"/>
          </a:xfrm>
          <a:prstGeom prst="ellipse">
            <a:avLst/>
          </a:prstGeom>
          <a:solidFill>
            <a:srgbClr val="685D46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751414" y="2294718"/>
            <a:ext cx="50000" cy="50000"/>
          </a:xfrm>
          <a:prstGeom prst="ellipse">
            <a:avLst/>
          </a:prstGeom>
          <a:solidFill>
            <a:srgbClr val="4B6652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588275" y="2336754"/>
            <a:ext cx="50000" cy="50000"/>
          </a:xfrm>
          <a:prstGeom prst="ellipse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783496" y="2405474"/>
            <a:ext cx="50000" cy="50000"/>
          </a:xfrm>
          <a:prstGeom prst="ellipse">
            <a:avLst/>
          </a:prstGeom>
          <a:solidFill>
            <a:srgbClr val="58624C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798954" y="2352635"/>
            <a:ext cx="50000" cy="50000"/>
          </a:xfrm>
          <a:prstGeom prst="ellipse">
            <a:avLst/>
          </a:prstGeom>
          <a:solidFill>
            <a:srgbClr val="5E604A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683597" y="2323626"/>
            <a:ext cx="50000" cy="50000"/>
          </a:xfrm>
          <a:prstGeom prst="ellipse">
            <a:avLst/>
          </a:prstGeom>
          <a:solidFill>
            <a:srgbClr val="30705D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823421" y="2408987"/>
            <a:ext cx="50000" cy="50000"/>
          </a:xfrm>
          <a:prstGeom prst="ellipse">
            <a:avLst/>
          </a:prstGeom>
          <a:solidFill>
            <a:srgbClr val="685D46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699810" y="2335097"/>
            <a:ext cx="50000" cy="50000"/>
          </a:xfrm>
          <a:prstGeom prst="ellipse">
            <a:avLst/>
          </a:prstGeom>
          <a:solidFill>
            <a:srgbClr val="366D5B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644930" y="2333572"/>
            <a:ext cx="50000" cy="50000"/>
          </a:xfrm>
          <a:prstGeom prst="ellipse">
            <a:avLst/>
          </a:prstGeom>
          <a:solidFill>
            <a:srgbClr val="207564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888254" y="2321889"/>
            <a:ext cx="50000" cy="50000"/>
          </a:xfrm>
          <a:prstGeom prst="ellipse">
            <a:avLst/>
          </a:prstGeom>
          <a:solidFill>
            <a:srgbClr val="82543B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966712" y="2404412"/>
            <a:ext cx="50000" cy="50000"/>
          </a:xfrm>
          <a:prstGeom prst="ellipse">
            <a:avLst/>
          </a:prstGeom>
          <a:solidFill>
            <a:srgbClr val="A2492D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819796" y="2381482"/>
            <a:ext cx="50000" cy="50000"/>
          </a:xfrm>
          <a:prstGeom prst="ellipse">
            <a:avLst/>
          </a:prstGeom>
          <a:solidFill>
            <a:srgbClr val="675D46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752115" y="2371595"/>
            <a:ext cx="50000" cy="50000"/>
          </a:xfrm>
          <a:prstGeom prst="ellipse">
            <a:avLst/>
          </a:prstGeom>
          <a:solidFill>
            <a:srgbClr val="4B6652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665961" y="2403784"/>
            <a:ext cx="50000" cy="50000"/>
          </a:xfrm>
          <a:prstGeom prst="ellipse">
            <a:avLst/>
          </a:prstGeom>
          <a:solidFill>
            <a:srgbClr val="29726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899778" y="2276097"/>
            <a:ext cx="50000" cy="50000"/>
          </a:xfrm>
          <a:prstGeom prst="ellipse">
            <a:avLst/>
          </a:prstGeom>
          <a:solidFill>
            <a:srgbClr val="875239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859371" y="2374206"/>
            <a:ext cx="50000" cy="50000"/>
          </a:xfrm>
          <a:prstGeom prst="ellipse">
            <a:avLst/>
          </a:prstGeom>
          <a:solidFill>
            <a:srgbClr val="76583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919723" y="2338001"/>
            <a:ext cx="50000" cy="50000"/>
          </a:xfrm>
          <a:prstGeom prst="ellipse">
            <a:avLst/>
          </a:prstGeom>
          <a:solidFill>
            <a:srgbClr val="8F5035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707470" y="2363789"/>
            <a:ext cx="50000" cy="50000"/>
          </a:xfrm>
          <a:prstGeom prst="ellipse">
            <a:avLst/>
          </a:prstGeom>
          <a:solidFill>
            <a:srgbClr val="396C59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977595" y="2282939"/>
            <a:ext cx="50000" cy="50000"/>
          </a:xfrm>
          <a:prstGeom prst="ellipse">
            <a:avLst/>
          </a:prstGeom>
          <a:solidFill>
            <a:srgbClr val="A6482B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671276" y="2294487"/>
            <a:ext cx="50000" cy="50000"/>
          </a:xfrm>
          <a:prstGeom prst="ellipse">
            <a:avLst/>
          </a:prstGeom>
          <a:solidFill>
            <a:srgbClr val="2B715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777959" y="2324641"/>
            <a:ext cx="50000" cy="50000"/>
          </a:xfrm>
          <a:prstGeom prst="ellipse">
            <a:avLst/>
          </a:prstGeom>
          <a:solidFill>
            <a:srgbClr val="56634D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595069" y="2449154"/>
            <a:ext cx="50000" cy="50000"/>
          </a:xfrm>
          <a:prstGeom prst="ellipse">
            <a:avLst/>
          </a:prstGeom>
          <a:solidFill>
            <a:srgbClr val="0C7C6C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14400" y="1545336"/>
            <a:ext cx="15544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Deletion fraction</a:t>
            </a:r>
          </a:p>
        </p:txBody>
      </p:sp>
      <p:sp>
        <p:nvSpPr>
          <p:cNvPr id="90" name="Oval 89"/>
          <p:cNvSpPr/>
          <p:nvPr/>
        </p:nvSpPr>
        <p:spPr>
          <a:xfrm>
            <a:off x="3981848" y="1618636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981848" y="1590912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3597455" y="1576854"/>
            <a:ext cx="50000" cy="50000"/>
          </a:xfrm>
          <a:prstGeom prst="ellipse">
            <a:avLst/>
          </a:prstGeom>
          <a:solidFill>
            <a:srgbClr val="914F34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981848" y="1648040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026631" y="1540949"/>
            <a:ext cx="50000" cy="50000"/>
          </a:xfrm>
          <a:prstGeom prst="ellipse">
            <a:avLst/>
          </a:prstGeom>
          <a:solidFill>
            <a:srgbClr val="446955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595701" y="1678875"/>
            <a:ext cx="50000" cy="50000"/>
          </a:xfrm>
          <a:prstGeom prst="ellipse">
            <a:avLst/>
          </a:prstGeom>
          <a:solidFill>
            <a:srgbClr val="904F35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3981848" y="1649955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3981848" y="1579879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3981848" y="1618766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2596280" y="1533032"/>
            <a:ext cx="50000" cy="50000"/>
          </a:xfrm>
          <a:prstGeom prst="ellipse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3981848" y="1612645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3769164" y="1648711"/>
            <a:ext cx="50000" cy="50000"/>
          </a:xfrm>
          <a:prstGeom prst="ellipse">
            <a:avLst/>
          </a:prstGeom>
          <a:solidFill>
            <a:srgbClr val="A8472B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981848" y="1637491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981848" y="1668811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3974574" y="1676998"/>
            <a:ext cx="50000" cy="50000"/>
          </a:xfrm>
          <a:prstGeom prst="ellipse">
            <a:avLst/>
          </a:prstGeom>
          <a:solidFill>
            <a:srgbClr val="C4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3981848" y="1593250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3981848" y="1595411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3981848" y="1564100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3981848" y="1654040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3981848" y="1546783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2830914" y="1633533"/>
            <a:ext cx="50000" cy="50000"/>
          </a:xfrm>
          <a:prstGeom prst="ellipse">
            <a:avLst/>
          </a:prstGeom>
          <a:solidFill>
            <a:srgbClr val="29726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3981848" y="1551817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595307" y="1639915"/>
            <a:ext cx="50000" cy="50000"/>
          </a:xfrm>
          <a:prstGeom prst="ellipse">
            <a:avLst/>
          </a:prstGeom>
          <a:solidFill>
            <a:srgbClr val="904F35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981848" y="1653201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3975099" y="1609956"/>
            <a:ext cx="50000" cy="50000"/>
          </a:xfrm>
          <a:prstGeom prst="ellipse">
            <a:avLst/>
          </a:prstGeom>
          <a:solidFill>
            <a:srgbClr val="C4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3981848" y="1575648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3981848" y="1613853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3981848" y="1646619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3981848" y="1679787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3981848" y="1682434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3981848" y="1598856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3034464" y="1577480"/>
            <a:ext cx="50000" cy="50000"/>
          </a:xfrm>
          <a:prstGeom prst="ellipse">
            <a:avLst/>
          </a:prstGeom>
          <a:solidFill>
            <a:srgbClr val="456955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3981848" y="1628131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3981848" y="1668075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3981848" y="1582601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14400" y="813816"/>
            <a:ext cx="15544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DSB repair</a:t>
            </a:r>
          </a:p>
        </p:txBody>
      </p:sp>
      <p:sp>
        <p:nvSpPr>
          <p:cNvPr id="126" name="Oval 125"/>
          <p:cNvSpPr/>
          <p:nvPr/>
        </p:nvSpPr>
        <p:spPr>
          <a:xfrm>
            <a:off x="3732790" y="945598"/>
            <a:ext cx="50000" cy="50000"/>
          </a:xfrm>
          <a:prstGeom prst="ellipse">
            <a:avLst/>
          </a:prstGeom>
          <a:solidFill>
            <a:srgbClr val="6F5A43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4057635" y="920697"/>
            <a:ext cx="50000" cy="50000"/>
          </a:xfrm>
          <a:prstGeom prst="ellipse">
            <a:avLst/>
          </a:prstGeom>
          <a:solidFill>
            <a:srgbClr val="456854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4516456" y="862142"/>
            <a:ext cx="50000" cy="50000"/>
          </a:xfrm>
          <a:prstGeom prst="ellipse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4116775" y="988161"/>
            <a:ext cx="50000" cy="50000"/>
          </a:xfrm>
          <a:prstGeom prst="ellipse">
            <a:avLst/>
          </a:prstGeom>
          <a:solidFill>
            <a:srgbClr val="3D6B58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3973847" y="872441"/>
            <a:ext cx="50000" cy="50000"/>
          </a:xfrm>
          <a:prstGeom prst="ellipse">
            <a:avLst/>
          </a:prstGeom>
          <a:solidFill>
            <a:srgbClr val="50655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4219141" y="914928"/>
            <a:ext cx="50000" cy="50000"/>
          </a:xfrm>
          <a:prstGeom prst="ellipse">
            <a:avLst/>
          </a:prstGeom>
          <a:solidFill>
            <a:srgbClr val="30705D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3709182" y="884603"/>
            <a:ext cx="50000" cy="50000"/>
          </a:xfrm>
          <a:prstGeom prst="ellipse">
            <a:avLst/>
          </a:prstGeom>
          <a:solidFill>
            <a:srgbClr val="725941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3564182" y="892722"/>
            <a:ext cx="50000" cy="50000"/>
          </a:xfrm>
          <a:prstGeom prst="ellipse">
            <a:avLst/>
          </a:prstGeom>
          <a:solidFill>
            <a:srgbClr val="855339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4123516" y="880528"/>
            <a:ext cx="50000" cy="50000"/>
          </a:xfrm>
          <a:prstGeom prst="ellipse">
            <a:avLst/>
          </a:prstGeom>
          <a:solidFill>
            <a:srgbClr val="3C6B58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3898661" y="858931"/>
            <a:ext cx="50000" cy="50000"/>
          </a:xfrm>
          <a:prstGeom prst="ellipse">
            <a:avLst/>
          </a:prstGeom>
          <a:solidFill>
            <a:srgbClr val="5A614C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3898661" y="922685"/>
            <a:ext cx="50000" cy="50000"/>
          </a:xfrm>
          <a:prstGeom prst="ellipse">
            <a:avLst/>
          </a:prstGeom>
          <a:solidFill>
            <a:srgbClr val="5A614C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3819158" y="827031"/>
            <a:ext cx="50000" cy="50000"/>
          </a:xfrm>
          <a:prstGeom prst="ellipse">
            <a:avLst/>
          </a:prstGeom>
          <a:solidFill>
            <a:srgbClr val="645E47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3245767" y="857530"/>
            <a:ext cx="50000" cy="50000"/>
          </a:xfrm>
          <a:prstGeom prst="ellipse">
            <a:avLst/>
          </a:prstGeom>
          <a:solidFill>
            <a:srgbClr val="AE4528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4018104" y="852367"/>
            <a:ext cx="50000" cy="50000"/>
          </a:xfrm>
          <a:prstGeom prst="ellipse">
            <a:avLst/>
          </a:prstGeom>
          <a:solidFill>
            <a:srgbClr val="4A6752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3354353" y="838272"/>
            <a:ext cx="50000" cy="50000"/>
          </a:xfrm>
          <a:prstGeom prst="ellipse">
            <a:avLst/>
          </a:prstGeom>
          <a:solidFill>
            <a:srgbClr val="A04A2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3361416" y="854831"/>
            <a:ext cx="50000" cy="50000"/>
          </a:xfrm>
          <a:prstGeom prst="ellipse">
            <a:avLst/>
          </a:prstGeom>
          <a:solidFill>
            <a:srgbClr val="9F4A2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3487101" y="852352"/>
            <a:ext cx="50000" cy="50000"/>
          </a:xfrm>
          <a:prstGeom prst="ellipse">
            <a:avLst/>
          </a:prstGeom>
          <a:solidFill>
            <a:srgbClr val="8F5035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3251414" y="886082"/>
            <a:ext cx="50000" cy="50000"/>
          </a:xfrm>
          <a:prstGeom prst="ellipse">
            <a:avLst/>
          </a:prstGeom>
          <a:solidFill>
            <a:srgbClr val="AE4528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3075172" y="952022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3898661" y="895327"/>
            <a:ext cx="50000" cy="50000"/>
          </a:xfrm>
          <a:prstGeom prst="ellipse">
            <a:avLst/>
          </a:prstGeom>
          <a:solidFill>
            <a:srgbClr val="5A614C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4159859" y="923174"/>
            <a:ext cx="50000" cy="50000"/>
          </a:xfrm>
          <a:prstGeom prst="ellipse">
            <a:avLst/>
          </a:prstGeom>
          <a:solidFill>
            <a:srgbClr val="386D5A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3285045" y="951845"/>
            <a:ext cx="50000" cy="50000"/>
          </a:xfrm>
          <a:prstGeom prst="ellipse">
            <a:avLst/>
          </a:prstGeom>
          <a:solidFill>
            <a:srgbClr val="A9472A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3654772" y="878056"/>
            <a:ext cx="50000" cy="50000"/>
          </a:xfrm>
          <a:prstGeom prst="ellipse">
            <a:avLst/>
          </a:prstGeom>
          <a:solidFill>
            <a:srgbClr val="79573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4291619" y="914354"/>
            <a:ext cx="50000" cy="50000"/>
          </a:xfrm>
          <a:prstGeom prst="ellipse">
            <a:avLst/>
          </a:prstGeom>
          <a:solidFill>
            <a:srgbClr val="277361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3660733" y="934599"/>
            <a:ext cx="50000" cy="50000"/>
          </a:xfrm>
          <a:prstGeom prst="ellipse">
            <a:avLst/>
          </a:prstGeom>
          <a:solidFill>
            <a:srgbClr val="79573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4097643" y="935178"/>
            <a:ext cx="50000" cy="50000"/>
          </a:xfrm>
          <a:prstGeom prst="ellipse">
            <a:avLst/>
          </a:prstGeom>
          <a:solidFill>
            <a:srgbClr val="406A57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4189300" y="877618"/>
            <a:ext cx="50000" cy="50000"/>
          </a:xfrm>
          <a:prstGeom prst="ellipse">
            <a:avLst/>
          </a:prstGeom>
          <a:solidFill>
            <a:srgbClr val="346E5C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4084320" y="873657"/>
            <a:ext cx="50000" cy="50000"/>
          </a:xfrm>
          <a:prstGeom prst="ellipse">
            <a:avLst/>
          </a:prstGeom>
          <a:solidFill>
            <a:srgbClr val="426A56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4279365" y="831355"/>
            <a:ext cx="50000" cy="50000"/>
          </a:xfrm>
          <a:prstGeom prst="ellipse">
            <a:avLst/>
          </a:prstGeom>
          <a:solidFill>
            <a:srgbClr val="287261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4240181" y="890010"/>
            <a:ext cx="50000" cy="50000"/>
          </a:xfrm>
          <a:prstGeom prst="ellipse">
            <a:avLst/>
          </a:prstGeom>
          <a:solidFill>
            <a:srgbClr val="2D705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4052679" y="843672"/>
            <a:ext cx="50000" cy="50000"/>
          </a:xfrm>
          <a:prstGeom prst="ellipse">
            <a:avLst/>
          </a:prstGeom>
          <a:solidFill>
            <a:srgbClr val="466854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4152627" y="827852"/>
            <a:ext cx="50000" cy="50000"/>
          </a:xfrm>
          <a:prstGeom prst="ellipse">
            <a:avLst/>
          </a:prstGeom>
          <a:solidFill>
            <a:srgbClr val="396D5A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3764250" y="838917"/>
            <a:ext cx="50000" cy="50000"/>
          </a:xfrm>
          <a:prstGeom prst="ellipse">
            <a:avLst/>
          </a:prstGeom>
          <a:solidFill>
            <a:srgbClr val="6B5C44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3165107" y="993216"/>
            <a:ext cx="50000" cy="50000"/>
          </a:xfrm>
          <a:prstGeom prst="ellipse">
            <a:avLst/>
          </a:prstGeom>
          <a:solidFill>
            <a:srgbClr val="B94123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3142291" y="835471"/>
            <a:ext cx="50000" cy="50000"/>
          </a:xfrm>
          <a:prstGeom prst="ellipse">
            <a:avLst/>
          </a:prstGeom>
          <a:solidFill>
            <a:srgbClr val="BC4022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5193792" y="3054096"/>
            <a:ext cx="75524" cy="109728"/>
          </a:xfrm>
          <a:prstGeom prst="rect">
            <a:avLst/>
          </a:prstGeom>
          <a:solidFill>
            <a:srgbClr val="D4A30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296748" y="3035808"/>
            <a:ext cx="3657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D4A300"/>
                </a:solidFill>
                <a:latin typeface="Arial"/>
              </a:rPr>
              <a:t>0.12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193792" y="2322576"/>
            <a:ext cx="153901" cy="109728"/>
          </a:xfrm>
          <a:prstGeom prst="rect">
            <a:avLst/>
          </a:prstGeom>
          <a:solidFill>
            <a:srgbClr val="D4A30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5375125" y="2304288"/>
            <a:ext cx="3657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D4A300"/>
                </a:solidFill>
                <a:latin typeface="Arial"/>
              </a:rPr>
              <a:t>0.24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5193792" y="1591056"/>
            <a:ext cx="460576" cy="109728"/>
          </a:xfrm>
          <a:prstGeom prst="rect">
            <a:avLst/>
          </a:prstGeom>
          <a:solidFill>
            <a:srgbClr val="D4A30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5681800" y="1572768"/>
            <a:ext cx="3657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D4A300"/>
                </a:solidFill>
                <a:latin typeface="Arial"/>
              </a:rPr>
              <a:t>0.71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193792" y="859536"/>
            <a:ext cx="594360" cy="109728"/>
          </a:xfrm>
          <a:prstGeom prst="rect">
            <a:avLst/>
          </a:prstGeom>
          <a:solidFill>
            <a:srgbClr val="D4A30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5815584" y="841248"/>
            <a:ext cx="3657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D4A300"/>
                </a:solidFill>
                <a:latin typeface="Arial"/>
              </a:rPr>
              <a:t>0.91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193792" y="402336"/>
            <a:ext cx="10058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D4A300"/>
                </a:solidFill>
                <a:latin typeface="Arial"/>
              </a:rPr>
              <a:t>mean |SHAP|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3108960" y="3822192"/>
            <a:ext cx="42005" cy="91440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3148965" y="3822192"/>
            <a:ext cx="42005" cy="91440"/>
          </a:xfrm>
          <a:prstGeom prst="rect">
            <a:avLst/>
          </a:prstGeom>
          <a:solidFill>
            <a:srgbClr val="BE4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3188970" y="3822192"/>
            <a:ext cx="42005" cy="91440"/>
          </a:xfrm>
          <a:prstGeom prst="rect">
            <a:avLst/>
          </a:prstGeom>
          <a:solidFill>
            <a:srgbClr val="B84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3228975" y="3822192"/>
            <a:ext cx="42005" cy="91440"/>
          </a:xfrm>
          <a:prstGeom prst="rect">
            <a:avLst/>
          </a:prstGeom>
          <a:solidFill>
            <a:srgbClr val="B24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3268980" y="3822192"/>
            <a:ext cx="42005" cy="91440"/>
          </a:xfrm>
          <a:prstGeom prst="rect">
            <a:avLst/>
          </a:prstGeom>
          <a:solidFill>
            <a:srgbClr val="AC4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3308985" y="3822192"/>
            <a:ext cx="42005" cy="91440"/>
          </a:xfrm>
          <a:prstGeom prst="rect">
            <a:avLst/>
          </a:prstGeom>
          <a:solidFill>
            <a:srgbClr val="A6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3348990" y="3822192"/>
            <a:ext cx="42005" cy="91440"/>
          </a:xfrm>
          <a:prstGeom prst="rect">
            <a:avLst/>
          </a:prstGeom>
          <a:solidFill>
            <a:srgbClr val="A0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3388995" y="3822192"/>
            <a:ext cx="42005" cy="91440"/>
          </a:xfrm>
          <a:prstGeom prst="rect">
            <a:avLst/>
          </a:prstGeom>
          <a:solidFill>
            <a:srgbClr val="9A4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3429000" y="3822192"/>
            <a:ext cx="42005" cy="91440"/>
          </a:xfrm>
          <a:prstGeom prst="rect">
            <a:avLst/>
          </a:prstGeom>
          <a:solidFill>
            <a:srgbClr val="944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3469005" y="3822192"/>
            <a:ext cx="42005" cy="91440"/>
          </a:xfrm>
          <a:prstGeom prst="rect">
            <a:avLst/>
          </a:prstGeom>
          <a:solidFill>
            <a:srgbClr val="8E5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3509010" y="3822192"/>
            <a:ext cx="42005" cy="91440"/>
          </a:xfrm>
          <a:prstGeom prst="rect">
            <a:avLst/>
          </a:prstGeom>
          <a:solidFill>
            <a:srgbClr val="885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3549015" y="3822192"/>
            <a:ext cx="42005" cy="91440"/>
          </a:xfrm>
          <a:prstGeom prst="rect">
            <a:avLst/>
          </a:prstGeom>
          <a:solidFill>
            <a:srgbClr val="825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3589020" y="3822192"/>
            <a:ext cx="42005" cy="91440"/>
          </a:xfrm>
          <a:prstGeom prst="rect">
            <a:avLst/>
          </a:prstGeom>
          <a:solidFill>
            <a:srgbClr val="7C5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3629025" y="3822192"/>
            <a:ext cx="42005" cy="91440"/>
          </a:xfrm>
          <a:prstGeom prst="rect">
            <a:avLst/>
          </a:prstGeom>
          <a:solidFill>
            <a:srgbClr val="765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3669030" y="3822192"/>
            <a:ext cx="42005" cy="91440"/>
          </a:xfrm>
          <a:prstGeom prst="rect">
            <a:avLst/>
          </a:prstGeom>
          <a:solidFill>
            <a:srgbClr val="705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3709035" y="3822192"/>
            <a:ext cx="42005" cy="91440"/>
          </a:xfrm>
          <a:prstGeom prst="rect">
            <a:avLst/>
          </a:prstGeom>
          <a:solidFill>
            <a:srgbClr val="6A5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749040" y="3822192"/>
            <a:ext cx="42005" cy="91440"/>
          </a:xfrm>
          <a:prstGeom prst="rect">
            <a:avLst/>
          </a:prstGeom>
          <a:solidFill>
            <a:srgbClr val="645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789045" y="3822192"/>
            <a:ext cx="42005" cy="91440"/>
          </a:xfrm>
          <a:prstGeom prst="rect">
            <a:avLst/>
          </a:prstGeom>
          <a:solidFill>
            <a:srgbClr val="5E6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829050" y="3822192"/>
            <a:ext cx="42005" cy="91440"/>
          </a:xfrm>
          <a:prstGeom prst="rect">
            <a:avLst/>
          </a:prstGeom>
          <a:solidFill>
            <a:srgbClr val="586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869055" y="3822192"/>
            <a:ext cx="42005" cy="91440"/>
          </a:xfrm>
          <a:prstGeom prst="rect">
            <a:avLst/>
          </a:prstGeom>
          <a:solidFill>
            <a:srgbClr val="526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3909060" y="3822192"/>
            <a:ext cx="42005" cy="91440"/>
          </a:xfrm>
          <a:prstGeom prst="rect">
            <a:avLst/>
          </a:prstGeom>
          <a:solidFill>
            <a:srgbClr val="4C6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3949065" y="3822192"/>
            <a:ext cx="42005" cy="91440"/>
          </a:xfrm>
          <a:prstGeom prst="rect">
            <a:avLst/>
          </a:prstGeom>
          <a:solidFill>
            <a:srgbClr val="466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3989070" y="3822192"/>
            <a:ext cx="42005" cy="91440"/>
          </a:xfrm>
          <a:prstGeom prst="rect">
            <a:avLst/>
          </a:prstGeom>
          <a:solidFill>
            <a:srgbClr val="406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029075" y="3822192"/>
            <a:ext cx="42005" cy="91440"/>
          </a:xfrm>
          <a:prstGeom prst="rect">
            <a:avLst/>
          </a:prstGeom>
          <a:solidFill>
            <a:srgbClr val="3A6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069080" y="3822192"/>
            <a:ext cx="42005" cy="91440"/>
          </a:xfrm>
          <a:prstGeom prst="rect">
            <a:avLst/>
          </a:prstGeom>
          <a:solidFill>
            <a:srgbClr val="34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109085" y="3822192"/>
            <a:ext cx="42005" cy="91440"/>
          </a:xfrm>
          <a:prstGeom prst="rect">
            <a:avLst/>
          </a:prstGeom>
          <a:solidFill>
            <a:srgbClr val="2E7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149090" y="3822192"/>
            <a:ext cx="42005" cy="91440"/>
          </a:xfrm>
          <a:prstGeom prst="rect">
            <a:avLst/>
          </a:prstGeom>
          <a:solidFill>
            <a:srgbClr val="287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4189095" y="3822192"/>
            <a:ext cx="42005" cy="91440"/>
          </a:xfrm>
          <a:prstGeom prst="rect">
            <a:avLst/>
          </a:prstGeom>
          <a:solidFill>
            <a:srgbClr val="227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4229100" y="3822192"/>
            <a:ext cx="42005" cy="91440"/>
          </a:xfrm>
          <a:prstGeom prst="rect">
            <a:avLst/>
          </a:prstGeom>
          <a:solidFill>
            <a:srgbClr val="1C7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4269105" y="3822192"/>
            <a:ext cx="42005" cy="91440"/>
          </a:xfrm>
          <a:prstGeom prst="rect">
            <a:avLst/>
          </a:prstGeom>
          <a:solidFill>
            <a:srgbClr val="167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4309110" y="3822192"/>
            <a:ext cx="42005" cy="91440"/>
          </a:xfrm>
          <a:prstGeom prst="rect">
            <a:avLst/>
          </a:prstGeom>
          <a:solidFill>
            <a:srgbClr val="10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4349115" y="3822192"/>
            <a:ext cx="42005" cy="91440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2788920" y="3802192"/>
            <a:ext cx="3200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low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4434840" y="3802192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high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2286000" y="3931920"/>
            <a:ext cx="24688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feature value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