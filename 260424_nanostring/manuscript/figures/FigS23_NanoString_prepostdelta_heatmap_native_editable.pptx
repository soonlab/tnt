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Supp Fig S23. NanoString pre / post / Δ composite heatmap (full-page)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All 23 composites (rows) × 3 timepoints (cols). Star ★ = MW 1s P ≤ 0.05 (ceiling). Dot · = P ≤ 0.10. Row order: pre-treatment MW P ascending.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576071"/>
            <a:ext cx="914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76071"/>
            <a:ext cx="914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576071"/>
            <a:ext cx="9144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Δ (post − pre)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50392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914400" cy="190831"/>
          </a:xfrm>
          <a:prstGeom prst="rect">
            <a:avLst/>
          </a:prstGeom>
          <a:solidFill>
            <a:srgbClr val="71B4AB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8686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+0.88 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868680"/>
            <a:ext cx="914400" cy="190831"/>
          </a:xfrm>
          <a:prstGeom prst="rect">
            <a:avLst/>
          </a:prstGeom>
          <a:solidFill>
            <a:srgbClr val="9AC9C3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8686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868680"/>
            <a:ext cx="914400" cy="190831"/>
          </a:xfrm>
          <a:prstGeom prst="rect">
            <a:avLst/>
          </a:prstGeom>
          <a:solidFill>
            <a:srgbClr val="F5DFD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8686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041223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IFNg_10_Ayers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059511"/>
            <a:ext cx="914400" cy="190831"/>
          </a:xfrm>
          <a:prstGeom prst="rect">
            <a:avLst/>
          </a:prstGeom>
          <a:solidFill>
            <a:srgbClr val="73B5A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05951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+0.86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059511"/>
            <a:ext cx="914400" cy="190831"/>
          </a:xfrm>
          <a:prstGeom prst="rect">
            <a:avLst/>
          </a:prstGeom>
          <a:solidFill>
            <a:srgbClr val="1E877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05951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+1.40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059511"/>
            <a:ext cx="914400" cy="190831"/>
          </a:xfrm>
          <a:prstGeom prst="rect">
            <a:avLst/>
          </a:prstGeom>
          <a:solidFill>
            <a:srgbClr val="A9D1C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05951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+0.53 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232054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250342"/>
            <a:ext cx="914400" cy="190831"/>
          </a:xfrm>
          <a:prstGeom prst="rect">
            <a:avLst/>
          </a:prstGeom>
          <a:solidFill>
            <a:srgbClr val="81BCB4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125034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+0.78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250342"/>
            <a:ext cx="914400" cy="190831"/>
          </a:xfrm>
          <a:prstGeom prst="rect">
            <a:avLst/>
          </a:prstGeom>
          <a:solidFill>
            <a:srgbClr val="6DB1A8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25034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+0.90 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250342"/>
            <a:ext cx="914400" cy="190831"/>
          </a:xfrm>
          <a:prstGeom prst="rect">
            <a:avLst/>
          </a:prstGeom>
          <a:solidFill>
            <a:srgbClr val="EAF4F2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125034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2885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1441173"/>
            <a:ext cx="914400" cy="190831"/>
          </a:xfrm>
          <a:prstGeom prst="rect">
            <a:avLst/>
          </a:prstGeom>
          <a:solidFill>
            <a:srgbClr val="61ABA1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144117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+0.98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441173"/>
            <a:ext cx="914400" cy="190831"/>
          </a:xfrm>
          <a:prstGeom prst="rect">
            <a:avLst/>
          </a:prstGeom>
          <a:solidFill>
            <a:srgbClr val="0A7D6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144117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+1.52 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1441173"/>
            <a:ext cx="914400" cy="190831"/>
          </a:xfrm>
          <a:prstGeom prst="rect">
            <a:avLst/>
          </a:prstGeom>
          <a:solidFill>
            <a:srgbClr val="A7D0CB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144117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613717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1632005"/>
            <a:ext cx="914400" cy="190831"/>
          </a:xfrm>
          <a:prstGeom prst="rect">
            <a:avLst/>
          </a:prstGeom>
          <a:solidFill>
            <a:srgbClr val="88C0B8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163200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+0.73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1632005"/>
            <a:ext cx="914400" cy="190831"/>
          </a:xfrm>
          <a:prstGeom prst="rect">
            <a:avLst/>
          </a:prstGeom>
          <a:solidFill>
            <a:srgbClr val="62ABA2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163200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+0.97 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1632005"/>
            <a:ext cx="914400" cy="190831"/>
          </a:xfrm>
          <a:prstGeom prst="rect">
            <a:avLst/>
          </a:prstGeom>
          <a:solidFill>
            <a:srgbClr val="D8EAE8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163200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1804548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1822836"/>
            <a:ext cx="914400" cy="190831"/>
          </a:xfrm>
          <a:prstGeom prst="rect">
            <a:avLst/>
          </a:prstGeom>
          <a:solidFill>
            <a:srgbClr val="ABD2CD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182283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+0.52 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1822836"/>
            <a:ext cx="914400" cy="190831"/>
          </a:xfrm>
          <a:prstGeom prst="rect">
            <a:avLst/>
          </a:prstGeom>
          <a:solidFill>
            <a:srgbClr val="B2D6D1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182283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+0.47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1822836"/>
            <a:ext cx="914400" cy="190831"/>
          </a:xfrm>
          <a:prstGeom prst="rect">
            <a:avLst/>
          </a:prstGeom>
          <a:solidFill>
            <a:srgbClr val="FDF9F8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182283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1995379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T_cell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2013667"/>
            <a:ext cx="914400" cy="190831"/>
          </a:xfrm>
          <a:prstGeom prst="rect">
            <a:avLst/>
          </a:prstGeom>
          <a:solidFill>
            <a:srgbClr val="85BEB7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01366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+0.75 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2013667"/>
            <a:ext cx="914400" cy="190831"/>
          </a:xfrm>
          <a:prstGeom prst="rect">
            <a:avLst/>
          </a:prstGeom>
          <a:solidFill>
            <a:srgbClr val="E2F0E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201366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2013667"/>
            <a:ext cx="914400" cy="190831"/>
          </a:xfrm>
          <a:prstGeom prst="rect">
            <a:avLst/>
          </a:prstGeom>
          <a:solidFill>
            <a:srgbClr val="E8B5A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01366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-0.58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2186211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HLA_I_axis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2204499"/>
            <a:ext cx="914400" cy="190831"/>
          </a:xfrm>
          <a:prstGeom prst="rect">
            <a:avLst/>
          </a:prstGeom>
          <a:solidFill>
            <a:srgbClr val="73B5A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220449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+0.87 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2204499"/>
            <a:ext cx="914400" cy="190831"/>
          </a:xfrm>
          <a:prstGeom prst="rect">
            <a:avLst/>
          </a:prstGeom>
          <a:solidFill>
            <a:srgbClr val="489E93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220449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+1.13 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2204499"/>
            <a:ext cx="914400" cy="190831"/>
          </a:xfrm>
          <a:prstGeom prst="rect">
            <a:avLst/>
          </a:prstGeom>
          <a:solidFill>
            <a:srgbClr val="D4E8E5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220449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2377042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2395330"/>
            <a:ext cx="914400" cy="190831"/>
          </a:xfrm>
          <a:prstGeom prst="rect">
            <a:avLst/>
          </a:prstGeom>
          <a:solidFill>
            <a:srgbClr val="73B5A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239533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+0.87 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2395330"/>
            <a:ext cx="914400" cy="190831"/>
          </a:xfrm>
          <a:prstGeom prst="rect">
            <a:avLst/>
          </a:prstGeom>
          <a:solidFill>
            <a:srgbClr val="489E93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239533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+1.13 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0" y="2395330"/>
            <a:ext cx="914400" cy="190831"/>
          </a:xfrm>
          <a:prstGeom prst="rect">
            <a:avLst/>
          </a:prstGeom>
          <a:solidFill>
            <a:srgbClr val="D4E8E5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0" y="239533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2567873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2586161"/>
            <a:ext cx="914400" cy="190831"/>
          </a:xfrm>
          <a:prstGeom prst="rect">
            <a:avLst/>
          </a:prstGeom>
          <a:solidFill>
            <a:srgbClr val="8EC3B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258616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+0.70 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2586161"/>
            <a:ext cx="914400" cy="190831"/>
          </a:xfrm>
          <a:prstGeom prst="rect">
            <a:avLst/>
          </a:prstGeom>
          <a:solidFill>
            <a:srgbClr val="F6FAF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0" y="258616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+0.05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0" y="2586161"/>
            <a:ext cx="914400" cy="190831"/>
          </a:xfrm>
          <a:prstGeom prst="rect">
            <a:avLst/>
          </a:prstGeom>
          <a:solidFill>
            <a:srgbClr val="E6ADA0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0" y="2586161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-0.64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2758705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IMPRES_pos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0" y="2776993"/>
            <a:ext cx="914400" cy="190831"/>
          </a:xfrm>
          <a:prstGeom prst="rect">
            <a:avLst/>
          </a:prstGeom>
          <a:solidFill>
            <a:srgbClr val="9CCAC4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0" y="277699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+0.61 ·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2776993"/>
            <a:ext cx="914400" cy="190831"/>
          </a:xfrm>
          <a:prstGeom prst="rect">
            <a:avLst/>
          </a:prstGeom>
          <a:solidFill>
            <a:srgbClr val="61ABA1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0" y="277699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+0.98 ·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0" y="2776993"/>
            <a:ext cx="914400" cy="190831"/>
          </a:xfrm>
          <a:prstGeom prst="rect">
            <a:avLst/>
          </a:prstGeom>
          <a:solidFill>
            <a:srgbClr val="C3DFD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0" y="277699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+0.37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2949536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0" y="2967824"/>
            <a:ext cx="914400" cy="190831"/>
          </a:xfrm>
          <a:prstGeom prst="rect">
            <a:avLst/>
          </a:prstGeom>
          <a:solidFill>
            <a:srgbClr val="A7D0CB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0" y="296782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0" y="2967824"/>
            <a:ext cx="914400" cy="190831"/>
          </a:xfrm>
          <a:prstGeom prst="rect">
            <a:avLst/>
          </a:prstGeom>
          <a:solidFill>
            <a:srgbClr val="6EB2A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0" y="296782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+0.90 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0" y="2967824"/>
            <a:ext cx="914400" cy="190831"/>
          </a:xfrm>
          <a:prstGeom prst="rect">
            <a:avLst/>
          </a:prstGeom>
          <a:solidFill>
            <a:srgbClr val="C5E0DD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0" y="296782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+0.35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3140367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3158655"/>
            <a:ext cx="914400" cy="190831"/>
          </a:xfrm>
          <a:prstGeom prst="rect">
            <a:avLst/>
          </a:prstGeom>
          <a:solidFill>
            <a:srgbClr val="86BEB7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315865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0" y="3158655"/>
            <a:ext cx="914400" cy="190831"/>
          </a:xfrm>
          <a:prstGeom prst="rect">
            <a:avLst/>
          </a:prstGeom>
          <a:solidFill>
            <a:srgbClr val="BFDDD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0" y="315865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+0.40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0" y="3158655"/>
            <a:ext cx="914400" cy="190831"/>
          </a:xfrm>
          <a:prstGeom prst="rect">
            <a:avLst/>
          </a:prstGeom>
          <a:solidFill>
            <a:srgbClr val="F1D2CA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0" y="3158655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-0.35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" y="3331198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57600" y="3349486"/>
            <a:ext cx="914400" cy="190831"/>
          </a:xfrm>
          <a:prstGeom prst="rect">
            <a:avLst/>
          </a:prstGeom>
          <a:solidFill>
            <a:srgbClr val="419A8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657600" y="334948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+1.17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3349486"/>
            <a:ext cx="914400" cy="190831"/>
          </a:xfrm>
          <a:prstGeom prst="rect">
            <a:avLst/>
          </a:prstGeom>
          <a:solidFill>
            <a:srgbClr val="55A59A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0" y="334948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+1.05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0" y="3349486"/>
            <a:ext cx="914400" cy="190831"/>
          </a:xfrm>
          <a:prstGeom prst="rect">
            <a:avLst/>
          </a:prstGeom>
          <a:solidFill>
            <a:srgbClr val="FAEFEC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0" y="334948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522030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0" y="3540318"/>
            <a:ext cx="914400" cy="190831"/>
          </a:xfrm>
          <a:prstGeom prst="rect">
            <a:avLst/>
          </a:prstGeom>
          <a:solidFill>
            <a:srgbClr val="B9D9D5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0" y="354031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+0.43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72000" y="3540318"/>
            <a:ext cx="914400" cy="190831"/>
          </a:xfrm>
          <a:prstGeom prst="rect">
            <a:avLst/>
          </a:prstGeom>
          <a:solidFill>
            <a:srgbClr val="ABD2CD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0" y="354031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0" y="3540318"/>
            <a:ext cx="914400" cy="190831"/>
          </a:xfrm>
          <a:prstGeom prst="rect">
            <a:avLst/>
          </a:prstGeom>
          <a:solidFill>
            <a:srgbClr val="F1F7F6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0" y="354031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" y="3712861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0" y="3731149"/>
            <a:ext cx="914400" cy="190831"/>
          </a:xfrm>
          <a:prstGeom prst="rect">
            <a:avLst/>
          </a:prstGeom>
          <a:solidFill>
            <a:srgbClr val="BBDBD7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0" y="373114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+0.42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0" y="3731149"/>
            <a:ext cx="914400" cy="190831"/>
          </a:xfrm>
          <a:prstGeom prst="rect">
            <a:avLst/>
          </a:prstGeom>
          <a:solidFill>
            <a:srgbClr val="AED4CF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72000" y="373114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0" y="3731149"/>
            <a:ext cx="914400" cy="190831"/>
          </a:xfrm>
          <a:prstGeom prst="rect">
            <a:avLst/>
          </a:prstGeom>
          <a:solidFill>
            <a:srgbClr val="F2F8F7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0" y="3731149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" y="3903692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0" y="3921980"/>
            <a:ext cx="914400" cy="190831"/>
          </a:xfrm>
          <a:prstGeom prst="rect">
            <a:avLst/>
          </a:prstGeom>
          <a:solidFill>
            <a:srgbClr val="E6F2F0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0" y="39219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+0.15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0" y="3921980"/>
            <a:ext cx="914400" cy="190831"/>
          </a:xfrm>
          <a:prstGeom prst="rect">
            <a:avLst/>
          </a:prstGeom>
          <a:solidFill>
            <a:srgbClr val="CDE4E1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0" y="39219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+0.31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0" y="3921980"/>
            <a:ext cx="914400" cy="190831"/>
          </a:xfrm>
          <a:prstGeom prst="rect">
            <a:avLst/>
          </a:prstGeom>
          <a:solidFill>
            <a:srgbClr val="E5F1EF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0" y="3921980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+0.16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" y="4094524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657600" y="4112812"/>
            <a:ext cx="914400" cy="190831"/>
          </a:xfrm>
          <a:prstGeom prst="rect">
            <a:avLst/>
          </a:prstGeom>
          <a:solidFill>
            <a:srgbClr val="ADD3C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57600" y="411281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+0.51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0" y="4112812"/>
            <a:ext cx="914400" cy="190831"/>
          </a:xfrm>
          <a:prstGeom prst="rect">
            <a:avLst/>
          </a:prstGeom>
          <a:solidFill>
            <a:srgbClr val="9ECBC5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72000" y="411281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+0.60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86400" y="4112812"/>
            <a:ext cx="914400" cy="190831"/>
          </a:xfrm>
          <a:prstGeom prst="rect">
            <a:avLst/>
          </a:prstGeom>
          <a:solidFill>
            <a:srgbClr val="F0F7F6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486400" y="4112812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+0.09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" y="4285355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0" y="4303643"/>
            <a:ext cx="914400" cy="190831"/>
          </a:xfrm>
          <a:prstGeom prst="rect">
            <a:avLst/>
          </a:prstGeom>
          <a:solidFill>
            <a:srgbClr val="BFDDD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600" y="430364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+0.39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72000" y="4303643"/>
            <a:ext cx="914400" cy="190831"/>
          </a:xfrm>
          <a:prstGeom prst="rect">
            <a:avLst/>
          </a:prstGeom>
          <a:solidFill>
            <a:srgbClr val="53A49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72000" y="430364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+1.06 ·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0" y="4303643"/>
            <a:ext cx="914400" cy="190831"/>
          </a:xfrm>
          <a:prstGeom prst="rect">
            <a:avLst/>
          </a:prstGeom>
          <a:solidFill>
            <a:srgbClr val="92C5B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86400" y="4303643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+0.67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0080" y="4476186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0" y="4494474"/>
            <a:ext cx="914400" cy="190831"/>
          </a:xfrm>
          <a:prstGeom prst="rect">
            <a:avLst/>
          </a:prstGeom>
          <a:solidFill>
            <a:srgbClr val="8CC2BB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57600" y="449447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+0.71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0" y="4494474"/>
            <a:ext cx="914400" cy="190831"/>
          </a:xfrm>
          <a:prstGeom prst="rect">
            <a:avLst/>
          </a:prstGeom>
          <a:solidFill>
            <a:srgbClr val="ECC2B9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72000" y="449447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-0.47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0" y="4494474"/>
            <a:ext cx="914400" cy="190831"/>
          </a:xfrm>
          <a:prstGeom prst="rect">
            <a:avLst/>
          </a:prstGeom>
          <a:solidFill>
            <a:srgbClr val="D16850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486400" y="4494474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-1.18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0080" y="4667018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NK_inhibiting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0" y="4685306"/>
            <a:ext cx="914400" cy="190831"/>
          </a:xfrm>
          <a:prstGeom prst="rect">
            <a:avLst/>
          </a:prstGeom>
          <a:solidFill>
            <a:srgbClr val="D8EAE8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0" y="468530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+0.24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0" y="4685306"/>
            <a:ext cx="914400" cy="190831"/>
          </a:xfrm>
          <a:prstGeom prst="rect">
            <a:avLst/>
          </a:prstGeom>
          <a:solidFill>
            <a:srgbClr val="E19D8E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572000" y="468530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-0.77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486400" y="4685306"/>
            <a:ext cx="914400" cy="190831"/>
          </a:xfrm>
          <a:prstGeom prst="rect">
            <a:avLst/>
          </a:prstGeom>
          <a:solidFill>
            <a:srgbClr val="D87F6B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486400" y="4685306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-1.00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0080" y="4857849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657600" y="4876137"/>
            <a:ext cx="914400" cy="190831"/>
          </a:xfrm>
          <a:prstGeom prst="rect">
            <a:avLst/>
          </a:prstGeom>
          <a:solidFill>
            <a:srgbClr val="CAE3DF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57600" y="487613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+0.33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572000" y="4876137"/>
            <a:ext cx="914400" cy="190831"/>
          </a:xfrm>
          <a:prstGeom prst="rect">
            <a:avLst/>
          </a:prstGeom>
          <a:solidFill>
            <a:srgbClr val="61ABA1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72000" y="487613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Arial"/>
              </a:rPr>
              <a:t>+0.98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486400" y="4876137"/>
            <a:ext cx="914400" cy="190831"/>
          </a:xfrm>
          <a:prstGeom prst="rect">
            <a:avLst/>
          </a:prstGeom>
          <a:solidFill>
            <a:srgbClr val="95C7C0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86400" y="4876137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+0.65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0080" y="5048680"/>
            <a:ext cx="2926080" cy="20911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222222"/>
                </a:solidFill>
                <a:latin typeface="Arial"/>
              </a:rPr>
              <a:t>BAFF_APRIL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0" y="5066968"/>
            <a:ext cx="914400" cy="190831"/>
          </a:xfrm>
          <a:prstGeom prst="rect">
            <a:avLst/>
          </a:prstGeom>
          <a:solidFill>
            <a:srgbClr val="BADAD6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657600" y="506696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+0.43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0" y="5066968"/>
            <a:ext cx="914400" cy="190831"/>
          </a:xfrm>
          <a:prstGeom prst="rect">
            <a:avLst/>
          </a:prstGeom>
          <a:solidFill>
            <a:srgbClr val="ECF5F3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572000" y="506696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+0.12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486400" y="5066968"/>
            <a:ext cx="914400" cy="190831"/>
          </a:xfrm>
          <a:prstGeom prst="rect">
            <a:avLst/>
          </a:prstGeom>
          <a:solidFill>
            <a:srgbClr val="F3D7D0"/>
          </a:solidFill>
          <a:ln w="190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486400" y="5066968"/>
            <a:ext cx="914400" cy="1908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22222"/>
                </a:solidFill>
                <a:latin typeface="Arial"/>
              </a:rPr>
              <a:t>-0.31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766560" y="5184648"/>
            <a:ext cx="274320" cy="7315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766560" y="5111496"/>
            <a:ext cx="274320" cy="73152"/>
          </a:xfrm>
          <a:prstGeom prst="rect">
            <a:avLst/>
          </a:prstGeom>
          <a:solidFill>
            <a:srgbClr val="C64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766560" y="5038344"/>
            <a:ext cx="274320" cy="73152"/>
          </a:xfrm>
          <a:prstGeom prst="rect">
            <a:avLst/>
          </a:prstGeom>
          <a:solidFill>
            <a:srgbClr val="C8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766560" y="4965192"/>
            <a:ext cx="274320" cy="73152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66560" y="4892040"/>
            <a:ext cx="274320" cy="73152"/>
          </a:xfrm>
          <a:prstGeom prst="rect">
            <a:avLst/>
          </a:prstGeom>
          <a:solidFill>
            <a:srgbClr val="CC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766560" y="4818888"/>
            <a:ext cx="274320" cy="73152"/>
          </a:xfrm>
          <a:prstGeom prst="rect">
            <a:avLst/>
          </a:prstGeom>
          <a:solidFill>
            <a:srgbClr val="C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766560" y="4745736"/>
            <a:ext cx="274320" cy="73152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766560" y="4672584"/>
            <a:ext cx="274320" cy="73152"/>
          </a:xfrm>
          <a:prstGeom prst="rect">
            <a:avLst/>
          </a:prstGeom>
          <a:solidFill>
            <a:srgbClr val="D2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766560" y="4599432"/>
            <a:ext cx="274320" cy="73152"/>
          </a:xfrm>
          <a:prstGeom prst="rect">
            <a:avLst/>
          </a:prstGeom>
          <a:solidFill>
            <a:srgbClr val="D4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766560" y="4526280"/>
            <a:ext cx="274320" cy="73152"/>
          </a:xfrm>
          <a:prstGeom prst="rect">
            <a:avLst/>
          </a:prstGeom>
          <a:solidFill>
            <a:srgbClr val="D67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766560" y="4453128"/>
            <a:ext cx="274320" cy="73152"/>
          </a:xfrm>
          <a:prstGeom prst="rect">
            <a:avLst/>
          </a:prstGeom>
          <a:solidFill>
            <a:srgbClr val="D87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766560" y="4379976"/>
            <a:ext cx="274320" cy="73152"/>
          </a:xfrm>
          <a:prstGeom prst="rect">
            <a:avLst/>
          </a:prstGeom>
          <a:solidFill>
            <a:srgbClr val="DA8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766560" y="4306824"/>
            <a:ext cx="274320" cy="73152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766560" y="4233672"/>
            <a:ext cx="274320" cy="73152"/>
          </a:xfrm>
          <a:prstGeom prst="rect">
            <a:avLst/>
          </a:prstGeom>
          <a:solidFill>
            <a:srgbClr val="DE9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766560" y="4160520"/>
            <a:ext cx="274320" cy="73152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766560" y="4087368"/>
            <a:ext cx="274320" cy="73152"/>
          </a:xfrm>
          <a:prstGeom prst="rect">
            <a:avLst/>
          </a:prstGeom>
          <a:solidFill>
            <a:srgbClr val="E2A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66560" y="4014216"/>
            <a:ext cx="274320" cy="73152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766560" y="3941064"/>
            <a:ext cx="274320" cy="73152"/>
          </a:xfrm>
          <a:prstGeom prst="rect">
            <a:avLst/>
          </a:prstGeom>
          <a:solidFill>
            <a:srgbClr val="E6A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766560" y="3867912"/>
            <a:ext cx="274320" cy="73152"/>
          </a:xfrm>
          <a:prstGeom prst="rect">
            <a:avLst/>
          </a:prstGeom>
          <a:solidFill>
            <a:srgbClr val="E8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766560" y="3794760"/>
            <a:ext cx="274320" cy="73152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766560" y="3721608"/>
            <a:ext cx="274320" cy="73152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766560" y="3648456"/>
            <a:ext cx="274320" cy="73152"/>
          </a:xfrm>
          <a:prstGeom prst="rect">
            <a:avLst/>
          </a:prstGeom>
          <a:solidFill>
            <a:srgbClr val="EE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766560" y="3575304"/>
            <a:ext cx="274320" cy="73152"/>
          </a:xfrm>
          <a:prstGeom prst="rect">
            <a:avLst/>
          </a:prstGeom>
          <a:solidFill>
            <a:srgbClr val="F0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766560" y="3502152"/>
            <a:ext cx="274320" cy="73152"/>
          </a:xfrm>
          <a:prstGeom prst="rect">
            <a:avLst/>
          </a:prstGeom>
          <a:solidFill>
            <a:srgbClr val="F2D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766560" y="3429000"/>
            <a:ext cx="274320" cy="73152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766560" y="3355848"/>
            <a:ext cx="274320" cy="73152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766560" y="3282696"/>
            <a:ext cx="274320" cy="73152"/>
          </a:xfrm>
          <a:prstGeom prst="rect">
            <a:avLst/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766560" y="3209544"/>
            <a:ext cx="274320" cy="73152"/>
          </a:xfrm>
          <a:prstGeom prst="rect">
            <a:avLst/>
          </a:prstGeom>
          <a:solidFill>
            <a:srgbClr val="FA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766560" y="3136392"/>
            <a:ext cx="274320" cy="73152"/>
          </a:xfrm>
          <a:prstGeom prst="rect">
            <a:avLst/>
          </a:prstGeom>
          <a:solidFill>
            <a:srgbClr val="F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766560" y="3063240"/>
            <a:ext cx="274320" cy="73152"/>
          </a:xfrm>
          <a:prstGeom prst="rect">
            <a:avLst/>
          </a:prstGeom>
          <a:solidFill>
            <a:srgbClr val="FE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766560" y="2990088"/>
            <a:ext cx="274320" cy="73152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766560" y="2916936"/>
            <a:ext cx="274320" cy="73152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766560" y="2843784"/>
            <a:ext cx="274320" cy="73152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766560" y="2770632"/>
            <a:ext cx="274320" cy="73152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766560" y="2697480"/>
            <a:ext cx="274320" cy="73152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766560" y="2624328"/>
            <a:ext cx="274320" cy="73152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766560" y="2551176"/>
            <a:ext cx="274320" cy="73152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766560" y="2478024"/>
            <a:ext cx="274320" cy="73152"/>
          </a:xfrm>
          <a:prstGeom prst="rect">
            <a:avLst/>
          </a:prstGeom>
          <a:solidFill>
            <a:srgbClr val="C0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766560" y="2404872"/>
            <a:ext cx="274320" cy="73152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766560" y="2331720"/>
            <a:ext cx="274320" cy="73152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766560" y="2258568"/>
            <a:ext cx="274320" cy="73152"/>
          </a:xfrm>
          <a:prstGeom prst="rect">
            <a:avLst/>
          </a:prstGeom>
          <a:solidFill>
            <a:srgbClr val="A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766560" y="2185416"/>
            <a:ext cx="274320" cy="73152"/>
          </a:xfrm>
          <a:prstGeom prst="rect">
            <a:avLst/>
          </a:prstGeom>
          <a:solidFill>
            <a:srgbClr val="9FC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766560" y="2112264"/>
            <a:ext cx="274320" cy="73152"/>
          </a:xfrm>
          <a:prstGeom prst="rect">
            <a:avLst/>
          </a:prstGeom>
          <a:solidFill>
            <a:srgbClr val="97C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766560" y="2039112"/>
            <a:ext cx="274320" cy="73152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766560" y="1965960"/>
            <a:ext cx="274320" cy="73152"/>
          </a:xfrm>
          <a:prstGeom prst="rect">
            <a:avLst/>
          </a:prstGeom>
          <a:solidFill>
            <a:srgbClr val="86B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766560" y="1892808"/>
            <a:ext cx="274320" cy="73152"/>
          </a:xfrm>
          <a:prstGeom prst="rect">
            <a:avLst/>
          </a:prstGeom>
          <a:solidFill>
            <a:srgbClr val="7EB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766560" y="1819656"/>
            <a:ext cx="274320" cy="73152"/>
          </a:xfrm>
          <a:prstGeom prst="rect">
            <a:avLst/>
          </a:prstGeom>
          <a:solidFill>
            <a:srgbClr val="75B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66560" y="1746504"/>
            <a:ext cx="274320" cy="73152"/>
          </a:xfrm>
          <a:prstGeom prst="rect">
            <a:avLst/>
          </a:prstGeom>
          <a:solidFill>
            <a:srgbClr val="6D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66560" y="1673352"/>
            <a:ext cx="274320" cy="73152"/>
          </a:xfrm>
          <a:prstGeom prst="rect">
            <a:avLst/>
          </a:prstGeom>
          <a:solidFill>
            <a:srgbClr val="65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66560" y="1600200"/>
            <a:ext cx="274320" cy="73152"/>
          </a:xfrm>
          <a:prstGeom prst="rect">
            <a:avLst/>
          </a:prstGeom>
          <a:solidFill>
            <a:srgbClr val="5DA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66560" y="1527048"/>
            <a:ext cx="274320" cy="73152"/>
          </a:xfrm>
          <a:prstGeom prst="rect">
            <a:avLst/>
          </a:prstGeom>
          <a:solidFill>
            <a:srgbClr val="54A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766560" y="1453895"/>
            <a:ext cx="274320" cy="73152"/>
          </a:xfrm>
          <a:prstGeom prst="rect">
            <a:avLst/>
          </a:prstGeom>
          <a:solidFill>
            <a:srgbClr val="4CA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66560" y="1380744"/>
            <a:ext cx="274320" cy="73152"/>
          </a:xfrm>
          <a:prstGeom prst="rect">
            <a:avLst/>
          </a:prstGeom>
          <a:solidFill>
            <a:srgbClr val="449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766560" y="1307592"/>
            <a:ext cx="274320" cy="73152"/>
          </a:xfrm>
          <a:prstGeom prst="rect">
            <a:avLst/>
          </a:prstGeom>
          <a:solidFill>
            <a:srgbClr val="3B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766560" y="1234439"/>
            <a:ext cx="274320" cy="73152"/>
          </a:xfrm>
          <a:prstGeom prst="rect">
            <a:avLst/>
          </a:prstGeom>
          <a:solidFill>
            <a:srgbClr val="339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766560" y="1161287"/>
            <a:ext cx="274320" cy="73152"/>
          </a:xfrm>
          <a:prstGeom prst="rect">
            <a:avLst/>
          </a:prstGeom>
          <a:solidFill>
            <a:srgbClr val="2B8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766560" y="1088136"/>
            <a:ext cx="274320" cy="73152"/>
          </a:xfrm>
          <a:prstGeom prst="rect">
            <a:avLst/>
          </a:prstGeom>
          <a:solidFill>
            <a:srgbClr val="22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766560" y="1014984"/>
            <a:ext cx="274320" cy="73152"/>
          </a:xfrm>
          <a:prstGeom prst="rect">
            <a:avLst/>
          </a:prstGeom>
          <a:solidFill>
            <a:srgbClr val="1A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766560" y="941832"/>
            <a:ext cx="274320" cy="73152"/>
          </a:xfrm>
          <a:prstGeom prst="rect">
            <a:avLst/>
          </a:prstGeom>
          <a:solidFill>
            <a:srgbClr val="128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66560" y="868680"/>
            <a:ext cx="274320" cy="7315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66560" y="868680"/>
            <a:ext cx="274320" cy="43891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086600" y="822959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+1.52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086600" y="514807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-1.52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086600" y="2990087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good − bad (z)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