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Arial"/>
              </a:rPr>
              <a:t>Supp Fig S26. Subject-level deep-dive — s4, s2, s11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Arial"/>
              </a:rPr>
              <a:t>For each subject, 17 composite axes shown as horizontal bars (z-score units); pre-RT as hollow bar, post-RT as filled bar.
s2 = textbook good (inflamed-expansion route). s4 = atypical good (antigen-presentation-centric route, B-cell ↓).
s11 = IBI archetype (bad, cold baseline + moderate post Δ but CD8 effector stays flat).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s4  good (atypical pCR)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Pre-RT: hollow teal/coral bar.  Post-RT: filled.  z = NanoString composite z-score across 12-sample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777240"/>
            <a:ext cx="4114800" cy="43891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26090" y="777240"/>
            <a:ext cx="0" cy="4389119"/>
          </a:xfrm>
          <a:prstGeom prst="line">
            <a:avLst/>
          </a:prstGeom>
          <a:ln w="635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80305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6090" y="803058"/>
            <a:ext cx="19724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26090" y="906331"/>
            <a:ext cx="1068158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80305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06124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6090" y="1061241"/>
            <a:ext cx="903288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26090" y="1164515"/>
            <a:ext cx="1098771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6124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319425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6986" y="1319425"/>
            <a:ext cx="16910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6090" y="1422698"/>
            <a:ext cx="1676113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19425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57760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26090" y="1577608"/>
            <a:ext cx="2001746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6090" y="1680882"/>
            <a:ext cx="70772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7760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Δ-1.19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835792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6090" y="1835792"/>
            <a:ext cx="171964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26090" y="1939065"/>
            <a:ext cx="241489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35792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09397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26090" y="2093976"/>
            <a:ext cx="460156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26090" y="2197249"/>
            <a:ext cx="1348072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09397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352159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6090" y="2352159"/>
            <a:ext cx="574127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26090" y="2455432"/>
            <a:ext cx="214907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352159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261034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26090" y="2610343"/>
            <a:ext cx="338656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26090" y="2713616"/>
            <a:ext cx="198179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61034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286852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6090" y="2868526"/>
            <a:ext cx="209460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26090" y="2971800"/>
            <a:ext cx="209951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86852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12671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95645" y="3126710"/>
            <a:ext cx="63044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26090" y="3229983"/>
            <a:ext cx="1074687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312671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338489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090" y="3384893"/>
            <a:ext cx="361523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26090" y="3488167"/>
            <a:ext cx="1638799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38489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364307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475" y="3643077"/>
            <a:ext cx="94561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48231" y="3746350"/>
            <a:ext cx="77858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364307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Δ+0.54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390126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26090" y="3901260"/>
            <a:ext cx="878147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26090" y="4004534"/>
            <a:ext cx="2281056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90126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415944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73547" y="4159444"/>
            <a:ext cx="152542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26090" y="4262717"/>
            <a:ext cx="2243920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415944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441762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84912" y="4417627"/>
            <a:ext cx="841177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26090" y="4520901"/>
            <a:ext cx="1427763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441762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467581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090" y="4675811"/>
            <a:ext cx="344248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090" y="4779084"/>
            <a:ext cx="913002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467581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Δ+0.35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493399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26090" y="4933994"/>
            <a:ext cx="222282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26090" y="5037268"/>
            <a:ext cx="2437834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75320" y="493399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Δ+1.37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5349240"/>
            <a:ext cx="5943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Arial"/>
              </a:rPr>
              <a:t>Pre (hollow)           Δ label           Post (filled)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-0.8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+1.7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34650" y="5184647"/>
            <a:ext cx="182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s2  good (textbook pCR, inflamed-expansion)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Pre-RT: hollow teal/coral bar.  Post-RT: filled.  z = NanoString composite z-score across 12-sample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777240"/>
            <a:ext cx="4114800" cy="43891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11805" y="777240"/>
            <a:ext cx="0" cy="4389119"/>
          </a:xfrm>
          <a:prstGeom prst="line">
            <a:avLst/>
          </a:prstGeom>
          <a:ln w="635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80305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5960" y="803058"/>
            <a:ext cx="50584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1805" y="906331"/>
            <a:ext cx="1748112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80305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06124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1805" y="1061241"/>
            <a:ext cx="34434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11805" y="1164515"/>
            <a:ext cx="2450256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6124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319425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0726" y="1319425"/>
            <a:ext cx="201078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11805" y="1422698"/>
            <a:ext cx="1869566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19425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57760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2338" y="1577608"/>
            <a:ext cx="929466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11805" y="1680882"/>
            <a:ext cx="53002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7760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835792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72525" y="1835792"/>
            <a:ext cx="39279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1805" y="1939065"/>
            <a:ext cx="179640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35792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09397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40" y="2093976"/>
            <a:ext cx="34606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11805" y="2197249"/>
            <a:ext cx="2067993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09397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352159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11805" y="2352159"/>
            <a:ext cx="19650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11805" y="2455432"/>
            <a:ext cx="1645628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352159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261034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90411" y="2610343"/>
            <a:ext cx="121393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11805" y="2713616"/>
            <a:ext cx="2100187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61034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286852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2009" y="2868526"/>
            <a:ext cx="26979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11805" y="2971800"/>
            <a:ext cx="2145481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86852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12671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1841" y="3126710"/>
            <a:ext cx="849963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11805" y="3229983"/>
            <a:ext cx="226210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312671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Δ+2.52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338489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59109" y="3384893"/>
            <a:ext cx="552695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11805" y="3488167"/>
            <a:ext cx="1944256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38489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Δ+2.02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364307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11805" y="3643077"/>
            <a:ext cx="16991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11805" y="3746350"/>
            <a:ext cx="1588706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364307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390126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82785" y="3901260"/>
            <a:ext cx="829019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1805" y="4004534"/>
            <a:ext cx="767113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90126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415944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11805" y="4159444"/>
            <a:ext cx="7632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11805" y="4262717"/>
            <a:ext cx="173014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415944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441762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59350" y="4417627"/>
            <a:ext cx="352454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11805" y="4520901"/>
            <a:ext cx="1645648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441762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Δ+1.62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467581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99707" y="4675811"/>
            <a:ext cx="712097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11805" y="4779084"/>
            <a:ext cx="1223508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467581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Δ+1.57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493399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32625" y="4933994"/>
            <a:ext cx="579179" cy="90364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11805" y="5037268"/>
            <a:ext cx="1552595" cy="90364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75320" y="493399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Δ+1.73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5349240"/>
            <a:ext cx="5943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Arial"/>
              </a:rPr>
              <a:t>Pre (hollow)           Δ label           Post (filled)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+2.3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20365" y="5184647"/>
            <a:ext cx="182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s11  bad (poor, IBI archetype)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Pre-RT: hollow teal/coral bar.  Post-RT: filled.  z = NanoString composite z-score across 12-sample matrix.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777240"/>
            <a:ext cx="4114800" cy="43891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049301" y="777240"/>
            <a:ext cx="0" cy="4389119"/>
          </a:xfrm>
          <a:prstGeom prst="line">
            <a:avLst/>
          </a:prstGeom>
          <a:ln w="6350">
            <a:solidFill>
              <a:srgbClr val="888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80305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TLS_8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8922" y="803058"/>
            <a:ext cx="1660378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3010" y="906331"/>
            <a:ext cx="426291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80305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06124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Plasma_proxy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6701" y="1061241"/>
            <a:ext cx="1422600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9301" y="1164515"/>
            <a:ext cx="13973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6124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319425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GC_TF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4209" y="1319425"/>
            <a:ext cx="1245091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08309" y="1422698"/>
            <a:ext cx="440991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319425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577608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9554" y="1577608"/>
            <a:ext cx="1419746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9301" y="1680882"/>
            <a:ext cx="8335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77608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835792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Memory_B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9311" y="1835792"/>
            <a:ext cx="579990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0805" y="1939065"/>
            <a:ext cx="378496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35792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209397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3047" y="2093976"/>
            <a:ext cx="816254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19136" y="2197249"/>
            <a:ext cx="330165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09397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352159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44990" y="2352159"/>
            <a:ext cx="204311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55704" y="2455432"/>
            <a:ext cx="993596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352159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261034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CD8_cytotoxic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8610" y="2610343"/>
            <a:ext cx="380691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10629" y="2713616"/>
            <a:ext cx="638672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61034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2868526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Teff_cytotoxic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7827" y="2868526"/>
            <a:ext cx="21474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70953" y="2971800"/>
            <a:ext cx="478348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868526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12671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45750" y="3126710"/>
            <a:ext cx="503550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01753" y="3229983"/>
            <a:ext cx="1047547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312671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3384893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89295" y="3384893"/>
            <a:ext cx="160006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94502" y="3488167"/>
            <a:ext cx="654798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384893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364307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97561" y="3643077"/>
            <a:ext cx="2551740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63654" y="3746350"/>
            <a:ext cx="285647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364307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 i="0">
                <a:solidFill>
                  <a:srgbClr val="D4A300"/>
                </a:solidFill>
                <a:latin typeface="Arial"/>
              </a:rPr>
              <a:t>Δ+1.06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3901260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49301" y="3901260"/>
            <a:ext cx="384332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49301" y="4004534"/>
            <a:ext cx="797537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901260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415944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8365" y="4159444"/>
            <a:ext cx="880936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30156" y="4262717"/>
            <a:ext cx="919145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415944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Δ-0.02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4417627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36257" y="4417627"/>
            <a:ext cx="713044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49301" y="4520901"/>
            <a:ext cx="115095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4417627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Δ+0.39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4675811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NK_activating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0836" y="4675811"/>
            <a:ext cx="858465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56763" y="4779084"/>
            <a:ext cx="592537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75320" y="4675811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4933994"/>
            <a:ext cx="201168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42200" y="4933994"/>
            <a:ext cx="507100" cy="90364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6189" y="5037268"/>
            <a:ext cx="343112" cy="90364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75320" y="4933994"/>
            <a:ext cx="548640" cy="23075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Δ+0.08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400" y="5349240"/>
            <a:ext cx="5943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  <a:latin typeface="Arial"/>
              </a:rPr>
              <a:t>Pre (hollow)           Δ label           Post (filled)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4903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Arial"/>
              </a:rPr>
              <a:t>-1.4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5184647"/>
            <a:ext cx="457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Arial"/>
              </a:rPr>
              <a:t>+0.6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57861" y="5184647"/>
            <a:ext cx="182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