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740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A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459200" cy="7406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430"/>
                </a:solidFill>
              </a:defRPr>
            </a:pPr>
            <a:r>
              <a:t>Radiation-phase molecular response predicts final TNT outcome in MSS LARC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Integrated WES + RNA-seq of 35 locally advanced rectal cancers (pre / post CRT biopsies) — Kim et al.,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26679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Take-home:  Radiation-phase molecular response — mutation / neoantigen clearance and a reproducible CD8-cytotoxic axis — defines a mid-treatment biomarker window to personalise consolidation chemotherapy in MSS locally advanced rectal cancer.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2E3A"/>
                </a:solidFill>
              </a:defRPr>
            </a:pPr>
            <a:r>
              <a:t>Z = +2.74   P = 0.006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