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Fig1_cohort</a:t>
            </a:r>
          </a:p>
        </p:txBody>
      </p:sp>
      <p:pic>
        <p:nvPicPr>
          <p:cNvPr id="3" name="Picture 2" descr="Fig1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31" y="640080"/>
            <a:ext cx="1025623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Fig2_WES_landscape</a:t>
            </a:r>
          </a:p>
        </p:txBody>
      </p:sp>
      <p:pic>
        <p:nvPicPr>
          <p:cNvPr id="3" name="Picture 2" descr="Fig2_WES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2" y="640080"/>
            <a:ext cx="10889311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Fig3_RNA_signatures</a:t>
            </a:r>
          </a:p>
        </p:txBody>
      </p:sp>
      <p:pic>
        <p:nvPicPr>
          <p:cNvPr id="3" name="Picture 2" descr="Fig3_RNA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34" y="640080"/>
            <a:ext cx="9668027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Fig4_GSEA</a:t>
            </a:r>
          </a:p>
        </p:txBody>
      </p:sp>
      <p:pic>
        <p:nvPicPr>
          <p:cNvPr id="3" name="Picture 2" descr="Fig4_G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38" y="640080"/>
            <a:ext cx="10608819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Fig5_ML_predictor</a:t>
            </a:r>
          </a:p>
        </p:txBody>
      </p:sp>
      <p:pic>
        <p:nvPicPr>
          <p:cNvPr id="3" name="Picture 2" descr="Fig5_ML_predi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72" y="640080"/>
            <a:ext cx="965795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Fig6_paired_delta</a:t>
            </a:r>
          </a:p>
        </p:txBody>
      </p:sp>
      <p:pic>
        <p:nvPicPr>
          <p:cNvPr id="3" name="Picture 2" descr="Fig6_paire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66" y="640080"/>
            <a:ext cx="10256562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Fig7_external_validation</a:t>
            </a:r>
          </a:p>
        </p:txBody>
      </p:sp>
      <p:pic>
        <p:nvPicPr>
          <p:cNvPr id="3" name="Picture 2" descr="Fig7_externa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48" y="640080"/>
            <a:ext cx="10510999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FigS10_HLA_neoantigen_detail</a:t>
            </a:r>
          </a:p>
        </p:txBody>
      </p:sp>
      <p:pic>
        <p:nvPicPr>
          <p:cNvPr id="3" name="Picture 2" descr="FigS10_HLA_neoantige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72" y="640080"/>
            <a:ext cx="1083335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FigS11_pyclone_diagnostics</a:t>
            </a:r>
          </a:p>
        </p:txBody>
      </p:sp>
      <p:pic>
        <p:nvPicPr>
          <p:cNvPr id="3" name="Picture 2" descr="FigS11_pyclone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90" y="640080"/>
            <a:ext cx="961751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FigS1_cohort_QC</a:t>
            </a:r>
          </a:p>
        </p:txBody>
      </p:sp>
      <p:pic>
        <p:nvPicPr>
          <p:cNvPr id="3" name="Picture 2" descr="FigS1_cohort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10" y="640080"/>
            <a:ext cx="1134267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FigS2_SBS_signatures</a:t>
            </a:r>
          </a:p>
        </p:txBody>
      </p:sp>
      <p:pic>
        <p:nvPicPr>
          <p:cNvPr id="3" name="Picture 2" descr="FigS2_SBS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65" y="640080"/>
            <a:ext cx="1114216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FigS3_CNV_HRD</a:t>
            </a:r>
          </a:p>
        </p:txBody>
      </p:sp>
      <p:pic>
        <p:nvPicPr>
          <p:cNvPr id="3" name="Picture 2" descr="FigS3_CNV_H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63" y="640080"/>
            <a:ext cx="10678969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FigS4_oncoprint_VAF</a:t>
            </a:r>
          </a:p>
        </p:txBody>
      </p:sp>
      <p:pic>
        <p:nvPicPr>
          <p:cNvPr id="3" name="Picture 2" descr="FigS4_oncoprint_V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5" y="640080"/>
            <a:ext cx="870592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FigS5_GSEA_full</a:t>
            </a:r>
          </a:p>
        </p:txBody>
      </p:sp>
      <p:pic>
        <p:nvPicPr>
          <p:cNvPr id="3" name="Picture 2" descr="FigS5_GSEA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816" y="640080"/>
            <a:ext cx="634406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FigS6_ssGSEA_CMS</a:t>
            </a:r>
          </a:p>
        </p:txBody>
      </p:sp>
      <p:pic>
        <p:nvPicPr>
          <p:cNvPr id="3" name="Picture 2" descr="FigS6_ssGSEA_C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765510"/>
            <a:ext cx="11704320" cy="57841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FigS7_immune_TRUST4</a:t>
            </a:r>
          </a:p>
        </p:txBody>
      </p:sp>
      <p:pic>
        <p:nvPicPr>
          <p:cNvPr id="3" name="Picture 2" descr="FigS7_immune_TRUS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80" y="640080"/>
            <a:ext cx="1151893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FigS8_ML_model_comparison</a:t>
            </a:r>
          </a:p>
        </p:txBody>
      </p:sp>
      <p:pic>
        <p:nvPicPr>
          <p:cNvPr id="3" name="Picture 2" descr="FigS8_M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930352"/>
            <a:ext cx="11704320" cy="54544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FigS9_GEO_cohorts</a:t>
            </a:r>
          </a:p>
        </p:txBody>
      </p:sp>
      <p:pic>
        <p:nvPicPr>
          <p:cNvPr id="3" name="Picture 2" descr="FigS9_GEO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904476"/>
            <a:ext cx="11704320" cy="55062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FigS_SBS_landscape</a:t>
            </a:r>
          </a:p>
        </p:txBody>
      </p:sp>
      <p:pic>
        <p:nvPicPr>
          <p:cNvPr id="3" name="Picture 2" descr="FigS_SBS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97" y="640080"/>
            <a:ext cx="8612301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SuppFig_GSE150082_DSB</a:t>
            </a:r>
          </a:p>
        </p:txBody>
      </p:sp>
      <p:pic>
        <p:nvPicPr>
          <p:cNvPr id="3" name="Picture 2" descr="SuppFig_GSE150082_DS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5" y="640080"/>
            <a:ext cx="739108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SuppFig_external_forest</a:t>
            </a:r>
          </a:p>
        </p:txBody>
      </p:sp>
      <p:pic>
        <p:nvPicPr>
          <p:cNvPr id="3" name="Picture 2" descr="SuppFig_external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567027"/>
            <a:ext cx="11704320" cy="41811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SuppFig_meta_zscore</a:t>
            </a:r>
          </a:p>
        </p:txBody>
      </p:sp>
      <p:pic>
        <p:nvPicPr>
          <p:cNvPr id="3" name="Picture 2" descr="SuppFig_meta_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61" y="640080"/>
            <a:ext cx="10105973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