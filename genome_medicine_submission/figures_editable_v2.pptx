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Fig1_cohort</a:t>
            </a:r>
          </a:p>
        </p:txBody>
      </p:sp>
      <p:pic>
        <p:nvPicPr>
          <p:cNvPr id="3" name="Picture 2" descr="Fig1A_sa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1074136"/>
            <a:ext cx="3820058" cy="24237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A</a:t>
            </a:r>
          </a:p>
        </p:txBody>
      </p:sp>
      <p:pic>
        <p:nvPicPr>
          <p:cNvPr id="5" name="Picture 4" descr="Fig1B_waterf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817" y="1569574"/>
            <a:ext cx="3820058" cy="14328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85818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B</a:t>
            </a:r>
          </a:p>
        </p:txBody>
      </p:sp>
      <p:pic>
        <p:nvPicPr>
          <p:cNvPr id="7" name="Picture 6" descr="Fig1C_clinic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315" y="1564664"/>
            <a:ext cx="3820058" cy="14426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7316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C</a:t>
            </a:r>
          </a:p>
        </p:txBody>
      </p:sp>
      <p:pic>
        <p:nvPicPr>
          <p:cNvPr id="9" name="Picture 8" descr="Fig1D_sample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19" y="4512250"/>
            <a:ext cx="3820058" cy="1673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3657599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D</a:t>
            </a:r>
          </a:p>
        </p:txBody>
      </p:sp>
      <p:pic>
        <p:nvPicPr>
          <p:cNvPr id="11" name="Picture 10" descr="Fig1E_desig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5817" y="4157864"/>
            <a:ext cx="3820058" cy="238274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85818" y="3657599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Fig2_WES_landscape</a:t>
            </a:r>
          </a:p>
        </p:txBody>
      </p:sp>
      <p:pic>
        <p:nvPicPr>
          <p:cNvPr id="3" name="Picture 2" descr="Fig2A_oncoprint_jou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972498"/>
            <a:ext cx="3820058" cy="26270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A</a:t>
            </a:r>
          </a:p>
        </p:txBody>
      </p:sp>
      <p:pic>
        <p:nvPicPr>
          <p:cNvPr id="5" name="Picture 4" descr="Fig2B_TMB_rain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559" y="914400"/>
            <a:ext cx="3002574" cy="27431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85818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B</a:t>
            </a:r>
          </a:p>
        </p:txBody>
      </p:sp>
      <p:pic>
        <p:nvPicPr>
          <p:cNvPr id="7" name="Picture 6" descr="Fig2C_MSI_TMB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315" y="1077401"/>
            <a:ext cx="3820058" cy="24171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7316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C</a:t>
            </a:r>
          </a:p>
        </p:txBody>
      </p:sp>
      <p:pic>
        <p:nvPicPr>
          <p:cNvPr id="9" name="Picture 8" descr="Fig2D_TMB_MSI_waterf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19" y="4592835"/>
            <a:ext cx="3820058" cy="15128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3657599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D</a:t>
            </a:r>
          </a:p>
        </p:txBody>
      </p:sp>
      <p:pic>
        <p:nvPicPr>
          <p:cNvPr id="11" name="Picture 10" descr="Fig2E_CNV_H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5817" y="4690649"/>
            <a:ext cx="3820058" cy="13171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85818" y="3657599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E</a:t>
            </a:r>
          </a:p>
        </p:txBody>
      </p:sp>
      <p:pic>
        <p:nvPicPr>
          <p:cNvPr id="13" name="Picture 12" descr="Fig2F_HRD_breakdow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7315" y="4582637"/>
            <a:ext cx="3820058" cy="153320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97316" y="3657599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Fig3_RNA_signatures</a:t>
            </a:r>
          </a:p>
        </p:txBody>
      </p:sp>
      <p:pic>
        <p:nvPicPr>
          <p:cNvPr id="3" name="Picture 2" descr="Fig3A_TME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32" y="914400"/>
            <a:ext cx="3214433" cy="2743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A</a:t>
            </a:r>
          </a:p>
        </p:txBody>
      </p:sp>
      <p:pic>
        <p:nvPicPr>
          <p:cNvPr id="5" name="Picture 4" descr="Fig3B_signatur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817" y="1240621"/>
            <a:ext cx="3820058" cy="20907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85818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B</a:t>
            </a:r>
          </a:p>
        </p:txBody>
      </p:sp>
      <p:pic>
        <p:nvPicPr>
          <p:cNvPr id="7" name="Picture 6" descr="Fig3C_volcano_jour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2705" y="914400"/>
            <a:ext cx="3449278" cy="27431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7316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C</a:t>
            </a:r>
          </a:p>
        </p:txBody>
      </p:sp>
      <p:pic>
        <p:nvPicPr>
          <p:cNvPr id="9" name="Picture 8" descr="Fig3D_forest_lollip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19" y="3987976"/>
            <a:ext cx="3820058" cy="27225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3657599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D</a:t>
            </a:r>
          </a:p>
        </p:txBody>
      </p:sp>
      <p:pic>
        <p:nvPicPr>
          <p:cNvPr id="11" name="Picture 10" descr="Fig3E_CD8_biaxi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5921" y="3977639"/>
            <a:ext cx="2759851" cy="274319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85818" y="3657599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E</a:t>
            </a:r>
          </a:p>
        </p:txBody>
      </p:sp>
      <p:pic>
        <p:nvPicPr>
          <p:cNvPr id="13" name="Picture 12" descr="Fig3F_TLS_Cabrit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7315" y="4284632"/>
            <a:ext cx="3820058" cy="21292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97316" y="3657599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Fig4_GSEA</a:t>
            </a:r>
          </a:p>
        </p:txBody>
      </p:sp>
      <p:pic>
        <p:nvPicPr>
          <p:cNvPr id="3" name="Picture 2" descr="Fig4A_running_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1046501"/>
            <a:ext cx="3820058" cy="24789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A</a:t>
            </a:r>
          </a:p>
        </p:txBody>
      </p:sp>
      <p:pic>
        <p:nvPicPr>
          <p:cNvPr id="5" name="Picture 4" descr="Fig4B_Hallmark_bub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817" y="1093708"/>
            <a:ext cx="3820058" cy="23845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85818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B</a:t>
            </a:r>
          </a:p>
        </p:txBody>
      </p:sp>
      <p:pic>
        <p:nvPicPr>
          <p:cNvPr id="7" name="Picture 6" descr="Fig4C_pathway_dot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151" y="914400"/>
            <a:ext cx="3746387" cy="27431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7316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C</a:t>
            </a:r>
          </a:p>
        </p:txBody>
      </p:sp>
      <p:pic>
        <p:nvPicPr>
          <p:cNvPr id="9" name="Picture 8" descr="Fig4D_enrichment_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19" y="4188308"/>
            <a:ext cx="3820058" cy="23218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3657599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D</a:t>
            </a:r>
          </a:p>
        </p:txBody>
      </p:sp>
      <p:pic>
        <p:nvPicPr>
          <p:cNvPr id="11" name="Picture 10" descr="Fig4E_ssGSEA_heat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5817" y="4365054"/>
            <a:ext cx="3820058" cy="1968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85818" y="3657599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E</a:t>
            </a:r>
          </a:p>
        </p:txBody>
      </p:sp>
      <p:pic>
        <p:nvPicPr>
          <p:cNvPr id="13" name="Picture 12" descr="Fig4F_category_NES_bo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7315" y="4073389"/>
            <a:ext cx="3820058" cy="25516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97316" y="3657599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Fig5_ML_predictor</a:t>
            </a:r>
          </a:p>
        </p:txBody>
      </p:sp>
      <p:pic>
        <p:nvPicPr>
          <p:cNvPr id="3" name="Picture 2" descr="Fig5A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64" y="914400"/>
            <a:ext cx="3736368" cy="2743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A</a:t>
            </a:r>
          </a:p>
        </p:txBody>
      </p:sp>
      <p:pic>
        <p:nvPicPr>
          <p:cNvPr id="5" name="Picture 4" descr="Fig5B_ROC_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837" y="914400"/>
            <a:ext cx="3004019" cy="27431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85818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B</a:t>
            </a:r>
          </a:p>
        </p:txBody>
      </p:sp>
      <p:pic>
        <p:nvPicPr>
          <p:cNvPr id="7" name="Picture 6" descr="Fig5C_forest_C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315" y="1115350"/>
            <a:ext cx="3820058" cy="23412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7316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C</a:t>
            </a:r>
          </a:p>
        </p:txBody>
      </p:sp>
      <p:pic>
        <p:nvPicPr>
          <p:cNvPr id="9" name="Picture 8" descr="Fig5D_U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792" y="3977639"/>
            <a:ext cx="3207113" cy="27431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3657599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D</a:t>
            </a:r>
          </a:p>
        </p:txBody>
      </p:sp>
      <p:pic>
        <p:nvPicPr>
          <p:cNvPr id="11" name="Picture 10" descr="Fig5E_SHAP_beeswa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5817" y="4418094"/>
            <a:ext cx="3820058" cy="18622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85818" y="3657599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E</a:t>
            </a:r>
          </a:p>
        </p:txBody>
      </p:sp>
      <p:pic>
        <p:nvPicPr>
          <p:cNvPr id="13" name="Picture 12" descr="Fig5F_per_subject_predic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7315" y="4588004"/>
            <a:ext cx="3820058" cy="15224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97316" y="3657599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Fig6_paired_delta</a:t>
            </a:r>
          </a:p>
        </p:txBody>
      </p:sp>
      <p:pic>
        <p:nvPicPr>
          <p:cNvPr id="3" name="Picture 2" descr="Fig6A_swim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1270298"/>
            <a:ext cx="3820058" cy="20314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A</a:t>
            </a:r>
          </a:p>
        </p:txBody>
      </p:sp>
      <p:pic>
        <p:nvPicPr>
          <p:cNvPr id="5" name="Picture 4" descr="Fig6B_slope_fa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817" y="1608711"/>
            <a:ext cx="3820058" cy="1354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85818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B</a:t>
            </a:r>
          </a:p>
        </p:txBody>
      </p:sp>
      <p:pic>
        <p:nvPicPr>
          <p:cNvPr id="7" name="Picture 6" descr="Fig6C_delta_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315" y="1079411"/>
            <a:ext cx="3820058" cy="2413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7316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C</a:t>
            </a:r>
          </a:p>
        </p:txBody>
      </p:sp>
      <p:pic>
        <p:nvPicPr>
          <p:cNvPr id="9" name="Picture 8" descr="Fig6D_waterf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888" y="3977639"/>
            <a:ext cx="2720921" cy="27431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3657599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D</a:t>
            </a:r>
          </a:p>
        </p:txBody>
      </p:sp>
      <p:pic>
        <p:nvPicPr>
          <p:cNvPr id="11" name="Picture 10" descr="Fig6E_fishpl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5817" y="4219379"/>
            <a:ext cx="3820058" cy="22597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85818" y="3657599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E</a:t>
            </a:r>
          </a:p>
        </p:txBody>
      </p:sp>
      <p:pic>
        <p:nvPicPr>
          <p:cNvPr id="13" name="Picture 12" descr="Fig6F_casca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7315" y="4178923"/>
            <a:ext cx="3820058" cy="234062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97316" y="3657599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Fig7_external_validation</a:t>
            </a:r>
          </a:p>
        </p:txBody>
      </p:sp>
      <p:pic>
        <p:nvPicPr>
          <p:cNvPr id="3" name="Picture 2" descr="Fig7A_forest_m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1754868"/>
            <a:ext cx="3820058" cy="10622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A</a:t>
            </a:r>
          </a:p>
        </p:txBody>
      </p:sp>
      <p:pic>
        <p:nvPicPr>
          <p:cNvPr id="5" name="Picture 4" descr="Fig7B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817" y="1230226"/>
            <a:ext cx="3820058" cy="21115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85818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B</a:t>
            </a:r>
          </a:p>
        </p:txBody>
      </p:sp>
      <p:pic>
        <p:nvPicPr>
          <p:cNvPr id="7" name="Picture 6" descr="Fig7C_meta_Zsc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315" y="1290132"/>
            <a:ext cx="3820058" cy="19917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7316" y="594360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C</a:t>
            </a:r>
          </a:p>
        </p:txBody>
      </p:sp>
      <p:pic>
        <p:nvPicPr>
          <p:cNvPr id="9" name="Picture 8" descr="Fig7D_cohort_concord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19" y="4237170"/>
            <a:ext cx="3820058" cy="22241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3657599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D</a:t>
            </a:r>
          </a:p>
        </p:txBody>
      </p:sp>
      <p:pic>
        <p:nvPicPr>
          <p:cNvPr id="11" name="Picture 10" descr="Fig7E_funn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4106" y="3977639"/>
            <a:ext cx="3423481" cy="274319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85818" y="3657599"/>
            <a:ext cx="3657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latin typeface="Arial"/>
              </a:rPr>
              <a:t>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FigS10_HLA_neoantigen_detail</a:t>
            </a:r>
          </a:p>
        </p:txBody>
      </p:sp>
      <p:pic>
        <p:nvPicPr>
          <p:cNvPr id="3" name="Picture 2" descr="FigS10_HLA_neoantigen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72" y="594360"/>
            <a:ext cx="1083335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FigS11_pyclone_diagnostics</a:t>
            </a:r>
          </a:p>
        </p:txBody>
      </p:sp>
      <p:pic>
        <p:nvPicPr>
          <p:cNvPr id="3" name="Picture 2" descr="FigS11_pyclone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090" y="594360"/>
            <a:ext cx="9617514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FigS1_cohort_QC</a:t>
            </a:r>
          </a:p>
        </p:txBody>
      </p:sp>
      <p:pic>
        <p:nvPicPr>
          <p:cNvPr id="3" name="Picture 2" descr="FigS1_cohort_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10" y="594360"/>
            <a:ext cx="11342674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FigS2_SBS_signatures</a:t>
            </a:r>
          </a:p>
        </p:txBody>
      </p:sp>
      <p:pic>
        <p:nvPicPr>
          <p:cNvPr id="3" name="Picture 2" descr="FigS2_SBS_sign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64" y="594360"/>
            <a:ext cx="11142165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FigS3_CNV_HRD</a:t>
            </a:r>
          </a:p>
        </p:txBody>
      </p:sp>
      <p:pic>
        <p:nvPicPr>
          <p:cNvPr id="3" name="Picture 2" descr="FigS3_CNV_H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362" y="594360"/>
            <a:ext cx="10678969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FigS4_oncoprint_VAF</a:t>
            </a:r>
          </a:p>
        </p:txBody>
      </p:sp>
      <p:pic>
        <p:nvPicPr>
          <p:cNvPr id="3" name="Picture 2" descr="FigS4_oncoprint_V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884" y="594360"/>
            <a:ext cx="8705925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FigS5_GSEA_full</a:t>
            </a:r>
          </a:p>
        </p:txBody>
      </p:sp>
      <p:pic>
        <p:nvPicPr>
          <p:cNvPr id="3" name="Picture 2" descr="FigS5_GSEA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816" y="594360"/>
            <a:ext cx="6344063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FigS6_ssGSEA_CMS</a:t>
            </a:r>
          </a:p>
        </p:txBody>
      </p:sp>
      <p:pic>
        <p:nvPicPr>
          <p:cNvPr id="3" name="Picture 2" descr="FigS6_ssGSEA_C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719790"/>
            <a:ext cx="11704320" cy="578417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FigS7_immune_TRUST4</a:t>
            </a:r>
          </a:p>
        </p:txBody>
      </p:sp>
      <p:pic>
        <p:nvPicPr>
          <p:cNvPr id="3" name="Picture 2" descr="FigS7_immune_TRUS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80" y="594360"/>
            <a:ext cx="11518934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FigS8_ML_model_comparison</a:t>
            </a:r>
          </a:p>
        </p:txBody>
      </p:sp>
      <p:pic>
        <p:nvPicPr>
          <p:cNvPr id="3" name="Picture 2" descr="FigS8_ML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884632"/>
            <a:ext cx="11704320" cy="54544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FigS9_GEO_cohorts</a:t>
            </a:r>
          </a:p>
        </p:txBody>
      </p:sp>
      <p:pic>
        <p:nvPicPr>
          <p:cNvPr id="3" name="Picture 2" descr="FigS9_GEO_coh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858756"/>
            <a:ext cx="11704320" cy="55062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