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8229600" cy="10972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Fig1_cohort</a:t>
            </a:r>
          </a:p>
        </p:txBody>
      </p:sp>
      <p:pic>
        <p:nvPicPr>
          <p:cNvPr id="3" name="Picture 2" descr="Fig1A_sa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55950"/>
            <a:ext cx="3703320" cy="23496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94360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1">
                <a:latin typeface="Arial"/>
              </a:rPr>
              <a:t>A</a:t>
            </a:r>
          </a:p>
        </p:txBody>
      </p:sp>
      <p:pic>
        <p:nvPicPr>
          <p:cNvPr id="5" name="Picture 4" descr="Fig1B_waterf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736248"/>
            <a:ext cx="3703320" cy="13890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60520" y="594360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1">
                <a:latin typeface="Arial"/>
              </a:rPr>
              <a:t>B</a:t>
            </a:r>
          </a:p>
        </p:txBody>
      </p:sp>
      <p:pic>
        <p:nvPicPr>
          <p:cNvPr id="7" name="Picture 6" descr="Fig1C_clinic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5130008"/>
            <a:ext cx="3703320" cy="139858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992880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1">
                <a:latin typeface="Arial"/>
              </a:rPr>
              <a:t>C</a:t>
            </a:r>
          </a:p>
        </p:txBody>
      </p:sp>
      <p:pic>
        <p:nvPicPr>
          <p:cNvPr id="9" name="Picture 8" descr="Fig1D_sample_matri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0" y="5017890"/>
            <a:ext cx="3703320" cy="162281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60520" y="3992880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1">
                <a:latin typeface="Arial"/>
              </a:rPr>
              <a:t>D</a:t>
            </a:r>
          </a:p>
        </p:txBody>
      </p:sp>
      <p:pic>
        <p:nvPicPr>
          <p:cNvPr id="11" name="Picture 10" descr="Fig1E_desig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8072853"/>
            <a:ext cx="3703320" cy="23099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74320" y="7391400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1">
                <a:latin typeface="Arial"/>
              </a:rPr>
              <a:t>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Fig2_WES_landscape</a:t>
            </a:r>
          </a:p>
        </p:txBody>
      </p:sp>
      <p:pic>
        <p:nvPicPr>
          <p:cNvPr id="3" name="Picture 2" descr="Fig2A_oncoprint_jour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57418"/>
            <a:ext cx="3703320" cy="254672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94360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1">
                <a:latin typeface="Arial"/>
              </a:rPr>
              <a:t>A</a:t>
            </a:r>
          </a:p>
        </p:txBody>
      </p:sp>
      <p:pic>
        <p:nvPicPr>
          <p:cNvPr id="5" name="Picture 4" descr="Fig2B_TMB_rain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8099" y="868680"/>
            <a:ext cx="3419600" cy="3124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60520" y="594360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1">
                <a:latin typeface="Arial"/>
              </a:rPr>
              <a:t>B</a:t>
            </a:r>
          </a:p>
        </p:txBody>
      </p:sp>
      <p:pic>
        <p:nvPicPr>
          <p:cNvPr id="7" name="Picture 6" descr="Fig2C_MSI_TMB_scat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4657635"/>
            <a:ext cx="3703320" cy="23433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992880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1">
                <a:latin typeface="Arial"/>
              </a:rPr>
              <a:t>C</a:t>
            </a:r>
          </a:p>
        </p:txBody>
      </p:sp>
      <p:pic>
        <p:nvPicPr>
          <p:cNvPr id="9" name="Picture 8" descr="Fig2D_TMB_MSI_waterf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0" y="5096012"/>
            <a:ext cx="3703320" cy="14665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60520" y="3992880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1">
                <a:latin typeface="Arial"/>
              </a:rPr>
              <a:t>D</a:t>
            </a:r>
          </a:p>
        </p:txBody>
      </p:sp>
      <p:pic>
        <p:nvPicPr>
          <p:cNvPr id="11" name="Picture 10" descr="Fig2E_CNV_H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8589356"/>
            <a:ext cx="3703320" cy="127692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74320" y="7391400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1">
                <a:latin typeface="Arial"/>
              </a:rPr>
              <a:t>E</a:t>
            </a:r>
          </a:p>
        </p:txBody>
      </p:sp>
      <p:pic>
        <p:nvPicPr>
          <p:cNvPr id="13" name="Picture 12" descr="Fig2F_HRD_breakdow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6240" y="8484645"/>
            <a:ext cx="3703320" cy="14863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60520" y="7391400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1">
                <a:latin typeface="Arial"/>
              </a:rPr>
              <a:t>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Fig3_RNA_signatures</a:t>
            </a:r>
          </a:p>
        </p:txBody>
      </p:sp>
      <p:pic>
        <p:nvPicPr>
          <p:cNvPr id="3" name="Picture 2" descr="Fig3A_TME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257" y="868680"/>
            <a:ext cx="3660884" cy="3124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94360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1">
                <a:latin typeface="Arial"/>
              </a:rPr>
              <a:t>A</a:t>
            </a:r>
          </a:p>
        </p:txBody>
      </p:sp>
      <p:pic>
        <p:nvPicPr>
          <p:cNvPr id="5" name="Picture 4" descr="Fig3B_signature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417347"/>
            <a:ext cx="3703320" cy="20268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60520" y="594360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1">
                <a:latin typeface="Arial"/>
              </a:rPr>
              <a:t>B</a:t>
            </a:r>
          </a:p>
        </p:txBody>
      </p:sp>
      <p:pic>
        <p:nvPicPr>
          <p:cNvPr id="7" name="Picture 6" descr="Fig3C_volcano_jour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4356681"/>
            <a:ext cx="3703320" cy="294523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992880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1">
                <a:latin typeface="Arial"/>
              </a:rPr>
              <a:t>C</a:t>
            </a:r>
          </a:p>
        </p:txBody>
      </p:sp>
      <p:pic>
        <p:nvPicPr>
          <p:cNvPr id="9" name="Picture 8" descr="Fig3D_forest_lollip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0" y="4509637"/>
            <a:ext cx="3703320" cy="26393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60520" y="3992880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1">
                <a:latin typeface="Arial"/>
              </a:rPr>
              <a:t>D</a:t>
            </a:r>
          </a:p>
        </p:txBody>
      </p:sp>
      <p:pic>
        <p:nvPicPr>
          <p:cNvPr id="11" name="Picture 10" descr="Fig3E_CD8_biaxi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117" y="7665720"/>
            <a:ext cx="3143165" cy="3124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74320" y="7391400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1">
                <a:latin typeface="Arial"/>
              </a:rPr>
              <a:t>E</a:t>
            </a:r>
          </a:p>
        </p:txBody>
      </p:sp>
      <p:pic>
        <p:nvPicPr>
          <p:cNvPr id="13" name="Picture 12" descr="Fig3F_TLS_Cabrit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6240" y="8195747"/>
            <a:ext cx="3703320" cy="206414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60520" y="7391400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1">
                <a:latin typeface="Arial"/>
              </a:rPr>
              <a:t>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Fig4_GSEA</a:t>
            </a:r>
          </a:p>
        </p:txBody>
      </p:sp>
      <p:pic>
        <p:nvPicPr>
          <p:cNvPr id="3" name="Picture 2" descr="Fig4A_running_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29159"/>
            <a:ext cx="3703320" cy="2403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94360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1">
                <a:latin typeface="Arial"/>
              </a:rPr>
              <a:t>A</a:t>
            </a:r>
          </a:p>
        </p:txBody>
      </p:sp>
      <p:pic>
        <p:nvPicPr>
          <p:cNvPr id="5" name="Picture 4" descr="Fig4B_Hallmark_bub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274924"/>
            <a:ext cx="3703320" cy="23117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60520" y="594360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1">
                <a:latin typeface="Arial"/>
              </a:rPr>
              <a:t>B</a:t>
            </a:r>
          </a:p>
        </p:txBody>
      </p:sp>
      <p:pic>
        <p:nvPicPr>
          <p:cNvPr id="7" name="Picture 6" descr="Fig4C_pathway_dotpl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4473468"/>
            <a:ext cx="3703320" cy="271166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992880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1">
                <a:latin typeface="Arial"/>
              </a:rPr>
              <a:t>C</a:t>
            </a:r>
          </a:p>
        </p:txBody>
      </p:sp>
      <p:pic>
        <p:nvPicPr>
          <p:cNvPr id="9" name="Picture 8" descr="Fig4D_enrichment_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0" y="4703847"/>
            <a:ext cx="3703320" cy="225090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60520" y="3992880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1">
                <a:latin typeface="Arial"/>
              </a:rPr>
              <a:t>D</a:t>
            </a:r>
          </a:p>
        </p:txBody>
      </p:sp>
      <p:pic>
        <p:nvPicPr>
          <p:cNvPr id="11" name="Picture 10" descr="Fig4E_ssGSEA_heatm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8273711"/>
            <a:ext cx="3703320" cy="190821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74320" y="7391400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1">
                <a:latin typeface="Arial"/>
              </a:rPr>
              <a:t>E</a:t>
            </a:r>
          </a:p>
        </p:txBody>
      </p:sp>
      <p:pic>
        <p:nvPicPr>
          <p:cNvPr id="13" name="Picture 12" descr="Fig4F_category_NES_box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6240" y="7990959"/>
            <a:ext cx="3703320" cy="24737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60520" y="7391400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1">
                <a:latin typeface="Arial"/>
              </a:rPr>
              <a:t>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Fig5_ML_predictor</a:t>
            </a:r>
          </a:p>
        </p:txBody>
      </p:sp>
      <p:pic>
        <p:nvPicPr>
          <p:cNvPr id="3" name="Picture 2" descr="Fig5A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71312"/>
            <a:ext cx="3703320" cy="27189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94360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1">
                <a:latin typeface="Arial"/>
              </a:rPr>
              <a:t>A</a:t>
            </a:r>
          </a:p>
        </p:txBody>
      </p:sp>
      <p:pic>
        <p:nvPicPr>
          <p:cNvPr id="5" name="Picture 4" descr="Fig5B_ROC_C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277" y="868680"/>
            <a:ext cx="3421245" cy="3124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60520" y="594360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1">
                <a:latin typeface="Arial"/>
              </a:rPr>
              <a:t>B</a:t>
            </a:r>
          </a:p>
        </p:txBody>
      </p:sp>
      <p:pic>
        <p:nvPicPr>
          <p:cNvPr id="7" name="Picture 6" descr="Fig5C_forest_C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4694425"/>
            <a:ext cx="3703320" cy="226974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992880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1">
                <a:latin typeface="Arial"/>
              </a:rPr>
              <a:t>C</a:t>
            </a:r>
          </a:p>
        </p:txBody>
      </p:sp>
      <p:pic>
        <p:nvPicPr>
          <p:cNvPr id="9" name="Picture 8" descr="Fig5D_U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1626" y="4267200"/>
            <a:ext cx="3652547" cy="3124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60520" y="3992880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1">
                <a:latin typeface="Arial"/>
              </a:rPr>
              <a:t>D</a:t>
            </a:r>
          </a:p>
        </p:txBody>
      </p:sp>
      <p:pic>
        <p:nvPicPr>
          <p:cNvPr id="11" name="Picture 10" descr="Fig5E_SHAP_beeswar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8325131"/>
            <a:ext cx="3703320" cy="180537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74320" y="7391400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1">
                <a:latin typeface="Arial"/>
              </a:rPr>
              <a:t>E</a:t>
            </a:r>
          </a:p>
        </p:txBody>
      </p:sp>
      <p:pic>
        <p:nvPicPr>
          <p:cNvPr id="13" name="Picture 12" descr="Fig5F_per_subject_predic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6240" y="8489848"/>
            <a:ext cx="3703320" cy="147594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60520" y="7391400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1">
                <a:latin typeface="Arial"/>
              </a:rPr>
              <a:t>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Fig6_paired_delta</a:t>
            </a:r>
          </a:p>
        </p:txBody>
      </p:sp>
      <p:pic>
        <p:nvPicPr>
          <p:cNvPr id="3" name="Picture 2" descr="Fig6A_swimm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46117"/>
            <a:ext cx="3703320" cy="19693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94360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1">
                <a:latin typeface="Arial"/>
              </a:rPr>
              <a:t>A</a:t>
            </a:r>
          </a:p>
        </p:txBody>
      </p:sp>
      <p:pic>
        <p:nvPicPr>
          <p:cNvPr id="5" name="Picture 4" descr="Fig6B_slope_fa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774189"/>
            <a:ext cx="3703320" cy="13131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60520" y="594360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1">
                <a:latin typeface="Arial"/>
              </a:rPr>
              <a:t>B</a:t>
            </a:r>
          </a:p>
        </p:txBody>
      </p:sp>
      <p:pic>
        <p:nvPicPr>
          <p:cNvPr id="7" name="Picture 6" descr="Fig6C_delta_for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4659583"/>
            <a:ext cx="3703320" cy="23394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992880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1">
                <a:latin typeface="Arial"/>
              </a:rPr>
              <a:t>C</a:t>
            </a:r>
          </a:p>
        </p:txBody>
      </p:sp>
      <p:pic>
        <p:nvPicPr>
          <p:cNvPr id="9" name="Picture 8" descr="Fig6D_waterf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8485" y="4267200"/>
            <a:ext cx="3098828" cy="3124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60520" y="3992880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1">
                <a:latin typeface="Arial"/>
              </a:rPr>
              <a:t>D</a:t>
            </a:r>
          </a:p>
        </p:txBody>
      </p:sp>
      <p:pic>
        <p:nvPicPr>
          <p:cNvPr id="11" name="Picture 10" descr="Fig6E_fishplo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8132488"/>
            <a:ext cx="3703320" cy="219066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74320" y="7391400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1">
                <a:latin typeface="Arial"/>
              </a:rPr>
              <a:t>E</a:t>
            </a:r>
          </a:p>
        </p:txBody>
      </p:sp>
      <p:pic>
        <p:nvPicPr>
          <p:cNvPr id="13" name="Picture 12" descr="Fig6F_casca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6240" y="8093269"/>
            <a:ext cx="3703320" cy="226910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60520" y="7391400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1">
                <a:latin typeface="Arial"/>
              </a:rPr>
              <a:t>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Fig7_external_validation</a:t>
            </a:r>
          </a:p>
        </p:txBody>
      </p:sp>
      <p:pic>
        <p:nvPicPr>
          <p:cNvPr id="3" name="Picture 2" descr="Fig7A_forest_m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915879"/>
            <a:ext cx="3703320" cy="1029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94360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1">
                <a:latin typeface="Arial"/>
              </a:rPr>
              <a:t>A</a:t>
            </a:r>
          </a:p>
        </p:txBody>
      </p:sp>
      <p:pic>
        <p:nvPicPr>
          <p:cNvPr id="5" name="Picture 4" descr="Fig7B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407270"/>
            <a:ext cx="3703320" cy="20470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60520" y="594360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1">
                <a:latin typeface="Arial"/>
              </a:rPr>
              <a:t>B</a:t>
            </a:r>
          </a:p>
        </p:txBody>
      </p:sp>
      <p:pic>
        <p:nvPicPr>
          <p:cNvPr id="7" name="Picture 6" descr="Fig7C_meta_Zsco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4863865"/>
            <a:ext cx="3703320" cy="19308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992880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1">
                <a:latin typeface="Arial"/>
              </a:rPr>
              <a:t>C</a:t>
            </a:r>
          </a:p>
        </p:txBody>
      </p:sp>
      <p:pic>
        <p:nvPicPr>
          <p:cNvPr id="9" name="Picture 8" descr="Fig7D_cohort_concorda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0" y="4751216"/>
            <a:ext cx="3703320" cy="215616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60520" y="3992880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1">
                <a:latin typeface="Arial"/>
              </a:rPr>
              <a:t>D</a:t>
            </a:r>
          </a:p>
        </p:txBody>
      </p:sp>
      <p:pic>
        <p:nvPicPr>
          <p:cNvPr id="11" name="Picture 10" descr="Fig7E_funne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7744104"/>
            <a:ext cx="3703320" cy="296743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74320" y="7391400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1">
                <a:latin typeface="Arial"/>
              </a:rPr>
              <a:t>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FigS10_HLA_neoantigen_detail</a:t>
            </a:r>
          </a:p>
        </p:txBody>
      </p:sp>
      <p:pic>
        <p:nvPicPr>
          <p:cNvPr id="3" name="Picture 2" descr="FigS10_HLA_neoantigen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527216"/>
            <a:ext cx="7772400" cy="432984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FigS11_pyclone_diagnostics</a:t>
            </a:r>
          </a:p>
        </p:txBody>
      </p:sp>
      <p:pic>
        <p:nvPicPr>
          <p:cNvPr id="3" name="Picture 2" descr="FigS11_pyclone_diagno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253529"/>
            <a:ext cx="7772400" cy="487722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FigS1_cohort_QC</a:t>
            </a:r>
          </a:p>
        </p:txBody>
      </p:sp>
      <p:pic>
        <p:nvPicPr>
          <p:cNvPr id="3" name="Picture 2" descr="FigS1_cohort_Q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624429"/>
            <a:ext cx="7772400" cy="413542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FigS2_SBS_signatures</a:t>
            </a:r>
          </a:p>
        </p:txBody>
      </p:sp>
      <p:pic>
        <p:nvPicPr>
          <p:cNvPr id="3" name="Picture 2" descr="FigS2_SBS_sign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587219"/>
            <a:ext cx="7772400" cy="42098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FigS3_CNV_HRD</a:t>
            </a:r>
          </a:p>
        </p:txBody>
      </p:sp>
      <p:pic>
        <p:nvPicPr>
          <p:cNvPr id="3" name="Picture 2" descr="FigS3_CNV_H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495919"/>
            <a:ext cx="7772400" cy="439244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FigS4_oncoprint_VAF</a:t>
            </a:r>
          </a:p>
        </p:txBody>
      </p:sp>
      <p:pic>
        <p:nvPicPr>
          <p:cNvPr id="3" name="Picture 2" descr="FigS4_oncoprint_V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998185"/>
            <a:ext cx="7772400" cy="538790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FigS5_GSEA_full</a:t>
            </a:r>
          </a:p>
        </p:txBody>
      </p:sp>
      <p:pic>
        <p:nvPicPr>
          <p:cNvPr id="3" name="Picture 2" descr="FigS5_GSEA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995239"/>
            <a:ext cx="7772400" cy="739380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FigS6_ssGSEA_CMS</a:t>
            </a:r>
          </a:p>
        </p:txBody>
      </p:sp>
      <p:pic>
        <p:nvPicPr>
          <p:cNvPr id="3" name="Picture 2" descr="FigS6_ssGSEA_C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771611"/>
            <a:ext cx="7772400" cy="384105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FigS7_immune_TRUST4</a:t>
            </a:r>
          </a:p>
        </p:txBody>
      </p:sp>
      <p:pic>
        <p:nvPicPr>
          <p:cNvPr id="3" name="Picture 2" descr="FigS7_immune_TRUST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656068"/>
            <a:ext cx="7772400" cy="407214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FigS8_ML_model_comparison</a:t>
            </a:r>
          </a:p>
        </p:txBody>
      </p:sp>
      <p:pic>
        <p:nvPicPr>
          <p:cNvPr id="3" name="Picture 2" descr="FigS8_ML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881077"/>
            <a:ext cx="7772400" cy="362212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FigS9_GEO_cohorts</a:t>
            </a:r>
          </a:p>
        </p:txBody>
      </p:sp>
      <p:pic>
        <p:nvPicPr>
          <p:cNvPr id="3" name="Picture 2" descr="FigS9_GEO_coh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863893"/>
            <a:ext cx="7772400" cy="36564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